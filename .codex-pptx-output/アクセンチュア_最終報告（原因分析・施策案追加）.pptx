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notesMasters/notesMaster1.xml" ContentType="application/vnd.openxmlformats-officedocument.presentationml.notesMaster+xml"/>
  <Override PartName="/ppt/notesMasters/theme/theme6.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075d189b19424e" /><Relationship Type="http://schemas.openxmlformats.org/officeDocument/2006/relationships/extended-properties" Target="/docProps/app.xml" Id="Rdc6322c7a1874496" /><Relationship Type="http://schemas.openxmlformats.org/officeDocument/2006/relationships/officeDocument" Target="/ppt/presentation.xml" Id="Rae3b097ba6a545dd" /></Relationships>
</file>

<file path=ppt/presentation.xml><?xml version="1.0" encoding="utf-8"?>
<p:presentation xmlns:p="http://schemas.openxmlformats.org/presentationml/2006/main">
  <p:sldMasterIdLst>
    <p:sldMasterId xmlns:r="http://schemas.openxmlformats.org/officeDocument/2006/relationships" id="2147483648" r:id="Rae35ddfa192f4ee3"/>
    <p:sldMasterId xmlns:r="http://schemas.openxmlformats.org/officeDocument/2006/relationships" id="2147483660" r:id="R8f9e9404554249db"/>
    <p:sldMasterId xmlns:r="http://schemas.openxmlformats.org/officeDocument/2006/relationships" id="2147483682" r:id="R026f52cf69794b2e"/>
    <p:sldMasterId xmlns:r="http://schemas.openxmlformats.org/officeDocument/2006/relationships" id="2147483706" r:id="R36a67b1a1e7e4e28"/>
  </p:sldMasterIdLst>
  <p:notesMasterIdLst>
    <p:notesMasterId xmlns:r="http://schemas.openxmlformats.org/officeDocument/2006/relationships" r:id="Re16d08b703b34569"/>
  </p:notesMasterIdLst>
  <p:sldIdLst>
    <p:sldId xmlns:r="http://schemas.openxmlformats.org/officeDocument/2006/relationships" id="256" r:id="Re7c23857523948dd"/>
    <p:sldId xmlns:r="http://schemas.openxmlformats.org/officeDocument/2006/relationships" id="257" r:id="R2f6416ef49c747b6"/>
    <p:sldId xmlns:r="http://schemas.openxmlformats.org/officeDocument/2006/relationships" id="258" r:id="R13d9c2104bb447b0"/>
    <p:sldId xmlns:r="http://schemas.openxmlformats.org/officeDocument/2006/relationships" id="259" r:id="Rd5ee1ecda0994811"/>
    <p:sldId xmlns:r="http://schemas.openxmlformats.org/officeDocument/2006/relationships" id="260" r:id="R0aa6983cf5974788"/>
    <p:sldId xmlns:r="http://schemas.openxmlformats.org/officeDocument/2006/relationships" id="261" r:id="R62a8d0fe1bca4fe4"/>
    <p:sldId xmlns:r="http://schemas.openxmlformats.org/officeDocument/2006/relationships" id="262" r:id="Rab71b541b03c49a8"/>
    <p:sldId xmlns:r="http://schemas.openxmlformats.org/officeDocument/2006/relationships" id="263" r:id="R615626f712a74954"/>
    <p:sldId xmlns:r="http://schemas.openxmlformats.org/officeDocument/2006/relationships" id="264" r:id="R6f24d99bef144c9b"/>
    <p:sldId xmlns:r="http://schemas.openxmlformats.org/officeDocument/2006/relationships" id="265" r:id="R9a374fc628444480"/>
    <p:sldId xmlns:r="http://schemas.openxmlformats.org/officeDocument/2006/relationships" id="266" r:id="R7353aa5c92af48bf"/>
    <p:sldId xmlns:r="http://schemas.openxmlformats.org/officeDocument/2006/relationships" id="267" r:id="R9dc2a688d8b74ac0"/>
    <p:sldId xmlns:r="http://schemas.openxmlformats.org/officeDocument/2006/relationships" id="268" r:id="R8e9b069a191d45f5"/>
    <p:sldId xmlns:r="http://schemas.openxmlformats.org/officeDocument/2006/relationships" id="269" r:id="R56112a7c26b94699"/>
    <p:sldId xmlns:r="http://schemas.openxmlformats.org/officeDocument/2006/relationships" id="270" r:id="Ra1ee532cf2d74443"/>
    <p:sldId xmlns:r="http://schemas.openxmlformats.org/officeDocument/2006/relationships" id="271" r:id="R68d0b4e7d07a4c63"/>
    <p:sldId xmlns:r="http://schemas.openxmlformats.org/officeDocument/2006/relationships" id="272" r:id="Reeac3eac31c9489f"/>
    <p:sldId xmlns:r="http://schemas.openxmlformats.org/officeDocument/2006/relationships" id="273" r:id="Rf4d55db873624c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ed7e2dcebff41db" /><Relationship Type="http://schemas.openxmlformats.org/officeDocument/2006/relationships/slideMaster" Target="/ppt/slideMasters/slideMaster1.xml" Id="Rae35ddfa192f4ee3" /><Relationship Type="http://schemas.openxmlformats.org/officeDocument/2006/relationships/slideMaster" Target="/ppt/slideMasters/slideMaster2.xml" Id="R8f9e9404554249db" /><Relationship Type="http://schemas.openxmlformats.org/officeDocument/2006/relationships/slideMaster" Target="/ppt/slideMasters/slideMaster3.xml" Id="R026f52cf69794b2e" /><Relationship Type="http://schemas.openxmlformats.org/officeDocument/2006/relationships/slideMaster" Target="/ppt/slideMasters/slideMaster4.xml" Id="R36a67b1a1e7e4e28" /><Relationship Type="http://schemas.openxmlformats.org/officeDocument/2006/relationships/notesMaster" Target="/ppt/notesMasters/notesMaster1.xml" Id="Re16d08b703b34569" /><Relationship Type="http://schemas.openxmlformats.org/officeDocument/2006/relationships/presProps" Target="/ppt/presProps.xml" Id="Rd1a303ab8c1d4294" /><Relationship Type="http://schemas.openxmlformats.org/officeDocument/2006/relationships/viewProps" Target="/ppt/viewProps.xml" Id="Rec2103c2fcb345a5" /><Relationship Type="http://schemas.openxmlformats.org/officeDocument/2006/relationships/tableStyles" Target="/ppt/tableStyles.xml" Id="R6395b36cae324345" /><Relationship Type="http://schemas.openxmlformats.org/officeDocument/2006/relationships/slide" Target="/ppt/slides/slide1.xml" Id="Re7c23857523948dd" /><Relationship Type="http://schemas.openxmlformats.org/officeDocument/2006/relationships/slide" Target="/ppt/slides/slide2.xml" Id="R2f6416ef49c747b6" /><Relationship Type="http://schemas.openxmlformats.org/officeDocument/2006/relationships/slide" Target="/ppt/slides/slide3.xml" Id="R13d9c2104bb447b0" /><Relationship Type="http://schemas.openxmlformats.org/officeDocument/2006/relationships/slide" Target="/ppt/slides/slide4.xml" Id="Rd5ee1ecda0994811" /><Relationship Type="http://schemas.openxmlformats.org/officeDocument/2006/relationships/slide" Target="/ppt/slides/slide5.xml" Id="R0aa6983cf5974788" /><Relationship Type="http://schemas.openxmlformats.org/officeDocument/2006/relationships/slide" Target="/ppt/slides/slide6.xml" Id="R62a8d0fe1bca4fe4" /><Relationship Type="http://schemas.openxmlformats.org/officeDocument/2006/relationships/slide" Target="/ppt/slides/slide7.xml" Id="Rab71b541b03c49a8" /><Relationship Type="http://schemas.openxmlformats.org/officeDocument/2006/relationships/slide" Target="/ppt/slides/slide8.xml" Id="R615626f712a74954" /><Relationship Type="http://schemas.openxmlformats.org/officeDocument/2006/relationships/slide" Target="/ppt/slides/slide9.xml" Id="R6f24d99bef144c9b" /><Relationship Type="http://schemas.openxmlformats.org/officeDocument/2006/relationships/slide" Target="/ppt/slides/slide10.xml" Id="R9a374fc628444480" /><Relationship Type="http://schemas.openxmlformats.org/officeDocument/2006/relationships/slide" Target="/ppt/slides/slide11.xml" Id="R7353aa5c92af48bf" /><Relationship Type="http://schemas.openxmlformats.org/officeDocument/2006/relationships/slide" Target="/ppt/slides/slide12.xml" Id="R9dc2a688d8b74ac0" /><Relationship Type="http://schemas.openxmlformats.org/officeDocument/2006/relationships/slide" Target="/ppt/slides/slide13.xml" Id="R8e9b069a191d45f5" /><Relationship Type="http://schemas.openxmlformats.org/officeDocument/2006/relationships/slide" Target="/ppt/slides/slide14.xml" Id="R56112a7c26b94699" /><Relationship Type="http://schemas.openxmlformats.org/officeDocument/2006/relationships/slide" Target="/ppt/slides/slide15.xml" Id="Ra1ee532cf2d74443" /><Relationship Type="http://schemas.openxmlformats.org/officeDocument/2006/relationships/slide" Target="/ppt/slides/slide16.xml" Id="R68d0b4e7d07a4c63" /><Relationship Type="http://schemas.openxmlformats.org/officeDocument/2006/relationships/slide" Target="/ppt/slides/slide17.xml" Id="Reeac3eac31c9489f" /><Relationship Type="http://schemas.openxmlformats.org/officeDocument/2006/relationships/slide" Target="/ppt/slides/slide18.xml" Id="Rf4d55db873624c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6.xml" Id="Rc733c2267ded49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デザインの設定">
  <a:themeElements>
    <a:clrScheme name="紫">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紫">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6e18f34b0f4e2c" /><Relationship Type="http://schemas.openxmlformats.org/officeDocument/2006/relationships/notesMaster" Target="/ppt/notesMasters/notesMaster1.xml" Id="R7fc99583ec544c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93c90042924837" /><Relationship Type="http://schemas.openxmlformats.org/officeDocument/2006/relationships/notesMaster" Target="/ppt/notesMasters/notesMaster1.xml" Id="R9cb77f42ef2645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5373d671124aa8" /><Relationship Type="http://schemas.openxmlformats.org/officeDocument/2006/relationships/notesMaster" Target="/ppt/notesMasters/notesMaster1.xml" Id="R261e0739729540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921ef227d84305" /><Relationship Type="http://schemas.openxmlformats.org/officeDocument/2006/relationships/notesMaster" Target="/ppt/notesMasters/notesMaster1.xml" Id="Re43c569e88e54a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acd84045c64782" /><Relationship Type="http://schemas.openxmlformats.org/officeDocument/2006/relationships/notesMaster" Target="/ppt/notesMasters/notesMaster1.xml" Id="Rabcbe4e0d7f849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68835dfb284b99" /><Relationship Type="http://schemas.openxmlformats.org/officeDocument/2006/relationships/notesMaster" Target="/ppt/notesMasters/notesMaster1.xml" Id="R96a82edcdcb440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20b2ba07214df7" /><Relationship Type="http://schemas.openxmlformats.org/officeDocument/2006/relationships/notesMaster" Target="/ppt/notesMasters/notesMaster1.xml" Id="Rdf5db8ae5e0c4a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996edd10c54718" /><Relationship Type="http://schemas.openxmlformats.org/officeDocument/2006/relationships/notesMaster" Target="/ppt/notesMasters/notesMaster1.xml" Id="R250c3eb2d2284d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63723db03f430c" /><Relationship Type="http://schemas.openxmlformats.org/officeDocument/2006/relationships/notesMaster" Target="/ppt/notesMasters/notesMaster1.xml" Id="R6f42b718bfeb42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a96f5b57ce4e23" /><Relationship Type="http://schemas.openxmlformats.org/officeDocument/2006/relationships/notesMaster" Target="/ppt/notesMasters/notesMaster1.xml" Id="R7dfb4d06eb264b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bf1f5a55354839" /><Relationship Type="http://schemas.openxmlformats.org/officeDocument/2006/relationships/notesMaster" Target="/ppt/notesMasters/notesMaster1.xml" Id="R94d7338ceddc46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7ce3d0cf4e4df0" /><Relationship Type="http://schemas.openxmlformats.org/officeDocument/2006/relationships/notesMaster" Target="/ppt/notesMasters/notesMaster1.xml" Id="Rd3087b4baa1f44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287227e748450b" /><Relationship Type="http://schemas.openxmlformats.org/officeDocument/2006/relationships/notesMaster" Target="/ppt/notesMasters/notesMaster1.xml" Id="R0b6dace9b10844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9b7d4412ab4aa5" /><Relationship Type="http://schemas.openxmlformats.org/officeDocument/2006/relationships/notesMaster" Target="/ppt/notesMasters/notesMaster1.xml" Id="R1a92ceb5060047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be6b81639a4ee5" /><Relationship Type="http://schemas.openxmlformats.org/officeDocument/2006/relationships/notesMaster" Target="/ppt/notesMasters/notesMaster1.xml" Id="R8f7f68cec86746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bd688292e246f1" /><Relationship Type="http://schemas.openxmlformats.org/officeDocument/2006/relationships/notesMaster" Target="/ppt/notesMasters/notesMaster1.xml" Id="Rfd0d36152d4c460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37cf2a5cb34609" /><Relationship Type="http://schemas.openxmlformats.org/officeDocument/2006/relationships/notesMaster" Target="/ppt/notesMasters/notesMaster1.xml" Id="Rd9fe91dea75f44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869dd2ee7734217" /><Relationship Type="http://schemas.openxmlformats.org/officeDocument/2006/relationships/notesMaster" Target="/ppt/notesMasters/notesMaster1.xml" Id="Rbab1ff6fa5e041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（文献調査により）得られた結果だけを伝える</a:t>
            </a:r>
            <a:br/>
            <a:endParaRPr/>
          </a:p>
          <a:p xmlns:a="http://schemas.openxmlformats.org/drawingml/2006/main">
            <a:r>
              <a:t>伝えないといけないのは、</a:t>
            </a:r>
            <a:br/>
            <a:r>
              <a:t>・詳細ニーズ</a:t>
            </a:r>
            <a:r>
              <a:t>×</a:t>
            </a:r>
            <a:r>
              <a:t>属性の全体感</a:t>
            </a:r>
            <a:endParaRPr/>
          </a:p>
          <a:p xmlns:a="http://schemas.openxmlformats.org/drawingml/2006/main">
            <a:r>
              <a:t>・文献調査によるという点</a:t>
            </a:r>
            <a:endParaRPr/>
          </a:p>
          <a:p xmlns:a="http://schemas.openxmlformats.org/drawingml/2006/main">
            <a:r>
              <a:t>・本プロジェクトで注力するニーズの内容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ここは、ひとつまえの補足</a:t>
            </a:r>
            <a:br/>
            <a:r>
              <a:t>特に、ニーズの大きさと変化の算出方法、ならびに判定基準について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セブンイレブンに重きをおいて、このタイミングで特定された問題を伝える</a:t>
            </a:r>
            <a:endParaRPr/>
          </a:p>
          <a:p xmlns:a="http://schemas.openxmlformats.org/drawingml/2006/main">
            <a:endParaRPr/>
          </a:p>
          <a:p xmlns:a="http://schemas.openxmlformats.org/drawingml/2006/main">
            <a:r>
              <a:t>伝えないといけないのは、</a:t>
            </a:r>
            <a:endParaRPr/>
          </a:p>
          <a:p xmlns:a="http://schemas.openxmlformats.org/drawingml/2006/main">
            <a:r>
              <a:t>・注力する健康ニーズをまとめる</a:t>
            </a:r>
            <a:endParaRPr/>
          </a:p>
          <a:p xmlns:a="http://schemas.openxmlformats.org/drawingml/2006/main">
            <a:r>
              <a:t>・セブンイレブンの対応を考えることがメインだということ（他は比較対象）</a:t>
            </a:r>
            <a:endParaRPr/>
          </a:p>
          <a:p xmlns:a="http://schemas.openxmlformats.org/drawingml/2006/main">
            <a:r>
              <a:t>・「対応」の定義</a:t>
            </a:r>
            <a:endParaRPr/>
          </a:p>
          <a:p xmlns:a="http://schemas.openxmlformats.org/drawingml/2006/main">
            <a:r>
              <a:t>・「対応」の評価方法</a:t>
            </a:r>
            <a:endParaRPr/>
          </a:p>
          <a:p xmlns:a="http://schemas.openxmlformats.org/drawingml/2006/main">
            <a:r>
              <a:t>・特定された問題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「対応」に該当する商品を抽出した</a:t>
            </a:r>
            <a:endParaRPr/>
          </a:p>
          <a:p xmlns:a="http://schemas.openxmlformats.org/drawingml/2006/main">
            <a:r>
              <a:t>（文献調査により）得られた結果のみを伝える</a:t>
            </a:r>
            <a:endParaRPr/>
          </a:p>
          <a:p xmlns:a="http://schemas.openxmlformats.org/drawingml/2006/main">
            <a:endParaRPr/>
          </a:p>
          <a:p xmlns:a="http://schemas.openxmlformats.org/drawingml/2006/main">
            <a:r>
              <a:t>その商品数に基づき、実施量を評価した</a:t>
            </a:r>
            <a:endParaRPr/>
          </a:p>
          <a:p xmlns:a="http://schemas.openxmlformats.org/drawingml/2006/main">
            <a:endParaRPr/>
          </a:p>
          <a:p xmlns:a="http://schemas.openxmlformats.org/drawingml/2006/main">
            <a:r>
              <a:t>伝えないといけにこと、</a:t>
            </a:r>
            <a:endParaRPr/>
          </a:p>
          <a:p xmlns:a="http://schemas.openxmlformats.org/drawingml/2006/main">
            <a:r>
              <a:t>・「対応」に該当する商品が、実際にあるということを、商品名を紹介して伝える</a:t>
            </a:r>
            <a:endParaRPr/>
          </a:p>
          <a:p xmlns:a="http://schemas.openxmlformats.org/drawingml/2006/main">
            <a:r>
              <a:t>・文献調査に基づくということ</a:t>
            </a:r>
            <a:endParaRPr/>
          </a:p>
          <a:p xmlns:a="http://schemas.openxmlformats.org/drawingml/2006/main">
            <a:r>
              <a:t>・脂質への対応が不十分であるという点で、問題であるということ</a:t>
            </a:r>
            <a:endParaRPr/>
          </a:p>
          <a:p xmlns:a="http://schemas.openxmlformats.org/drawingml/2006/main">
            <a:r>
              <a:t>・他社も同様であること</a:t>
            </a:r>
            <a:endParaRPr/>
          </a:p>
          <a:p xmlns:a="http://schemas.openxmlformats.org/drawingml/2006/main">
            <a:endParaRPr/>
          </a:p>
          <a:p xmlns:a="http://schemas.openxmlformats.org/drawingml/2006/main">
            <a:r>
              <a:t>※</a:t>
            </a:r>
            <a:r>
              <a:t> 実施量の評価の判定基準がなぜその値なのかについては、聞かれたら答える</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ここは一つ前の補足</a:t>
            </a:r>
            <a:endParaRPr/>
          </a:p>
          <a:p xmlns:a="http://schemas.openxmlformats.org/drawingml/2006/main">
            <a:r>
              <a:t>「対応」に該当する商品を抽出する方法について</a:t>
            </a:r>
            <a:endParaRPr/>
          </a:p>
          <a:p xmlns:a="http://schemas.openxmlformats.org/drawingml/2006/main">
            <a:r>
              <a:t>判定基準も含めて</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購買記録数の概念を導入する</a:t>
            </a:r>
            <a:endParaRPr/>
          </a:p>
          <a:p xmlns:a="http://schemas.openxmlformats.org/drawingml/2006/main">
            <a:r>
              <a:t>（ここでは、二つの要素については話さない）</a:t>
            </a:r>
            <a:endParaRPr/>
          </a:p>
          <a:p xmlns:a="http://schemas.openxmlformats.org/drawingml/2006/main">
            <a:endParaRPr/>
          </a:p>
          <a:p xmlns:a="http://schemas.openxmlformats.org/drawingml/2006/main">
            <a:r>
              <a:t>伝えないといけないこと、</a:t>
            </a:r>
            <a:endParaRPr/>
          </a:p>
          <a:p xmlns:a="http://schemas.openxmlformats.org/drawingml/2006/main">
            <a:r>
              <a:t>・ここからは、</a:t>
            </a:r>
            <a:r>
              <a:t>zaim</a:t>
            </a:r>
            <a:r>
              <a:t>のデータ分析であること</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購買記録数の値と、それに基づく適切さの評価について</a:t>
            </a:r>
            <a:endParaRPr/>
          </a:p>
          <a:p xmlns:a="http://schemas.openxmlformats.org/drawingml/2006/main">
            <a:endParaRPr/>
          </a:p>
          <a:p xmlns:a="http://schemas.openxmlformats.org/drawingml/2006/main">
            <a:r>
              <a:t>伝えないといけないこと</a:t>
            </a:r>
            <a:endParaRPr/>
          </a:p>
          <a:p xmlns:a="http://schemas.openxmlformats.org/drawingml/2006/main">
            <a:r>
              <a:t>・表の読み方</a:t>
            </a:r>
            <a:endParaRPr/>
          </a:p>
          <a:p xmlns:a="http://schemas.openxmlformats.org/drawingml/2006/main">
            <a:r>
              <a:t>・若年層の問題について</a:t>
            </a:r>
            <a:endParaRPr/>
          </a:p>
          <a:p xmlns:a="http://schemas.openxmlformats.org/drawingml/2006/main">
            <a:r>
              <a:t>・他社では違う傾向であること</a:t>
            </a:r>
            <a:endParaRPr/>
          </a:p>
          <a:p xmlns:a="http://schemas.openxmlformats.org/drawingml/2006/main">
            <a:endParaRPr/>
          </a:p>
          <a:p xmlns:a="http://schemas.openxmlformats.org/drawingml/2006/main">
            <a:r>
              <a:t>※</a:t>
            </a:r>
            <a:r>
              <a:t> 適切さの評価の判定基準がなぜその値なのかについては、聞かれたら答える</a:t>
            </a:r>
            <a:endParaRPr/>
          </a:p>
          <a:p xmlns:a="http://schemas.openxmlformats.org/drawingml/2006/main">
            <a:r>
              <a:t>※</a:t>
            </a:r>
            <a:r>
              <a:t> 商品間で平均した値であることについても、きかれた伝えるくらいのイメージ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購買記録数の値と、それに基づく適切さの評価について</a:t>
            </a:r>
            <a:endParaRPr/>
          </a:p>
          <a:p xmlns:a="http://schemas.openxmlformats.org/drawingml/2006/main">
            <a:endParaRPr/>
          </a:p>
          <a:p xmlns:a="http://schemas.openxmlformats.org/drawingml/2006/main">
            <a:r>
              <a:t>伝えないといけないこと</a:t>
            </a:r>
            <a:endParaRPr/>
          </a:p>
          <a:p xmlns:a="http://schemas.openxmlformats.org/drawingml/2006/main">
            <a:r>
              <a:t>・若年層の問題について</a:t>
            </a:r>
            <a:endParaRPr/>
          </a:p>
          <a:p xmlns:a="http://schemas.openxmlformats.org/drawingml/2006/main">
            <a:r>
              <a:t>・他社でも同様の傾向であること</a:t>
            </a:r>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ここは軽くまとめるだけ</a:t>
            </a:r>
            <a:br/>
            <a:r>
              <a:t>原因分析は、１点目について行うことをのべる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出典：Notion Step8（2026-09-19更新）</a:t>
            </a:r>
          </a:p>
          <a:p xmlns:a="http://schemas.openxmlformats.org/drawingml/2006/main">
            <a:r>
              <a:t>https://app.notion.com/p/3db161f28097803598a0c827bcd2ed2f</a:t>
            </a:r>
          </a:p>
          <a:p xmlns:a="http://schemas.openxmlformats.org/drawingml/2006/main">
            <a:r>
              <a:t>話すポイント：購買記録数を広がりと深さに分ける。若年層と中高年層の差の66.9%が購入経験者の割合による。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出典：Notion Step9（2026-09-19更新）</a:t>
            </a:r>
          </a:p>
          <a:p xmlns:a="http://schemas.openxmlformats.org/drawingml/2006/main">
            <a:r>
              <a:t>https://app.notion.com/p/3dc161f2809780528d9ddb62f53de36a</a:t>
            </a:r>
          </a:p>
          <a:p xmlns:a="http://schemas.openxmlformats.org/drawingml/2006/main">
            <a:r>
              <a:t>購入経験群と購入未経験群は、セブン利用日数と人数を揃えて比較。</a:t>
            </a:r>
          </a:p>
          <a:p xmlns:a="http://schemas.openxmlformats.org/drawingml/2006/main">
            <a:r>
              <a:t>若年層：購入経験群の食事補完型割合85.0%、購入未経験群90.4%、差5.4pt。</a:t>
            </a:r>
          </a:p>
          <a:p xmlns:a="http://schemas.openxmlformats.org/drawingml/2006/main">
            <a:r>
              <a:t>セブンの栄養バランス対応商品：食事完結型66.7%、食事補完型33.3%。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出典：Notion Step10（2026-09-20更新）</a:t>
            </a:r>
          </a:p>
          <a:p xmlns:a="http://schemas.openxmlformats.org/drawingml/2006/main">
            <a:r>
              <a:t>https://app.notion.com/p/3e0161f28097806a8e42f5d04462ad38</a:t>
            </a:r>
          </a:p>
          <a:p xmlns:a="http://schemas.openxmlformats.org/drawingml/2006/main">
            <a:r>
              <a:t>提案：低実績の食事完結型3商品を、若年層向け食事補完型新商品3商品へ置換。</a:t>
            </a:r>
          </a:p>
          <a:p xmlns:a="http://schemas.openxmlformats.org/drawingml/2006/main">
            <a:r>
              <a:t>3商品ケース：平均購買記録数0.831→1.424、現状比+71.3%、ローソンとの差21.1%縮小、1年間簡易収支+15万円。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1ffa28e15f4f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a0a5c981a54a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b9a03ee44e146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be70df385f4a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35d3b87f064e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353ca462b9498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3ae98322b5645d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cddb8aa3a449b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9f1f907747d408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41a5dccc9264f6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bf03fb459144f8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5df87f2b94c24a9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34b89088af4d4d6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d2cf04f97cb14252"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bdd100382c32450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d6044c4a8e464345"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438f7fa717cc4559"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5d36ac8716e04ce0"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a4975d228259452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fd01b9c9c4504a6b"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462c67574b974f0f"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7d359476d93146a6"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acd1b3225c604352"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4dd40a0e20d44adb"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16e90600d1c94f4f"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69a345197c734057"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a2e918b859e843f7"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7d9abfff3ead4d92"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2c8bdc5c11914775"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2.xml" Id="R9340a2f0de1c4662"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2.xml" Id="Rc00c760049b04349"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2.xml" Id="Rf4b122199bb34508"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xml" Id="Rdf2a5796088e44a9"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3.xml" Id="R02f0d7880e3348f9"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3.xml" Id="R53051e2ebcad46b1"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3.xml" Id="R5029f80d04d742a5"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3.xml" Id="Rcc842f535be644d0"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3.xml" Id="R661869b97fb240e8"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3.xml" Id="R3e25c402c94d4ece"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3.xml" Id="Reed95cb8a73248a2"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3.xml" Id="Raea5da9a7d314245"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3.xml" Id="R064f46dabb9545f6"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3.xml" Id="Re12653de152e4393"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3.xml" Id="R78472208c5ae494e"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3.xml" Id="R119e24b2414b46eb"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3.xml" Id="Rddab7c85c1c3454b"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3.xml" Id="R28594b80a1d245bd"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3.xml" Id="R0b285ada06ed411e"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3.xml" Id="R8f258222e73a42a9"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3.xml" Id="R97139fea99bf4432"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3.xml" Id="R32ef08ee64db435e"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3.xml" Id="R3ce6823adefd49ce"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3.xml" Id="Rfeb501c62fc942ba"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3.xml" Id="R2a86029a19ac4ec9"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3.xml" Id="R98842d5ab90c44ef"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4.xml" Id="Rcfb5f0a705c149c9"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4.xml" Id="R13e6caf6a95b44b6"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4.xml" Id="R41686fbc18ec46a3"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4.xml" Id="R1dec6e235b7c4df9"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4.xml" Id="R21367a86c3b44116"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4.xml" Id="R10123cbf32f44c35"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4.xml" Id="R1c6596d12baf4c2e"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4.xml" Id="R9887e08da0a54ffb"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4.xml" Id="R8e1903b89d6a472b"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4.xml" Id="R40fba6cc181c490e"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4.xml" Id="R0a2774b65cc24fb1"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4.xml" Id="Rb3cd88614e424082"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4.xml" Id="Raf91646e53cd401c"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4.xml" Id="Rc41b15ac1d4e45fd"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4.xml" Id="R5b057385811c41e3"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4.xml" Id="R63e9dd692e284d06"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4.xml" Id="R7430985ec4f540a6" /></Relationships>
</file>

<file path=ppt/slideLayouts/_rels/slideLayout73.xml.rels>&#65279;<?xml version="1.0" encoding="utf-8"?><Relationships xmlns="http://schemas.openxmlformats.org/package/2006/relationships"><Relationship Type="http://schemas.openxmlformats.org/officeDocument/2006/relationships/slideMaster" Target="/ppt/slideMasters/slideMaster4.xml" Id="R60754dedaed44944" /></Relationships>
</file>

<file path=ppt/slideLayouts/_rels/slideLayout74.xml.rels>&#65279;<?xml version="1.0" encoding="utf-8"?><Relationships xmlns="http://schemas.openxmlformats.org/package/2006/relationships"><Relationship Type="http://schemas.openxmlformats.org/officeDocument/2006/relationships/slideMaster" Target="/ppt/slideMasters/slideMaster4.xml" Id="Rb2412b3d9951405b"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4.xml" Id="R79b8a84d303f417c" /></Relationships>
</file>

<file path=ppt/slideLayouts/_rels/slideLayout76.xml.rels>&#65279;<?xml version="1.0" encoding="utf-8"?><Relationships xmlns="http://schemas.openxmlformats.org/package/2006/relationships"><Relationship Type="http://schemas.openxmlformats.org/officeDocument/2006/relationships/slideMaster" Target="/ppt/slideMasters/slideMaster4.xml" Id="R941ba921b4a841da" /></Relationships>
</file>

<file path=ppt/slideLayouts/_rels/slideLayout77.xml.rels>&#65279;<?xml version="1.0" encoding="utf-8"?><Relationships xmlns="http://schemas.openxmlformats.org/package/2006/relationships"><Relationship Type="http://schemas.openxmlformats.org/officeDocument/2006/relationships/slideMaster" Target="/ppt/slideMasters/slideMaster4.xml" Id="R4110757e627a4408" /></Relationships>
</file>

<file path=ppt/slideLayouts/_rels/slideLayout78.xml.rels>&#65279;<?xml version="1.0" encoding="utf-8"?><Relationships xmlns="http://schemas.openxmlformats.org/package/2006/relationships"><Relationship Type="http://schemas.openxmlformats.org/officeDocument/2006/relationships/slideMaster" Target="/ppt/slideMasters/slideMaster4.xml" Id="R59248e64a4714e34" /></Relationships>
</file>

<file path=ppt/slideLayouts/_rels/slideLayout79.xml.rels>&#65279;<?xml version="1.0" encoding="utf-8"?><Relationships xmlns="http://schemas.openxmlformats.org/package/2006/relationships"><Relationship Type="http://schemas.openxmlformats.org/officeDocument/2006/relationships/slideMaster" Target="/ppt/slideMasters/slideMaster4.xml" Id="R2ad50b66c86041a6" /></Relationships>
</file>

<file path=ppt/slideLayouts/_rels/slideLayout80.xml.rels>&#65279;<?xml version="1.0" encoding="utf-8"?><Relationships xmlns="http://schemas.openxmlformats.org/package/2006/relationships"><Relationship Type="http://schemas.openxmlformats.org/officeDocument/2006/relationships/slideMaster" Target="/ppt/slideMasters/slideMaster4.xml" Id="R9eba4d30386d498d" /></Relationships>
</file>

<file path=ppt/slideLayouts/_rels/slideLayout81.xml.rels>&#65279;<?xml version="1.0" encoding="utf-8"?><Relationships xmlns="http://schemas.openxmlformats.org/package/2006/relationships"><Relationship Type="http://schemas.openxmlformats.org/officeDocument/2006/relationships/slideMaster" Target="/ppt/slideMasters/slideMaster4.xml" Id="R8fd66350fc08437c" /></Relationships>
</file>

<file path=ppt/slideLayouts/_rels/slideLayout82.xml.rels>&#65279;<?xml version="1.0" encoding="utf-8"?><Relationships xmlns="http://schemas.openxmlformats.org/package/2006/relationships"><Relationship Type="http://schemas.openxmlformats.org/officeDocument/2006/relationships/slideMaster" Target="/ppt/slideMasters/slideMaster4.xml" Id="R96a061676fee4c00" /></Relationships>
</file>

<file path=ppt/slideLayouts/_rels/slideLayout83.xml.rels>&#65279;<?xml version="1.0" encoding="utf-8"?><Relationships xmlns="http://schemas.openxmlformats.org/package/2006/relationships"><Relationship Type="http://schemas.openxmlformats.org/officeDocument/2006/relationships/slideMaster" Target="/ppt/slideMasters/slideMaster4.xml" Id="Re7069438b23b4c01" /></Relationships>
</file>

<file path=ppt/slideLayouts/_rels/slideLayout84.xml.rels>&#65279;<?xml version="1.0" encoding="utf-8"?><Relationships xmlns="http://schemas.openxmlformats.org/package/2006/relationships"><Relationship Type="http://schemas.openxmlformats.org/officeDocument/2006/relationships/slideMaster" Target="/ppt/slideMasters/slideMaster4.xml" Id="R67e0a80bb2274804" /></Relationships>
</file>

<file path=ppt/slideLayouts/_rels/slideLayout85.xml.rels>&#65279;<?xml version="1.0" encoding="utf-8"?><Relationships xmlns="http://schemas.openxmlformats.org/package/2006/relationships"><Relationship Type="http://schemas.openxmlformats.org/officeDocument/2006/relationships/slideMaster" Target="/ppt/slideMasters/slideMaster4.xml" Id="Ra026e13e4612490c" /></Relationships>
</file>

<file path=ppt/slideLayouts/_rels/slideLayout86.xml.rels>&#65279;<?xml version="1.0" encoding="utf-8"?><Relationships xmlns="http://schemas.openxmlformats.org/package/2006/relationships"><Relationship Type="http://schemas.openxmlformats.org/officeDocument/2006/relationships/slideMaster" Target="/ppt/slideMasters/slideMaster4.xml" Id="R07bbcdbd075c49dc" /></Relationships>
</file>

<file path=ppt/slideLayouts/_rels/slideLayout87.xml.rels>&#65279;<?xml version="1.0" encoding="utf-8"?><Relationships xmlns="http://schemas.openxmlformats.org/package/2006/relationships"><Relationship Type="http://schemas.openxmlformats.org/officeDocument/2006/relationships/slideMaster" Target="/ppt/slideMasters/slideMaster4.xml" Id="R2db9b5f903224be1" /></Relationships>
</file>

<file path=ppt/slideLayouts/_rels/slideLayout88.xml.rels>&#65279;<?xml version="1.0" encoding="utf-8"?><Relationships xmlns="http://schemas.openxmlformats.org/package/2006/relationships"><Relationship Type="http://schemas.openxmlformats.org/officeDocument/2006/relationships/slideMaster" Target="/ppt/slideMasters/slideMaster4.xml" Id="Rf8f799515a2743bd" /></Relationships>
</file>

<file path=ppt/slideLayouts/slideLayout1.xml><?xml version="1.0" encoding="utf-8"?>
<p:sldLayout xmlns:p="http://schemas.openxmlformats.org/presentationml/2006/main" type="title" preserve="1">
  <p:cSld name="タイトル スライド">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A0DF7731-B737-AB50-431C-013C49243C4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マスター タイトルの書式設定</a:t>
            </a:r>
          </a:p>
        </p:txBody>
      </p:sp>
      <p:sp>
        <p:nvSpPr>
          <p:cNvPr id="3" name="字幕 2">
            <a:extLst xmlns:a="http://schemas.openxmlformats.org/drawingml/2006/main">
              <a:ext uri="{FF2B5EF4-FFF2-40B4-BE49-F238E27FC236}">
                <a16:creationId xmlns:a16="http://schemas.microsoft.com/office/drawing/2014/main" id="{700063AC-E753-D3A1-3177-3160B560CBC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マスター サブタイトルの書式設定</a:t>
            </a:r>
          </a:p>
        </p:txBody>
      </p:sp>
      <p:sp>
        <p:nvSpPr>
          <p:cNvPr id="4" name="日付プレースホルダー 3">
            <a:extLst xmlns:a="http://schemas.openxmlformats.org/drawingml/2006/main">
              <a:ext uri="{FF2B5EF4-FFF2-40B4-BE49-F238E27FC236}">
                <a16:creationId xmlns:a16="http://schemas.microsoft.com/office/drawing/2014/main" id="{169C444C-9145-AEF8-2760-2CAD9E77A4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80953E35-B84A-96E4-5EC7-722B65AE9D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C4A75D73-8DDB-43EA-2922-963A35ED8C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2.xml><?xml version="1.0" encoding="utf-8"?>
<p:sldLayout xmlns:p="http://schemas.openxmlformats.org/presentationml/2006/main" preserve="1" userDrawn="1">
  <p:cSld name="タイトルとコンテンツ">
    <p:bg>
      <p:bgPr>
        <a:solidFill xmlns:a="http://schemas.openxmlformats.org/drawingml/2006/main">
          <a:schemeClr val="accent1">
            <a:lumMod val="20000"/>
            <a:lumOff val="80000"/>
          </a:schemeClr>
        </a:solidFill>
      </p:bgPr>
    </p:bg>
    <p:spTree>
      <p:nvGrpSpPr>
        <p:cNvPr id="1" name=""/>
        <p:cNvGrpSpPr/>
        <p:nvPr/>
      </p:nvGrpSpPr>
      <p:grpSpPr>
        <a:xfrm xmlns:a="http://schemas.openxmlformats.org/drawingml/2006/main"/>
      </p:grpSpPr>
      <p:sp>
        <p:nvSpPr>
          <p:cNvPr id="6" name="スライド番号プレースホルダー 5">
            <a:extLst xmlns:a="http://schemas.openxmlformats.org/drawingml/2006/main">
              <a:ext uri="{FF2B5EF4-FFF2-40B4-BE49-F238E27FC236}">
                <a16:creationId xmlns:a16="http://schemas.microsoft.com/office/drawing/2014/main" id="{02C6F089-7B56-5104-FA6E-0A9DF0B15324}"/>
              </a:ext>
            </a:extLst>
          </p:cNvPr>
          <p:cNvSpPr>
            <a:spLocks xmlns:a="http://schemas.openxmlformats.org/drawingml/2006/main" noGrp="1"/>
          </p:cNvSpPr>
          <p:nvPr>
            <p:ph type="sldNum" idx="12"/>
          </p:nvPr>
        </p:nvSpPr>
        <p:spPr>
          <a:xfrm xmlns:a="http://schemas.openxmlformats.org/drawingml/2006/main">
            <a:off x="9138920" y="6392927"/>
            <a:ext cx="2743200" cy="365125"/>
          </a:xfrm>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3.xml><?xml version="1.0" encoding="utf-8"?>
<p:sldLayout xmlns:p="http://schemas.openxmlformats.org/presentationml/2006/main" type="secHead" preserve="1">
  <p:cSld name="セクション見出し">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22A5B8FF-C52A-87DC-4453-2013D8A58437}"/>
              </a:ext>
            </a:extLst>
          </p:cNvPr>
          <p:cNvSpPr>
            <a:spLocks xmlns:a="http://schemas.openxmlformats.org/drawingml/2006/main" noGrp="1"/>
          </p:cNvSpPr>
          <p:nvPr>
            <p:ph type="title" idx="0"/>
          </p:nvPr>
        </p:nvSpPr>
        <p:spPr>
          <a:xfrm xmlns:a="http://schemas.openxmlformats.org/drawingml/2006/main">
            <a:off x="831851"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CDEE0C91-551D-054A-BC0B-72C63F5C8916}"/>
              </a:ext>
            </a:extLst>
          </p:cNvPr>
          <p:cNvSpPr>
            <a:spLocks xmlns:a="http://schemas.openxmlformats.org/drawingml/2006/main" noGrp="1"/>
          </p:cNvSpPr>
          <p:nvPr>
            <p:ph type="body" idx="1"/>
          </p:nvPr>
        </p:nvSpPr>
        <p:spPr>
          <a:xfrm xmlns:a="http://schemas.openxmlformats.org/drawingml/2006/main">
            <a:off x="831851" y="4589464"/>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マスター テキストの書式設定</a:t>
            </a:r>
          </a:p>
        </p:txBody>
      </p:sp>
      <p:sp>
        <p:nvSpPr>
          <p:cNvPr id="4" name="日付プレースホルダー 3">
            <a:extLst xmlns:a="http://schemas.openxmlformats.org/drawingml/2006/main">
              <a:ext uri="{FF2B5EF4-FFF2-40B4-BE49-F238E27FC236}">
                <a16:creationId xmlns:a16="http://schemas.microsoft.com/office/drawing/2014/main" id="{C5EDF259-14AC-D217-9596-EB1E4DB80C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E12904D6-6AE3-2464-5729-36CF711B09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9FF04059-5FA0-9496-DCFD-580C381F16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4.xml><?xml version="1.0" encoding="utf-8"?>
<p:sldLayout xmlns:p="http://schemas.openxmlformats.org/presentationml/2006/main" type="twoObj" preserve="1">
  <p:cSld name="2 つ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7916E1A1-3C86-7914-FCC7-B97D0D85B6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E2357258-BD9E-8164-E9B7-6CCF589F08A3}"/>
              </a:ext>
            </a:extLst>
          </p:cNvPr>
          <p:cNvSpPr>
            <a:spLocks xmlns:a="http://schemas.openxmlformats.org/drawingml/2006/main" noGrp="1"/>
          </p:cNvSpPr>
          <p:nvPr>
            <p:ph idx="1"/>
          </p:nvPr>
        </p:nvSpPr>
        <p:spPr>
          <a:xfrm xmlns:a="http://schemas.openxmlformats.org/drawingml/2006/main">
            <a:off x="838200" y="1825625"/>
            <a:ext cx="51562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コンテンツ プレースホルダー 3">
            <a:extLst xmlns:a="http://schemas.openxmlformats.org/drawingml/2006/main">
              <a:ext uri="{FF2B5EF4-FFF2-40B4-BE49-F238E27FC236}">
                <a16:creationId xmlns:a16="http://schemas.microsoft.com/office/drawing/2014/main" id="{75106957-22B4-013A-DDB3-B3656E6A443F}"/>
              </a:ext>
            </a:extLst>
          </p:cNvPr>
          <p:cNvSpPr>
            <a:spLocks xmlns:a="http://schemas.openxmlformats.org/drawingml/2006/main" noGrp="1"/>
          </p:cNvSpPr>
          <p:nvPr>
            <p:ph idx="2"/>
          </p:nvPr>
        </p:nvSpPr>
        <p:spPr>
          <a:xfrm xmlns:a="http://schemas.openxmlformats.org/drawingml/2006/main">
            <a:off x="6197600" y="1825625"/>
            <a:ext cx="51562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日付プレースホルダー 4">
            <a:extLst xmlns:a="http://schemas.openxmlformats.org/drawingml/2006/main">
              <a:ext uri="{FF2B5EF4-FFF2-40B4-BE49-F238E27FC236}">
                <a16:creationId xmlns:a16="http://schemas.microsoft.com/office/drawing/2014/main" id="{C011F8D8-2EED-C061-3177-7A4124904F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0B79D0F9-BC04-B621-BBEC-284F0421A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43B17BC0-BD7B-3BFB-E521-7433B8952B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5.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C2DDE40B-2378-BBD6-E7E2-1D76CAE0CAB1}"/>
              </a:ext>
            </a:extLst>
          </p:cNvPr>
          <p:cNvSpPr>
            <a:spLocks xmlns:a="http://schemas.openxmlformats.org/drawingml/2006/main" noGrp="1"/>
          </p:cNvSpPr>
          <p:nvPr>
            <p:ph type="title" idx="0"/>
          </p:nvPr>
        </p:nvSpPr>
        <p:spPr>
          <a:xfrm xmlns:a="http://schemas.openxmlformats.org/drawingml/2006/main">
            <a:off x="840317" y="365126"/>
            <a:ext cx="10515600" cy="1325563"/>
          </a:xfrm>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0E6BC995-C356-EBB6-9773-008CD6C731C7}"/>
              </a:ext>
            </a:extLst>
          </p:cNvPr>
          <p:cNvSpPr>
            <a:spLocks xmlns:a="http://schemas.openxmlformats.org/drawingml/2006/main" noGrp="1"/>
          </p:cNvSpPr>
          <p:nvPr>
            <p:ph type="body" idx="1"/>
          </p:nvPr>
        </p:nvSpPr>
        <p:spPr>
          <a:xfrm xmlns:a="http://schemas.openxmlformats.org/drawingml/2006/main">
            <a:off x="840318" y="1681163"/>
            <a:ext cx="5158316"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4" name="コンテンツ プレースホルダー 3">
            <a:extLst xmlns:a="http://schemas.openxmlformats.org/drawingml/2006/main">
              <a:ext uri="{FF2B5EF4-FFF2-40B4-BE49-F238E27FC236}">
                <a16:creationId xmlns:a16="http://schemas.microsoft.com/office/drawing/2014/main" id="{84FAE0AD-7437-05C4-63A4-FFDE37F8DF3B}"/>
              </a:ext>
            </a:extLst>
          </p:cNvPr>
          <p:cNvSpPr>
            <a:spLocks xmlns:a="http://schemas.openxmlformats.org/drawingml/2006/main" noGrp="1"/>
          </p:cNvSpPr>
          <p:nvPr>
            <p:ph idx="2"/>
          </p:nvPr>
        </p:nvSpPr>
        <p:spPr>
          <a:xfrm xmlns:a="http://schemas.openxmlformats.org/drawingml/2006/main">
            <a:off x="840318" y="2505075"/>
            <a:ext cx="5158316"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テキスト プレースホルダー 4">
            <a:extLst xmlns:a="http://schemas.openxmlformats.org/drawingml/2006/main">
              <a:ext uri="{FF2B5EF4-FFF2-40B4-BE49-F238E27FC236}">
                <a16:creationId xmlns:a16="http://schemas.microsoft.com/office/drawing/2014/main" id="{BE1A57AD-7667-E57A-204B-39F49CFD36C4}"/>
              </a:ext>
            </a:extLst>
          </p:cNvPr>
          <p:cNvSpPr>
            <a:spLocks xmlns:a="http://schemas.openxmlformats.org/drawingml/2006/main" noGrp="1"/>
          </p:cNvSpPr>
          <p:nvPr>
            <p:ph type="body" idx="3"/>
          </p:nvPr>
        </p:nvSpPr>
        <p:spPr>
          <a:xfrm xmlns:a="http://schemas.openxmlformats.org/drawingml/2006/main">
            <a:off x="6172200" y="1681163"/>
            <a:ext cx="518371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6" name="コンテンツ プレースホルダー 5">
            <a:extLst xmlns:a="http://schemas.openxmlformats.org/drawingml/2006/main">
              <a:ext uri="{FF2B5EF4-FFF2-40B4-BE49-F238E27FC236}">
                <a16:creationId xmlns:a16="http://schemas.microsoft.com/office/drawing/2014/main" id="{85B3BA91-9C0F-3B34-07AD-07E4B3F78E8C}"/>
              </a:ext>
            </a:extLst>
          </p:cNvPr>
          <p:cNvSpPr>
            <a:spLocks xmlns:a="http://schemas.openxmlformats.org/drawingml/2006/main" noGrp="1"/>
          </p:cNvSpPr>
          <p:nvPr>
            <p:ph idx="4"/>
          </p:nvPr>
        </p:nvSpPr>
        <p:spPr>
          <a:xfrm xmlns:a="http://schemas.openxmlformats.org/drawingml/2006/main">
            <a:off x="6172200" y="2505075"/>
            <a:ext cx="5183717"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7" name="日付プレースホルダー 6">
            <a:extLst xmlns:a="http://schemas.openxmlformats.org/drawingml/2006/main">
              <a:ext uri="{FF2B5EF4-FFF2-40B4-BE49-F238E27FC236}">
                <a16:creationId xmlns:a16="http://schemas.microsoft.com/office/drawing/2014/main" id="{466BECDF-B53D-96EC-E6EA-DF5236677C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8" name="フッター プレースホルダー 7">
            <a:extLst xmlns:a="http://schemas.openxmlformats.org/drawingml/2006/main">
              <a:ext uri="{FF2B5EF4-FFF2-40B4-BE49-F238E27FC236}">
                <a16:creationId xmlns:a16="http://schemas.microsoft.com/office/drawing/2014/main" id="{D2E5EA20-570F-95AB-1EF0-E2D57F59E5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スライド番号プレースホルダー 8">
            <a:extLst xmlns:a="http://schemas.openxmlformats.org/drawingml/2006/main">
              <a:ext uri="{FF2B5EF4-FFF2-40B4-BE49-F238E27FC236}">
                <a16:creationId xmlns:a16="http://schemas.microsoft.com/office/drawing/2014/main" id="{01F713E6-5C1F-DA47-80C8-CE4AEA6DC3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xml><?xml version="1.0" encoding="utf-8"?>
<p:sldLayout xmlns:p="http://schemas.openxmlformats.org/presentationml/2006/main" type="titleOnly" preserve="1">
  <p:cSld name="タイトルのみ">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7FDCA319-3E27-9205-605F-5133FD4D6D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日付プレースホルダー 2">
            <a:extLst xmlns:a="http://schemas.openxmlformats.org/drawingml/2006/main">
              <a:ext uri="{FF2B5EF4-FFF2-40B4-BE49-F238E27FC236}">
                <a16:creationId xmlns:a16="http://schemas.microsoft.com/office/drawing/2014/main" id="{CCF4EE53-AB21-5DBF-AB60-B150FF75B9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4" name="フッター プレースホルダー 3">
            <a:extLst xmlns:a="http://schemas.openxmlformats.org/drawingml/2006/main">
              <a:ext uri="{FF2B5EF4-FFF2-40B4-BE49-F238E27FC236}">
                <a16:creationId xmlns:a16="http://schemas.microsoft.com/office/drawing/2014/main" id="{C65A3E87-F4C2-6ED6-C93E-766512B49F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スライド番号プレースホルダー 4">
            <a:extLst xmlns:a="http://schemas.openxmlformats.org/drawingml/2006/main">
              <a:ext uri="{FF2B5EF4-FFF2-40B4-BE49-F238E27FC236}">
                <a16:creationId xmlns:a16="http://schemas.microsoft.com/office/drawing/2014/main" id="{B037B27D-4B3A-F326-F237-D95DE16DE4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7.xml><?xml version="1.0" encoding="utf-8"?>
<p:sldLayout xmlns:p="http://schemas.openxmlformats.org/presentationml/2006/main" type="blank" preserve="1">
  <p:cSld name="白紙">
    <p:spTree>
      <p:nvGrpSpPr>
        <p:cNvPr id="1" name=""/>
        <p:cNvGrpSpPr/>
        <p:nvPr/>
      </p:nvGrpSpPr>
      <p:grpSpPr>
        <a:xfrm xmlns:a="http://schemas.openxmlformats.org/drawingml/2006/main"/>
      </p:grpSpPr>
      <p:sp>
        <p:nvSpPr>
          <p:cNvPr id="2" name="日付プレースホルダー 1">
            <a:extLst xmlns:a="http://schemas.openxmlformats.org/drawingml/2006/main">
              <a:ext uri="{FF2B5EF4-FFF2-40B4-BE49-F238E27FC236}">
                <a16:creationId xmlns:a16="http://schemas.microsoft.com/office/drawing/2014/main" id="{ADFCE4D8-0799-868C-5DB9-2689C58CFB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3" name="フッター プレースホルダー 2">
            <a:extLst xmlns:a="http://schemas.openxmlformats.org/drawingml/2006/main">
              <a:ext uri="{FF2B5EF4-FFF2-40B4-BE49-F238E27FC236}">
                <a16:creationId xmlns:a16="http://schemas.microsoft.com/office/drawing/2014/main" id="{A68C0F0C-52C7-8F94-8BAD-F6BAE3ADA2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スライド番号プレースホルダー 3">
            <a:extLst xmlns:a="http://schemas.openxmlformats.org/drawingml/2006/main">
              <a:ext uri="{FF2B5EF4-FFF2-40B4-BE49-F238E27FC236}">
                <a16:creationId xmlns:a16="http://schemas.microsoft.com/office/drawing/2014/main" id="{22F3E755-C006-336B-BCD1-3EF1D190C3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8.xml><?xml version="1.0" encoding="utf-8"?>
<p:sldLayout xmlns:p="http://schemas.openxmlformats.org/presentationml/2006/main" type="objTx" preserve="1">
  <p:cSld name="タイトル付き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8ED2D1A-F45E-95ED-6FF0-7DFC98BB7CB8}"/>
              </a:ext>
            </a:extLst>
          </p:cNvPr>
          <p:cNvSpPr>
            <a:spLocks xmlns:a="http://schemas.openxmlformats.org/drawingml/2006/main" noGrp="1"/>
          </p:cNvSpPr>
          <p:nvPr>
            <p:ph type="title" idx="0"/>
          </p:nvPr>
        </p:nvSpPr>
        <p:spPr>
          <a:xfrm xmlns:a="http://schemas.openxmlformats.org/drawingml/2006/main">
            <a:off x="840318" y="457200"/>
            <a:ext cx="393276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4B291651-C908-1A5F-5337-D0D9CF7220CE}"/>
              </a:ext>
            </a:extLst>
          </p:cNvPr>
          <p:cNvSpPr>
            <a:spLocks xmlns:a="http://schemas.openxmlformats.org/drawingml/2006/main" noGrp="1"/>
          </p:cNvSpPr>
          <p:nvPr>
            <p:ph idx="1"/>
          </p:nvPr>
        </p:nvSpPr>
        <p:spPr>
          <a:xfrm xmlns:a="http://schemas.openxmlformats.org/drawingml/2006/main">
            <a:off x="5183717" y="987426"/>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テキスト プレースホルダー 3">
            <a:extLst xmlns:a="http://schemas.openxmlformats.org/drawingml/2006/main">
              <a:ext uri="{FF2B5EF4-FFF2-40B4-BE49-F238E27FC236}">
                <a16:creationId xmlns:a16="http://schemas.microsoft.com/office/drawing/2014/main" id="{B861E146-28C7-8935-EFE2-A709D64A3D24}"/>
              </a:ext>
            </a:extLst>
          </p:cNvPr>
          <p:cNvSpPr>
            <a:spLocks xmlns:a="http://schemas.openxmlformats.org/drawingml/2006/main" noGrp="1"/>
          </p:cNvSpPr>
          <p:nvPr>
            <p:ph type="body" idx="2"/>
          </p:nvPr>
        </p:nvSpPr>
        <p:spPr>
          <a:xfrm xmlns:a="http://schemas.openxmlformats.org/drawingml/2006/main">
            <a:off x="840318" y="2057400"/>
            <a:ext cx="393276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9ED42F14-B997-38AC-E29F-17DFD7832E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6508F590-2176-F393-E82A-1A76F0D5EE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666AB1AF-88D6-8A76-70AE-2DC3508FEA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9.xml><?xml version="1.0" encoding="utf-8"?>
<p:sldLayout xmlns:p="http://schemas.openxmlformats.org/presentationml/2006/main" type="picTx" preserve="1">
  <p:cSld name="タイトル付きの図">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89789B2A-1E1F-468D-4DBE-A9272BE10E1B}"/>
              </a:ext>
            </a:extLst>
          </p:cNvPr>
          <p:cNvSpPr>
            <a:spLocks xmlns:a="http://schemas.openxmlformats.org/drawingml/2006/main" noGrp="1"/>
          </p:cNvSpPr>
          <p:nvPr>
            <p:ph type="title" idx="0"/>
          </p:nvPr>
        </p:nvSpPr>
        <p:spPr>
          <a:xfrm xmlns:a="http://schemas.openxmlformats.org/drawingml/2006/main">
            <a:off x="840318" y="457200"/>
            <a:ext cx="393276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図プレースホルダー 2">
            <a:extLst xmlns:a="http://schemas.openxmlformats.org/drawingml/2006/main">
              <a:ext uri="{FF2B5EF4-FFF2-40B4-BE49-F238E27FC236}">
                <a16:creationId xmlns:a16="http://schemas.microsoft.com/office/drawing/2014/main" id="{1AC77D39-F1AC-2C27-943A-1530EA270A2F}"/>
              </a:ext>
            </a:extLst>
          </p:cNvPr>
          <p:cNvSpPr>
            <a:spLocks xmlns:a="http://schemas.openxmlformats.org/drawingml/2006/main" noGrp="1"/>
          </p:cNvSpPr>
          <p:nvPr>
            <p:ph type="pic" idx="1"/>
          </p:nvPr>
        </p:nvSpPr>
        <p:spPr>
          <a:xfrm xmlns:a="http://schemas.openxmlformats.org/drawingml/2006/main">
            <a:off x="5183717" y="987426"/>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テキスト プレースホルダー 3">
            <a:extLst xmlns:a="http://schemas.openxmlformats.org/drawingml/2006/main">
              <a:ext uri="{FF2B5EF4-FFF2-40B4-BE49-F238E27FC236}">
                <a16:creationId xmlns:a16="http://schemas.microsoft.com/office/drawing/2014/main" id="{DB889370-E7A6-8E16-EF2F-5245D21F7142}"/>
              </a:ext>
            </a:extLst>
          </p:cNvPr>
          <p:cNvSpPr>
            <a:spLocks xmlns:a="http://schemas.openxmlformats.org/drawingml/2006/main" noGrp="1"/>
          </p:cNvSpPr>
          <p:nvPr>
            <p:ph type="body" idx="2"/>
          </p:nvPr>
        </p:nvSpPr>
        <p:spPr>
          <a:xfrm xmlns:a="http://schemas.openxmlformats.org/drawingml/2006/main">
            <a:off x="840318" y="2057400"/>
            <a:ext cx="393276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747508FE-26EC-A20F-E4C8-21CB6EBF76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8DC61B62-1992-654C-464A-D33CBCBBB1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8EA4E8CD-B961-E819-DA60-9F530B7D0D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0.xml><?xml version="1.0" encoding="utf-8"?>
<p:sldLayout xmlns:p="http://schemas.openxmlformats.org/presentationml/2006/main" type="vertTx" preserve="1">
  <p:cSld name="タイトルと縦書きテキスト">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081B74F3-C70C-1C3D-429E-900CD6EC39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3B3696FE-E4BB-BDC9-37BD-760D485CBFF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4C8129B2-9CA3-76E2-6E52-178579B561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991E3808-A48F-6976-E9E8-8665EC964C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DF184523-491F-37EA-1C3D-34B96363A7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1.xml><?xml version="1.0" encoding="utf-8"?>
<p:sldLayout xmlns:p="http://schemas.openxmlformats.org/presentationml/2006/main" type="vertTitleAndTx" preserve="1">
  <p:cSld name="縦書きタイトルと&#10;縦書きテキスト">
    <p:spTree>
      <p:nvGrpSpPr>
        <p:cNvPr id="1" name=""/>
        <p:cNvGrpSpPr/>
        <p:nvPr/>
      </p:nvGrpSpPr>
      <p:grpSpPr>
        <a:xfrm xmlns:a="http://schemas.openxmlformats.org/drawingml/2006/main"/>
      </p:grpSpPr>
      <p:sp>
        <p:nvSpPr>
          <p:cNvPr id="2" name="縦書きタイトル 1">
            <a:extLst xmlns:a="http://schemas.openxmlformats.org/drawingml/2006/main">
              <a:ext uri="{FF2B5EF4-FFF2-40B4-BE49-F238E27FC236}">
                <a16:creationId xmlns:a16="http://schemas.microsoft.com/office/drawing/2014/main" id="{66405960-1E6B-8982-C9D7-6881F4E18C7D}"/>
              </a:ext>
            </a:extLst>
          </p:cNvPr>
          <p:cNvSpPr>
            <a:spLocks xmlns:a="http://schemas.openxmlformats.org/drawingml/2006/main" noGrp="1"/>
          </p:cNvSpPr>
          <p:nvPr>
            <p:ph type="title" idx="0"/>
          </p:nvPr>
        </p:nvSpPr>
        <p:spPr>
          <a:xfrm xmlns:a="http://schemas.openxmlformats.org/drawingml/2006/main">
            <a:off x="8724901" y="365125"/>
            <a:ext cx="2628900" cy="5811838"/>
          </a:xfrm>
        </p:spPr>
        <p:txBody>
          <a:bodyPr xmlns:a="http://schemas.openxmlformats.org/drawingml/2006/main" vert="eaVert"/>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DCB00AB1-7C41-3ABC-3A17-0AEA5FEF63B4}"/>
              </a:ext>
            </a:extLst>
          </p:cNvPr>
          <p:cNvSpPr>
            <a:spLocks xmlns:a="http://schemas.openxmlformats.org/drawingml/2006/main" noGrp="1"/>
          </p:cNvSpPr>
          <p:nvPr>
            <p:ph type="body" idx="1"/>
          </p:nvPr>
        </p:nvSpPr>
        <p:spPr>
          <a:xfrm xmlns:a="http://schemas.openxmlformats.org/drawingml/2006/main">
            <a:off x="838201" y="365125"/>
            <a:ext cx="7683500" cy="5811838"/>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0F796527-0503-DA57-0512-8FB81FEEE4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A7340DB1-F2C6-6741-65D5-4E5EEA5935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4D183B32-7304-EDD4-8E5F-1C24CD729E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2.xml><?xml version="1.0" encoding="utf-8"?>
<p:sldLayout xmlns:p="http://schemas.openxmlformats.org/presentationml/2006/main" type="title" preserve="1">
  <p:cSld name="タイトル スライド">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A0DF7731-B737-AB50-431C-013C49243C4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4500"/>
            </a:lvl1pPr>
          </a:lstStyle>
          <a:p xmlns:a="http://schemas.openxmlformats.org/drawingml/2006/main">
            <a:r>
              <a:t>マスター タイトルの書式設定</a:t>
            </a:r>
          </a:p>
        </p:txBody>
      </p:sp>
      <p:sp>
        <p:nvSpPr>
          <p:cNvPr id="3" name="字幕 2">
            <a:extLst xmlns:a="http://schemas.openxmlformats.org/drawingml/2006/main">
              <a:ext uri="{FF2B5EF4-FFF2-40B4-BE49-F238E27FC236}">
                <a16:creationId xmlns:a16="http://schemas.microsoft.com/office/drawing/2014/main" id="{700063AC-E753-D3A1-3177-3160B560CBC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マスター サブタイトルの書式設定</a:t>
            </a:r>
          </a:p>
        </p:txBody>
      </p:sp>
      <p:sp>
        <p:nvSpPr>
          <p:cNvPr id="4" name="日付プレースホルダー 3">
            <a:extLst xmlns:a="http://schemas.openxmlformats.org/drawingml/2006/main">
              <a:ext uri="{FF2B5EF4-FFF2-40B4-BE49-F238E27FC236}">
                <a16:creationId xmlns:a16="http://schemas.microsoft.com/office/drawing/2014/main" id="{169C444C-9145-AEF8-2760-2CAD9E77A4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80953E35-B84A-96E4-5EC7-722B65AE9D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C4A75D73-8DDB-43EA-2922-963A35ED8C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3.xml><?xml version="1.0" encoding="utf-8"?>
<p:sldLayout xmlns:p="http://schemas.openxmlformats.org/presentationml/2006/main" preserve="1" userDrawn="1">
  <p:cSld name="タイトルとコンテンツ">
    <p:bg>
      <p:bgPr>
        <a:solidFill xmlns:a="http://schemas.openxmlformats.org/drawingml/2006/main">
          <a:schemeClr val="accent1">
            <a:lumMod val="20000"/>
            <a:lumOff val="80000"/>
          </a:schemeClr>
        </a:solidFill>
      </p:bgPr>
    </p:bg>
    <p:spTree>
      <p:nvGrpSpPr>
        <p:cNvPr id="1" name=""/>
        <p:cNvGrpSpPr/>
        <p:nvPr/>
      </p:nvGrpSpPr>
      <p:grpSpPr>
        <a:xfrm xmlns:a="http://schemas.openxmlformats.org/drawingml/2006/main"/>
      </p:grpSpPr>
      <p:sp>
        <p:nvSpPr>
          <p:cNvPr id="6" name="スライド番号プレースホルダー 5">
            <a:extLst xmlns:a="http://schemas.openxmlformats.org/drawingml/2006/main">
              <a:ext uri="{FF2B5EF4-FFF2-40B4-BE49-F238E27FC236}">
                <a16:creationId xmlns:a16="http://schemas.microsoft.com/office/drawing/2014/main" id="{02C6F089-7B56-5104-FA6E-0A9DF0B15324}"/>
              </a:ext>
            </a:extLst>
          </p:cNvPr>
          <p:cNvSpPr>
            <a:spLocks xmlns:a="http://schemas.openxmlformats.org/drawingml/2006/main" noGrp="1"/>
          </p:cNvSpPr>
          <p:nvPr>
            <p:ph type="sldNum" idx="12"/>
          </p:nvPr>
        </p:nvSpPr>
        <p:spPr>
          <a:xfrm xmlns:a="http://schemas.openxmlformats.org/drawingml/2006/main">
            <a:off x="9138920" y="6392929"/>
            <a:ext cx="2743200" cy="365125"/>
          </a:xfrm>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4.xml><?xml version="1.0" encoding="utf-8"?>
<p:sldLayout xmlns:p="http://schemas.openxmlformats.org/presentationml/2006/main" type="secHead" preserve="1">
  <p:cSld name="セクション見出し">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22A5B8FF-C52A-87DC-4453-2013D8A58437}"/>
              </a:ext>
            </a:extLst>
          </p:cNvPr>
          <p:cNvSpPr>
            <a:spLocks xmlns:a="http://schemas.openxmlformats.org/drawingml/2006/main" noGrp="1"/>
          </p:cNvSpPr>
          <p:nvPr>
            <p:ph type="title" idx="0"/>
          </p:nvPr>
        </p:nvSpPr>
        <p:spPr>
          <a:xfrm xmlns:a="http://schemas.openxmlformats.org/drawingml/2006/main">
            <a:off x="831851" y="1709741"/>
            <a:ext cx="10515600" cy="2852737"/>
          </a:xfrm>
        </p:spPr>
        <p:txBody>
          <a:bodyPr xmlns:a="http://schemas.openxmlformats.org/drawingml/2006/main" anchor="b"/>
          <a:lstStyle xmlns:a="http://schemas.openxmlformats.org/drawingml/2006/main">
            <a:lvl1pPr>
              <a:buNone/>
              <a:defRPr sz="4500"/>
            </a:lvl1pPr>
          </a:lstStyle>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CDEE0C91-551D-054A-BC0B-72C63F5C8916}"/>
              </a:ext>
            </a:extLst>
          </p:cNvPr>
          <p:cNvSpPr>
            <a:spLocks xmlns:a="http://schemas.openxmlformats.org/drawingml/2006/main" noGrp="1"/>
          </p:cNvSpPr>
          <p:nvPr>
            <p:ph type="body" idx="1"/>
          </p:nvPr>
        </p:nvSpPr>
        <p:spPr>
          <a:xfrm xmlns:a="http://schemas.openxmlformats.org/drawingml/2006/main">
            <a:off x="831851" y="4589466"/>
            <a:ext cx="10515600" cy="1500187"/>
          </a:xfrm>
        </p:spPr>
        <p:txBody>
          <a:bodyPr xmlns:a="http://schemas.openxmlformats.org/drawingml/2006/main"/>
          <a:lstStyle xmlns:a="http://schemas.openxmlformats.org/drawingml/2006/main">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マスター テキストの書式設定</a:t>
            </a:r>
          </a:p>
        </p:txBody>
      </p:sp>
      <p:sp>
        <p:nvSpPr>
          <p:cNvPr id="4" name="日付プレースホルダー 3">
            <a:extLst xmlns:a="http://schemas.openxmlformats.org/drawingml/2006/main">
              <a:ext uri="{FF2B5EF4-FFF2-40B4-BE49-F238E27FC236}">
                <a16:creationId xmlns:a16="http://schemas.microsoft.com/office/drawing/2014/main" id="{C5EDF259-14AC-D217-9596-EB1E4DB80C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E12904D6-6AE3-2464-5729-36CF711B09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9FF04059-5FA0-9496-DCFD-580C381F16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5.xml><?xml version="1.0" encoding="utf-8"?>
<p:sldLayout xmlns:p="http://schemas.openxmlformats.org/presentationml/2006/main" type="twoObj" preserve="1">
  <p:cSld name="2 つ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7916E1A1-3C86-7914-FCC7-B97D0D85B6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E2357258-BD9E-8164-E9B7-6CCF589F08A3}"/>
              </a:ext>
            </a:extLst>
          </p:cNvPr>
          <p:cNvSpPr>
            <a:spLocks xmlns:a="http://schemas.openxmlformats.org/drawingml/2006/main" noGrp="1"/>
          </p:cNvSpPr>
          <p:nvPr>
            <p:ph idx="1"/>
          </p:nvPr>
        </p:nvSpPr>
        <p:spPr>
          <a:xfrm xmlns:a="http://schemas.openxmlformats.org/drawingml/2006/main">
            <a:off x="838200" y="1825625"/>
            <a:ext cx="51562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コンテンツ プレースホルダー 3">
            <a:extLst xmlns:a="http://schemas.openxmlformats.org/drawingml/2006/main">
              <a:ext uri="{FF2B5EF4-FFF2-40B4-BE49-F238E27FC236}">
                <a16:creationId xmlns:a16="http://schemas.microsoft.com/office/drawing/2014/main" id="{75106957-22B4-013A-DDB3-B3656E6A443F}"/>
              </a:ext>
            </a:extLst>
          </p:cNvPr>
          <p:cNvSpPr>
            <a:spLocks xmlns:a="http://schemas.openxmlformats.org/drawingml/2006/main" noGrp="1"/>
          </p:cNvSpPr>
          <p:nvPr>
            <p:ph idx="2"/>
          </p:nvPr>
        </p:nvSpPr>
        <p:spPr>
          <a:xfrm xmlns:a="http://schemas.openxmlformats.org/drawingml/2006/main">
            <a:off x="6197600" y="1825625"/>
            <a:ext cx="51562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日付プレースホルダー 4">
            <a:extLst xmlns:a="http://schemas.openxmlformats.org/drawingml/2006/main">
              <a:ext uri="{FF2B5EF4-FFF2-40B4-BE49-F238E27FC236}">
                <a16:creationId xmlns:a16="http://schemas.microsoft.com/office/drawing/2014/main" id="{C011F8D8-2EED-C061-3177-7A4124904F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0B79D0F9-BC04-B621-BBEC-284F0421A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43B17BC0-BD7B-3BFB-E521-7433B8952B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6.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C2DDE40B-2378-BBD6-E7E2-1D76CAE0CAB1}"/>
              </a:ext>
            </a:extLst>
          </p:cNvPr>
          <p:cNvSpPr>
            <a:spLocks xmlns:a="http://schemas.openxmlformats.org/drawingml/2006/main" noGrp="1"/>
          </p:cNvSpPr>
          <p:nvPr>
            <p:ph type="title" idx="0"/>
          </p:nvPr>
        </p:nvSpPr>
        <p:spPr>
          <a:xfrm xmlns:a="http://schemas.openxmlformats.org/drawingml/2006/main">
            <a:off x="840317" y="365128"/>
            <a:ext cx="10515600" cy="1325563"/>
          </a:xfrm>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0E6BC995-C356-EBB6-9773-008CD6C731C7}"/>
              </a:ext>
            </a:extLst>
          </p:cNvPr>
          <p:cNvSpPr>
            <a:spLocks xmlns:a="http://schemas.openxmlformats.org/drawingml/2006/main" noGrp="1"/>
          </p:cNvSpPr>
          <p:nvPr>
            <p:ph type="body" idx="1"/>
          </p:nvPr>
        </p:nvSpPr>
        <p:spPr>
          <a:xfrm xmlns:a="http://schemas.openxmlformats.org/drawingml/2006/main">
            <a:off x="840319" y="1681163"/>
            <a:ext cx="5158316" cy="823912"/>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マスター テキストの書式設定</a:t>
            </a:r>
          </a:p>
        </p:txBody>
      </p:sp>
      <p:sp>
        <p:nvSpPr>
          <p:cNvPr id="4" name="コンテンツ プレースホルダー 3">
            <a:extLst xmlns:a="http://schemas.openxmlformats.org/drawingml/2006/main">
              <a:ext uri="{FF2B5EF4-FFF2-40B4-BE49-F238E27FC236}">
                <a16:creationId xmlns:a16="http://schemas.microsoft.com/office/drawing/2014/main" id="{84FAE0AD-7437-05C4-63A4-FFDE37F8DF3B}"/>
              </a:ext>
            </a:extLst>
          </p:cNvPr>
          <p:cNvSpPr>
            <a:spLocks xmlns:a="http://schemas.openxmlformats.org/drawingml/2006/main" noGrp="1"/>
          </p:cNvSpPr>
          <p:nvPr>
            <p:ph idx="2"/>
          </p:nvPr>
        </p:nvSpPr>
        <p:spPr>
          <a:xfrm xmlns:a="http://schemas.openxmlformats.org/drawingml/2006/main">
            <a:off x="840319" y="2505075"/>
            <a:ext cx="5158316"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テキスト プレースホルダー 4">
            <a:extLst xmlns:a="http://schemas.openxmlformats.org/drawingml/2006/main">
              <a:ext uri="{FF2B5EF4-FFF2-40B4-BE49-F238E27FC236}">
                <a16:creationId xmlns:a16="http://schemas.microsoft.com/office/drawing/2014/main" id="{BE1A57AD-7667-E57A-204B-39F49CFD36C4}"/>
              </a:ext>
            </a:extLst>
          </p:cNvPr>
          <p:cNvSpPr>
            <a:spLocks xmlns:a="http://schemas.openxmlformats.org/drawingml/2006/main" noGrp="1"/>
          </p:cNvSpPr>
          <p:nvPr>
            <p:ph type="body" idx="3"/>
          </p:nvPr>
        </p:nvSpPr>
        <p:spPr>
          <a:xfrm xmlns:a="http://schemas.openxmlformats.org/drawingml/2006/main">
            <a:off x="6172200" y="1681163"/>
            <a:ext cx="5183717" cy="823912"/>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マスター テキストの書式設定</a:t>
            </a:r>
          </a:p>
        </p:txBody>
      </p:sp>
      <p:sp>
        <p:nvSpPr>
          <p:cNvPr id="6" name="コンテンツ プレースホルダー 5">
            <a:extLst xmlns:a="http://schemas.openxmlformats.org/drawingml/2006/main">
              <a:ext uri="{FF2B5EF4-FFF2-40B4-BE49-F238E27FC236}">
                <a16:creationId xmlns:a16="http://schemas.microsoft.com/office/drawing/2014/main" id="{85B3BA91-9C0F-3B34-07AD-07E4B3F78E8C}"/>
              </a:ext>
            </a:extLst>
          </p:cNvPr>
          <p:cNvSpPr>
            <a:spLocks xmlns:a="http://schemas.openxmlformats.org/drawingml/2006/main" noGrp="1"/>
          </p:cNvSpPr>
          <p:nvPr>
            <p:ph idx="4"/>
          </p:nvPr>
        </p:nvSpPr>
        <p:spPr>
          <a:xfrm xmlns:a="http://schemas.openxmlformats.org/drawingml/2006/main">
            <a:off x="6172200" y="2505075"/>
            <a:ext cx="5183717"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7" name="日付プレースホルダー 6">
            <a:extLst xmlns:a="http://schemas.openxmlformats.org/drawingml/2006/main">
              <a:ext uri="{FF2B5EF4-FFF2-40B4-BE49-F238E27FC236}">
                <a16:creationId xmlns:a16="http://schemas.microsoft.com/office/drawing/2014/main" id="{466BECDF-B53D-96EC-E6EA-DF5236677C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8" name="フッター プレースホルダー 7">
            <a:extLst xmlns:a="http://schemas.openxmlformats.org/drawingml/2006/main">
              <a:ext uri="{FF2B5EF4-FFF2-40B4-BE49-F238E27FC236}">
                <a16:creationId xmlns:a16="http://schemas.microsoft.com/office/drawing/2014/main" id="{D2E5EA20-570F-95AB-1EF0-E2D57F59E5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スライド番号プレースホルダー 8">
            <a:extLst xmlns:a="http://schemas.openxmlformats.org/drawingml/2006/main">
              <a:ext uri="{FF2B5EF4-FFF2-40B4-BE49-F238E27FC236}">
                <a16:creationId xmlns:a16="http://schemas.microsoft.com/office/drawing/2014/main" id="{01F713E6-5C1F-DA47-80C8-CE4AEA6DC3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7.xml><?xml version="1.0" encoding="utf-8"?>
<p:sldLayout xmlns:p="http://schemas.openxmlformats.org/presentationml/2006/main" type="titleOnly" preserve="1">
  <p:cSld name="タイトルのみ">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7FDCA319-3E27-9205-605F-5133FD4D6D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日付プレースホルダー 2">
            <a:extLst xmlns:a="http://schemas.openxmlformats.org/drawingml/2006/main">
              <a:ext uri="{FF2B5EF4-FFF2-40B4-BE49-F238E27FC236}">
                <a16:creationId xmlns:a16="http://schemas.microsoft.com/office/drawing/2014/main" id="{CCF4EE53-AB21-5DBF-AB60-B150FF75B9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4" name="フッター プレースホルダー 3">
            <a:extLst xmlns:a="http://schemas.openxmlformats.org/drawingml/2006/main">
              <a:ext uri="{FF2B5EF4-FFF2-40B4-BE49-F238E27FC236}">
                <a16:creationId xmlns:a16="http://schemas.microsoft.com/office/drawing/2014/main" id="{C65A3E87-F4C2-6ED6-C93E-766512B49F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スライド番号プレースホルダー 4">
            <a:extLst xmlns:a="http://schemas.openxmlformats.org/drawingml/2006/main">
              <a:ext uri="{FF2B5EF4-FFF2-40B4-BE49-F238E27FC236}">
                <a16:creationId xmlns:a16="http://schemas.microsoft.com/office/drawing/2014/main" id="{B037B27D-4B3A-F326-F237-D95DE16DE4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8.xml><?xml version="1.0" encoding="utf-8"?>
<p:sldLayout xmlns:p="http://schemas.openxmlformats.org/presentationml/2006/main" type="blank" preserve="1">
  <p:cSld name="白紙">
    <p:spTree>
      <p:nvGrpSpPr>
        <p:cNvPr id="1" name=""/>
        <p:cNvGrpSpPr/>
        <p:nvPr/>
      </p:nvGrpSpPr>
      <p:grpSpPr>
        <a:xfrm xmlns:a="http://schemas.openxmlformats.org/drawingml/2006/main"/>
      </p:grpSpPr>
      <p:sp>
        <p:nvSpPr>
          <p:cNvPr id="2" name="日付プレースホルダー 1">
            <a:extLst xmlns:a="http://schemas.openxmlformats.org/drawingml/2006/main">
              <a:ext uri="{FF2B5EF4-FFF2-40B4-BE49-F238E27FC236}">
                <a16:creationId xmlns:a16="http://schemas.microsoft.com/office/drawing/2014/main" id="{ADFCE4D8-0799-868C-5DB9-2689C58CFB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3" name="フッター プレースホルダー 2">
            <a:extLst xmlns:a="http://schemas.openxmlformats.org/drawingml/2006/main">
              <a:ext uri="{FF2B5EF4-FFF2-40B4-BE49-F238E27FC236}">
                <a16:creationId xmlns:a16="http://schemas.microsoft.com/office/drawing/2014/main" id="{A68C0F0C-52C7-8F94-8BAD-F6BAE3ADA2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スライド番号プレースホルダー 3">
            <a:extLst xmlns:a="http://schemas.openxmlformats.org/drawingml/2006/main">
              <a:ext uri="{FF2B5EF4-FFF2-40B4-BE49-F238E27FC236}">
                <a16:creationId xmlns:a16="http://schemas.microsoft.com/office/drawing/2014/main" id="{22F3E755-C006-336B-BCD1-3EF1D190C3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19.xml><?xml version="1.0" encoding="utf-8"?>
<p:sldLayout xmlns:p="http://schemas.openxmlformats.org/presentationml/2006/main" type="objTx" preserve="1">
  <p:cSld name="タイトル付き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8ED2D1A-F45E-95ED-6FF0-7DFC98BB7CB8}"/>
              </a:ext>
            </a:extLst>
          </p:cNvPr>
          <p:cNvSpPr>
            <a:spLocks xmlns:a="http://schemas.openxmlformats.org/drawingml/2006/main" noGrp="1"/>
          </p:cNvSpPr>
          <p:nvPr>
            <p:ph type="title" idx="0"/>
          </p:nvPr>
        </p:nvSpPr>
        <p:spPr>
          <a:xfrm xmlns:a="http://schemas.openxmlformats.org/drawingml/2006/main">
            <a:off x="840319" y="457200"/>
            <a:ext cx="3932767" cy="1600200"/>
          </a:xfrm>
        </p:spPr>
        <p:txBody>
          <a:bodyPr xmlns:a="http://schemas.openxmlformats.org/drawingml/2006/main" anchor="b"/>
          <a:lstStyle xmlns:a="http://schemas.openxmlformats.org/drawingml/2006/main">
            <a:lvl1pPr>
              <a:buNone/>
              <a:defRPr sz="2400"/>
            </a:lvl1pPr>
          </a:lstStyle>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4B291651-C908-1A5F-5337-D0D9CF7220CE}"/>
              </a:ext>
            </a:extLst>
          </p:cNvPr>
          <p:cNvSpPr>
            <a:spLocks xmlns:a="http://schemas.openxmlformats.org/drawingml/2006/main" noGrp="1"/>
          </p:cNvSpPr>
          <p:nvPr>
            <p:ph idx="1"/>
          </p:nvPr>
        </p:nvSpPr>
        <p:spPr>
          <a:xfrm xmlns:a="http://schemas.openxmlformats.org/drawingml/2006/main">
            <a:off x="5183717" y="987427"/>
            <a:ext cx="6172200" cy="4873625"/>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テキスト プレースホルダー 3">
            <a:extLst xmlns:a="http://schemas.openxmlformats.org/drawingml/2006/main">
              <a:ext uri="{FF2B5EF4-FFF2-40B4-BE49-F238E27FC236}">
                <a16:creationId xmlns:a16="http://schemas.microsoft.com/office/drawing/2014/main" id="{B861E146-28C7-8935-EFE2-A709D64A3D24}"/>
              </a:ext>
            </a:extLst>
          </p:cNvPr>
          <p:cNvSpPr>
            <a:spLocks xmlns:a="http://schemas.openxmlformats.org/drawingml/2006/main" noGrp="1"/>
          </p:cNvSpPr>
          <p:nvPr>
            <p:ph type="body" idx="2"/>
          </p:nvPr>
        </p:nvSpPr>
        <p:spPr>
          <a:xfrm xmlns:a="http://schemas.openxmlformats.org/drawingml/2006/main">
            <a:off x="840319" y="2057400"/>
            <a:ext cx="3932767" cy="3811588"/>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9ED42F14-B997-38AC-E29F-17DFD7832E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6508F590-2176-F393-E82A-1A76F0D5EE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666AB1AF-88D6-8A76-70AE-2DC3508FEA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20.xml><?xml version="1.0" encoding="utf-8"?>
<p:sldLayout xmlns:p="http://schemas.openxmlformats.org/presentationml/2006/main" type="picTx" preserve="1">
  <p:cSld name="タイトル付きの図">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89789B2A-1E1F-468D-4DBE-A9272BE10E1B}"/>
              </a:ext>
            </a:extLst>
          </p:cNvPr>
          <p:cNvSpPr>
            <a:spLocks xmlns:a="http://schemas.openxmlformats.org/drawingml/2006/main" noGrp="1"/>
          </p:cNvSpPr>
          <p:nvPr>
            <p:ph type="title" idx="0"/>
          </p:nvPr>
        </p:nvSpPr>
        <p:spPr>
          <a:xfrm xmlns:a="http://schemas.openxmlformats.org/drawingml/2006/main">
            <a:off x="840319" y="457200"/>
            <a:ext cx="3932767" cy="1600200"/>
          </a:xfrm>
        </p:spPr>
        <p:txBody>
          <a:bodyPr xmlns:a="http://schemas.openxmlformats.org/drawingml/2006/main" anchor="b"/>
          <a:lstStyle xmlns:a="http://schemas.openxmlformats.org/drawingml/2006/main">
            <a:lvl1pPr>
              <a:buNone/>
              <a:defRPr sz="2400"/>
            </a:lvl1pPr>
          </a:lstStyle>
          <a:p xmlns:a="http://schemas.openxmlformats.org/drawingml/2006/main">
            <a:r>
              <a:t>マスター タイトルの書式設定</a:t>
            </a:r>
          </a:p>
        </p:txBody>
      </p:sp>
      <p:sp>
        <p:nvSpPr>
          <p:cNvPr id="3" name="図プレースホルダー 2">
            <a:extLst xmlns:a="http://schemas.openxmlformats.org/drawingml/2006/main">
              <a:ext uri="{FF2B5EF4-FFF2-40B4-BE49-F238E27FC236}">
                <a16:creationId xmlns:a16="http://schemas.microsoft.com/office/drawing/2014/main" id="{1AC77D39-F1AC-2C27-943A-1530EA270A2F}"/>
              </a:ext>
            </a:extLst>
          </p:cNvPr>
          <p:cNvSpPr>
            <a:spLocks xmlns:a="http://schemas.openxmlformats.org/drawingml/2006/main" noGrp="1"/>
          </p:cNvSpPr>
          <p:nvPr>
            <p:ph type="pic" idx="1"/>
          </p:nvPr>
        </p:nvSpPr>
        <p:spPr>
          <a:xfrm xmlns:a="http://schemas.openxmlformats.org/drawingml/2006/main">
            <a:off x="5183717" y="987427"/>
            <a:ext cx="6172200" cy="4873625"/>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endParaRPr/>
          </a:p>
        </p:txBody>
      </p:sp>
      <p:sp>
        <p:nvSpPr>
          <p:cNvPr id="4" name="テキスト プレースホルダー 3">
            <a:extLst xmlns:a="http://schemas.openxmlformats.org/drawingml/2006/main">
              <a:ext uri="{FF2B5EF4-FFF2-40B4-BE49-F238E27FC236}">
                <a16:creationId xmlns:a16="http://schemas.microsoft.com/office/drawing/2014/main" id="{DB889370-E7A6-8E16-EF2F-5245D21F7142}"/>
              </a:ext>
            </a:extLst>
          </p:cNvPr>
          <p:cNvSpPr>
            <a:spLocks xmlns:a="http://schemas.openxmlformats.org/drawingml/2006/main" noGrp="1"/>
          </p:cNvSpPr>
          <p:nvPr>
            <p:ph type="body" idx="2"/>
          </p:nvPr>
        </p:nvSpPr>
        <p:spPr>
          <a:xfrm xmlns:a="http://schemas.openxmlformats.org/drawingml/2006/main">
            <a:off x="840319" y="2057400"/>
            <a:ext cx="3932767" cy="3811588"/>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747508FE-26EC-A20F-E4C8-21CB6EBF76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8DC61B62-1992-654C-464A-D33CBCBBB1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8EA4E8CD-B961-E819-DA60-9F530B7D0D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21.xml><?xml version="1.0" encoding="utf-8"?>
<p:sldLayout xmlns:p="http://schemas.openxmlformats.org/presentationml/2006/main" type="vertTx" preserve="1">
  <p:cSld name="タイトルと縦書きテキスト">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081B74F3-C70C-1C3D-429E-900CD6EC39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3B3696FE-E4BB-BDC9-37BD-760D485CBFF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4C8129B2-9CA3-76E2-6E52-178579B561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991E3808-A48F-6976-E9E8-8665EC964C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DF184523-491F-37EA-1C3D-34B96363A7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22.xml><?xml version="1.0" encoding="utf-8"?>
<p:sldLayout xmlns:p="http://schemas.openxmlformats.org/presentationml/2006/main" type="vertTitleAndTx" preserve="1">
  <p:cSld name="縦書きタイトルと&#10;縦書きテキスト">
    <p:spTree>
      <p:nvGrpSpPr>
        <p:cNvPr id="1" name=""/>
        <p:cNvGrpSpPr/>
        <p:nvPr/>
      </p:nvGrpSpPr>
      <p:grpSpPr>
        <a:xfrm xmlns:a="http://schemas.openxmlformats.org/drawingml/2006/main"/>
      </p:grpSpPr>
      <p:sp>
        <p:nvSpPr>
          <p:cNvPr id="2" name="縦書きタイトル 1">
            <a:extLst xmlns:a="http://schemas.openxmlformats.org/drawingml/2006/main">
              <a:ext uri="{FF2B5EF4-FFF2-40B4-BE49-F238E27FC236}">
                <a16:creationId xmlns:a16="http://schemas.microsoft.com/office/drawing/2014/main" id="{66405960-1E6B-8982-C9D7-6881F4E18C7D}"/>
              </a:ext>
            </a:extLst>
          </p:cNvPr>
          <p:cNvSpPr>
            <a:spLocks xmlns:a="http://schemas.openxmlformats.org/drawingml/2006/main" noGrp="1"/>
          </p:cNvSpPr>
          <p:nvPr>
            <p:ph type="title" idx="0"/>
          </p:nvPr>
        </p:nvSpPr>
        <p:spPr>
          <a:xfrm xmlns:a="http://schemas.openxmlformats.org/drawingml/2006/main">
            <a:off x="8724902" y="365125"/>
            <a:ext cx="2628900" cy="5811838"/>
          </a:xfrm>
        </p:spPr>
        <p:txBody>
          <a:bodyPr xmlns:a="http://schemas.openxmlformats.org/drawingml/2006/main" vert="eaVert"/>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DCB00AB1-7C41-3ABC-3A17-0AEA5FEF63B4}"/>
              </a:ext>
            </a:extLst>
          </p:cNvPr>
          <p:cNvSpPr>
            <a:spLocks xmlns:a="http://schemas.openxmlformats.org/drawingml/2006/main" noGrp="1"/>
          </p:cNvSpPr>
          <p:nvPr>
            <p:ph type="body" idx="1"/>
          </p:nvPr>
        </p:nvSpPr>
        <p:spPr>
          <a:xfrm xmlns:a="http://schemas.openxmlformats.org/drawingml/2006/main">
            <a:off x="838202" y="365125"/>
            <a:ext cx="7683500" cy="5811838"/>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0F796527-0503-DA57-0512-8FB81FEEE4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A7340DB1-F2C6-6741-65D5-4E5EEA5935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4D183B32-7304-EDD4-8E5F-1C24CD729E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23.xml><?xml version="1.0" encoding="utf-8"?>
<p:sldLayout xmlns:p="http://schemas.openxmlformats.org/presentationml/2006/main" preserve="1" userDrawn="1">
  <p:cSld name="1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24.xml><?xml version="1.0" encoding="utf-8"?>
<p:sldLayout xmlns:p="http://schemas.openxmlformats.org/presentationml/2006/main" preserve="1" userDrawn="1">
  <p:cSld name="2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25.xml><?xml version="1.0" encoding="utf-8"?>
<p:sldLayout xmlns:p="http://schemas.openxmlformats.org/presentationml/2006/main" preserve="1" userDrawn="1">
  <p:cSld name="3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26.xml><?xml version="1.0" encoding="utf-8"?>
<p:sldLayout xmlns:p="http://schemas.openxmlformats.org/presentationml/2006/main" preserve="1" userDrawn="1">
  <p:cSld name="4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27.xml><?xml version="1.0" encoding="utf-8"?>
<p:sldLayout xmlns:p="http://schemas.openxmlformats.org/presentationml/2006/main" preserve="1" userDrawn="1">
  <p:cSld name="1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E210F017-0AD9-9284-2FB4-51589DE68500}"/>
              </a:ext>
            </a:extLst>
          </p:cNvPr>
          <p:cNvSpPr>
            <a:spLocks xmlns:a="http://schemas.openxmlformats.org/drawingml/2006/main" noGrp="1"/>
          </p:cNvSpPr>
          <p:nvPr/>
        </p:nvSpPr>
        <p:spPr>
          <a:xfrm xmlns:a="http://schemas.openxmlformats.org/drawingml/2006/main">
            <a:off x="165698" y="110466"/>
            <a:ext cx="216019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88"/>
              <a:t>2.Methods</a:t>
            </a:r>
          </a:p>
        </p:txBody>
      </p:sp>
      <p:sp>
        <p:nvSpPr>
          <p:cNvPr id="5" name="テキスト ボックス 4">
            <a:extLst xmlns:a="http://schemas.openxmlformats.org/drawingml/2006/main">
              <a:ext uri="{FF2B5EF4-FFF2-40B4-BE49-F238E27FC236}">
                <a16:creationId xmlns:a16="http://schemas.microsoft.com/office/drawing/2014/main" id="{E104D3E4-F74C-922E-D5EE-231233E5E8EF}"/>
              </a:ext>
            </a:extLst>
          </p:cNvPr>
          <p:cNvSpPr>
            <a:spLocks xmlns:a="http://schemas.openxmlformats.org/drawingml/2006/main" noGrp="1"/>
          </p:cNvSpPr>
          <p:nvPr/>
        </p:nvSpPr>
        <p:spPr>
          <a:xfrm xmlns:a="http://schemas.openxmlformats.org/drawingml/2006/main">
            <a:off x="11621268" y="6486718"/>
            <a:ext cx="57073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788"/>
              <a:t>‹#›</a:t>
            </a:fld>
            <a:endParaRPr sz="788"/>
          </a:p>
        </p:txBody>
      </p:sp>
    </p:spTree>
  </p:cSld>
</p:sldLayout>
</file>

<file path=ppt/slideLayouts/slideLayout28.xml><?xml version="1.0" encoding="utf-8"?>
<p:sldLayout xmlns:p="http://schemas.openxmlformats.org/presentationml/2006/main" preserve="1" userDrawn="1">
  <p:cSld name="2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7991C006-7D78-528F-672F-A2FBC4101AF6}"/>
              </a:ext>
            </a:extLst>
          </p:cNvPr>
          <p:cNvSpPr>
            <a:spLocks xmlns:a="http://schemas.openxmlformats.org/drawingml/2006/main" noGrp="1"/>
          </p:cNvSpPr>
          <p:nvPr/>
        </p:nvSpPr>
        <p:spPr>
          <a:xfrm xmlns:a="http://schemas.openxmlformats.org/drawingml/2006/main">
            <a:off x="165698" y="110466"/>
            <a:ext cx="216019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88"/>
              <a:t>3.Results</a:t>
            </a:r>
          </a:p>
        </p:txBody>
      </p:sp>
      <p:sp>
        <p:nvSpPr>
          <p:cNvPr id="5" name="テキスト ボックス 4">
            <a:extLst xmlns:a="http://schemas.openxmlformats.org/drawingml/2006/main">
              <a:ext uri="{FF2B5EF4-FFF2-40B4-BE49-F238E27FC236}">
                <a16:creationId xmlns:a16="http://schemas.microsoft.com/office/drawing/2014/main" id="{0A141336-9F16-D517-89FF-AE108F175107}"/>
              </a:ext>
            </a:extLst>
          </p:cNvPr>
          <p:cNvSpPr>
            <a:spLocks xmlns:a="http://schemas.openxmlformats.org/drawingml/2006/main" noGrp="1"/>
          </p:cNvSpPr>
          <p:nvPr/>
        </p:nvSpPr>
        <p:spPr>
          <a:xfrm xmlns:a="http://schemas.openxmlformats.org/drawingml/2006/main">
            <a:off x="11621268" y="6486718"/>
            <a:ext cx="57073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788"/>
              <a:t>‹#›</a:t>
            </a:fld>
            <a:endParaRPr sz="788"/>
          </a:p>
        </p:txBody>
      </p:sp>
    </p:spTree>
  </p:cSld>
</p:sldLayout>
</file>

<file path=ppt/slideLayouts/slideLayout29.xml><?xml version="1.0" encoding="utf-8"?>
<p:sldLayout xmlns:p="http://schemas.openxmlformats.org/presentationml/2006/main" preserve="1" userDrawn="1">
  <p:cSld name="3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7991C006-7D78-528F-672F-A2FBC4101AF6}"/>
              </a:ext>
            </a:extLst>
          </p:cNvPr>
          <p:cNvSpPr>
            <a:spLocks xmlns:a="http://schemas.openxmlformats.org/drawingml/2006/main" noGrp="1"/>
          </p:cNvSpPr>
          <p:nvPr/>
        </p:nvSpPr>
        <p:spPr>
          <a:xfrm xmlns:a="http://schemas.openxmlformats.org/drawingml/2006/main">
            <a:off x="165698" y="110466"/>
            <a:ext cx="216019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88"/>
              <a:t>4.Discussion</a:t>
            </a:r>
          </a:p>
        </p:txBody>
      </p:sp>
      <p:sp>
        <p:nvSpPr>
          <p:cNvPr id="5" name="テキスト ボックス 4">
            <a:extLst xmlns:a="http://schemas.openxmlformats.org/drawingml/2006/main">
              <a:ext uri="{FF2B5EF4-FFF2-40B4-BE49-F238E27FC236}">
                <a16:creationId xmlns:a16="http://schemas.microsoft.com/office/drawing/2014/main" id="{CB148A70-0A80-FBF1-11DD-310B9C7EBD5E}"/>
              </a:ext>
            </a:extLst>
          </p:cNvPr>
          <p:cNvSpPr>
            <a:spLocks xmlns:a="http://schemas.openxmlformats.org/drawingml/2006/main" noGrp="1"/>
          </p:cNvSpPr>
          <p:nvPr/>
        </p:nvSpPr>
        <p:spPr>
          <a:xfrm xmlns:a="http://schemas.openxmlformats.org/drawingml/2006/main">
            <a:off x="11621268" y="6486718"/>
            <a:ext cx="57073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788"/>
              <a:t>‹#›</a:t>
            </a:fld>
            <a:endParaRPr sz="788"/>
          </a:p>
        </p:txBody>
      </p:sp>
    </p:spTree>
  </p:cSld>
</p:sldLayout>
</file>

<file path=ppt/slideLayouts/slideLayout30.xml><?xml version="1.0" encoding="utf-8"?>
<p:sldLayout xmlns:p="http://schemas.openxmlformats.org/presentationml/2006/main" preserve="1" userDrawn="1">
  <p:cSld name="6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7991C006-7D78-528F-672F-A2FBC4101AF6}"/>
              </a:ext>
            </a:extLst>
          </p:cNvPr>
          <p:cNvSpPr>
            <a:spLocks xmlns:a="http://schemas.openxmlformats.org/drawingml/2006/main" noGrp="1"/>
          </p:cNvSpPr>
          <p:nvPr/>
        </p:nvSpPr>
        <p:spPr>
          <a:xfrm xmlns:a="http://schemas.openxmlformats.org/drawingml/2006/main">
            <a:off x="165698" y="110466"/>
            <a:ext cx="216019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88"/>
              <a:t>5.Conclusion</a:t>
            </a:r>
          </a:p>
        </p:txBody>
      </p:sp>
      <p:sp>
        <p:nvSpPr>
          <p:cNvPr id="5" name="テキスト ボックス 4">
            <a:extLst xmlns:a="http://schemas.openxmlformats.org/drawingml/2006/main">
              <a:ext uri="{FF2B5EF4-FFF2-40B4-BE49-F238E27FC236}">
                <a16:creationId xmlns:a16="http://schemas.microsoft.com/office/drawing/2014/main" id="{CB148A70-0A80-FBF1-11DD-310B9C7EBD5E}"/>
              </a:ext>
            </a:extLst>
          </p:cNvPr>
          <p:cNvSpPr>
            <a:spLocks xmlns:a="http://schemas.openxmlformats.org/drawingml/2006/main" noGrp="1"/>
          </p:cNvSpPr>
          <p:nvPr/>
        </p:nvSpPr>
        <p:spPr>
          <a:xfrm xmlns:a="http://schemas.openxmlformats.org/drawingml/2006/main">
            <a:off x="11621268" y="6486718"/>
            <a:ext cx="57073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788"/>
              <a:t>‹#›</a:t>
            </a:fld>
            <a:endParaRPr sz="788"/>
          </a:p>
        </p:txBody>
      </p:sp>
    </p:spTree>
  </p:cSld>
</p:sldLayout>
</file>

<file path=ppt/slideLayouts/slideLayout31.xml><?xml version="1.0" encoding="utf-8"?>
<p:sldLayout xmlns:p="http://schemas.openxmlformats.org/presentationml/2006/main" preserve="1" userDrawn="1">
  <p:cSld name="4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7991C006-7D78-528F-672F-A2FBC4101AF6}"/>
              </a:ext>
            </a:extLst>
          </p:cNvPr>
          <p:cNvSpPr>
            <a:spLocks xmlns:a="http://schemas.openxmlformats.org/drawingml/2006/main" noGrp="1"/>
          </p:cNvSpPr>
          <p:nvPr/>
        </p:nvSpPr>
        <p:spPr>
          <a:xfrm xmlns:a="http://schemas.openxmlformats.org/drawingml/2006/main">
            <a:off x="165698" y="110466"/>
            <a:ext cx="216019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88"/>
              <a:t>6.</a:t>
            </a:r>
            <a:r>
              <a:rPr sz="788"/>
              <a:t> </a:t>
            </a:r>
            <a:r>
              <a:rPr sz="788"/>
              <a:t>References</a:t>
            </a:r>
          </a:p>
        </p:txBody>
      </p:sp>
      <p:sp>
        <p:nvSpPr>
          <p:cNvPr id="5" name="テキスト ボックス 4">
            <a:extLst xmlns:a="http://schemas.openxmlformats.org/drawingml/2006/main">
              <a:ext uri="{FF2B5EF4-FFF2-40B4-BE49-F238E27FC236}">
                <a16:creationId xmlns:a16="http://schemas.microsoft.com/office/drawing/2014/main" id="{CB148A70-0A80-FBF1-11DD-310B9C7EBD5E}"/>
              </a:ext>
            </a:extLst>
          </p:cNvPr>
          <p:cNvSpPr>
            <a:spLocks xmlns:a="http://schemas.openxmlformats.org/drawingml/2006/main" noGrp="1"/>
          </p:cNvSpPr>
          <p:nvPr/>
        </p:nvSpPr>
        <p:spPr>
          <a:xfrm xmlns:a="http://schemas.openxmlformats.org/drawingml/2006/main">
            <a:off x="11621268" y="6486718"/>
            <a:ext cx="57073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788"/>
              <a:t>‹#›</a:t>
            </a:fld>
            <a:endParaRPr sz="788"/>
          </a:p>
        </p:txBody>
      </p:sp>
    </p:spTree>
  </p:cSld>
</p:sldLayout>
</file>

<file path=ppt/slideLayouts/slideLayout32.xml><?xml version="1.0" encoding="utf-8"?>
<p:sldLayout xmlns:p="http://schemas.openxmlformats.org/presentationml/2006/main" preserve="1" userDrawn="1">
  <p:cSld name="5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7991C006-7D78-528F-672F-A2FBC4101AF6}"/>
              </a:ext>
            </a:extLst>
          </p:cNvPr>
          <p:cNvSpPr>
            <a:spLocks xmlns:a="http://schemas.openxmlformats.org/drawingml/2006/main" noGrp="1"/>
          </p:cNvSpPr>
          <p:nvPr/>
        </p:nvSpPr>
        <p:spPr>
          <a:xfrm xmlns:a="http://schemas.openxmlformats.org/drawingml/2006/main">
            <a:off x="165698" y="110466"/>
            <a:ext cx="263887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88"/>
              <a:t>7.</a:t>
            </a:r>
            <a:r>
              <a:rPr sz="788"/>
              <a:t> </a:t>
            </a:r>
            <a:r>
              <a:rPr sz="788"/>
              <a:t>Supplementary Information</a:t>
            </a:r>
            <a:endParaRPr sz="788"/>
          </a:p>
        </p:txBody>
      </p:sp>
      <p:sp>
        <p:nvSpPr>
          <p:cNvPr id="5" name="テキスト ボックス 4">
            <a:extLst xmlns:a="http://schemas.openxmlformats.org/drawingml/2006/main">
              <a:ext uri="{FF2B5EF4-FFF2-40B4-BE49-F238E27FC236}">
                <a16:creationId xmlns:a16="http://schemas.microsoft.com/office/drawing/2014/main" id="{CB148A70-0A80-FBF1-11DD-310B9C7EBD5E}"/>
              </a:ext>
            </a:extLst>
          </p:cNvPr>
          <p:cNvSpPr>
            <a:spLocks xmlns:a="http://schemas.openxmlformats.org/drawingml/2006/main" noGrp="1"/>
          </p:cNvSpPr>
          <p:nvPr/>
        </p:nvSpPr>
        <p:spPr>
          <a:xfrm xmlns:a="http://schemas.openxmlformats.org/drawingml/2006/main">
            <a:off x="11621268" y="6486718"/>
            <a:ext cx="570733" cy="2135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788"/>
              <a:t>‹#›</a:t>
            </a:fld>
            <a:endParaRPr sz="788"/>
          </a:p>
        </p:txBody>
      </p:sp>
    </p:spTree>
  </p:cSld>
</p:sldLayout>
</file>

<file path=ppt/slideLayouts/slideLayout33.xml><?xml version="1.0" encoding="utf-8"?>
<p:sldLayout xmlns:p="http://schemas.openxmlformats.org/presentationml/2006/main" type="title" preserve="1">
  <p:cSld name="タイトル スライド">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A0DF7731-B737-AB50-431C-013C49243C4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4500"/>
            </a:lvl1pPr>
          </a:lstStyle>
          <a:p xmlns:a="http://schemas.openxmlformats.org/drawingml/2006/main">
            <a:r>
              <a:t>マスター タイトルの書式設定</a:t>
            </a:r>
          </a:p>
        </p:txBody>
      </p:sp>
      <p:sp>
        <p:nvSpPr>
          <p:cNvPr id="3" name="字幕 2">
            <a:extLst xmlns:a="http://schemas.openxmlformats.org/drawingml/2006/main">
              <a:ext uri="{FF2B5EF4-FFF2-40B4-BE49-F238E27FC236}">
                <a16:creationId xmlns:a16="http://schemas.microsoft.com/office/drawing/2014/main" id="{700063AC-E753-D3A1-3177-3160B560CBC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マスター サブタイトルの書式設定</a:t>
            </a:r>
          </a:p>
        </p:txBody>
      </p:sp>
      <p:sp>
        <p:nvSpPr>
          <p:cNvPr id="4" name="日付プレースホルダー 3">
            <a:extLst xmlns:a="http://schemas.openxmlformats.org/drawingml/2006/main">
              <a:ext uri="{FF2B5EF4-FFF2-40B4-BE49-F238E27FC236}">
                <a16:creationId xmlns:a16="http://schemas.microsoft.com/office/drawing/2014/main" id="{169C444C-9145-AEF8-2760-2CAD9E77A4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80953E35-B84A-96E4-5EC7-722B65AE9D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C4A75D73-8DDB-43EA-2922-963A35ED8C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34.xml><?xml version="1.0" encoding="utf-8"?>
<p:sldLayout xmlns:p="http://schemas.openxmlformats.org/presentationml/2006/main" preserve="1" userDrawn="1">
  <p:cSld name="タイトルとコンテンツ">
    <p:bg>
      <p:bgPr>
        <a:solidFill xmlns:a="http://schemas.openxmlformats.org/drawingml/2006/main">
          <a:schemeClr val="accent1">
            <a:lumMod val="20000"/>
            <a:lumOff val="80000"/>
          </a:schemeClr>
        </a:solidFill>
      </p:bgPr>
    </p:bg>
    <p:spTree>
      <p:nvGrpSpPr>
        <p:cNvPr id="1" name=""/>
        <p:cNvGrpSpPr/>
        <p:nvPr/>
      </p:nvGrpSpPr>
      <p:grpSpPr>
        <a:xfrm xmlns:a="http://schemas.openxmlformats.org/drawingml/2006/main"/>
      </p:grpSpPr>
      <p:sp>
        <p:nvSpPr>
          <p:cNvPr id="6" name="スライド番号プレースホルダー 5">
            <a:extLst xmlns:a="http://schemas.openxmlformats.org/drawingml/2006/main">
              <a:ext uri="{FF2B5EF4-FFF2-40B4-BE49-F238E27FC236}">
                <a16:creationId xmlns:a16="http://schemas.microsoft.com/office/drawing/2014/main" id="{02C6F089-7B56-5104-FA6E-0A9DF0B15324}"/>
              </a:ext>
            </a:extLst>
          </p:cNvPr>
          <p:cNvSpPr>
            <a:spLocks xmlns:a="http://schemas.openxmlformats.org/drawingml/2006/main" noGrp="1"/>
          </p:cNvSpPr>
          <p:nvPr>
            <p:ph type="sldNum" idx="12"/>
          </p:nvPr>
        </p:nvSpPr>
        <p:spPr>
          <a:xfrm xmlns:a="http://schemas.openxmlformats.org/drawingml/2006/main">
            <a:off x="9138920" y="6392929"/>
            <a:ext cx="2743200" cy="365125"/>
          </a:xfrm>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35.xml><?xml version="1.0" encoding="utf-8"?>
<p:sldLayout xmlns:p="http://schemas.openxmlformats.org/presentationml/2006/main" type="secHead" preserve="1">
  <p:cSld name="セクション見出し">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22A5B8FF-C52A-87DC-4453-2013D8A58437}"/>
              </a:ext>
            </a:extLst>
          </p:cNvPr>
          <p:cNvSpPr>
            <a:spLocks xmlns:a="http://schemas.openxmlformats.org/drawingml/2006/main" noGrp="1"/>
          </p:cNvSpPr>
          <p:nvPr>
            <p:ph type="title" idx="0"/>
          </p:nvPr>
        </p:nvSpPr>
        <p:spPr>
          <a:xfrm xmlns:a="http://schemas.openxmlformats.org/drawingml/2006/main">
            <a:off x="831851" y="1709741"/>
            <a:ext cx="10515600" cy="2852737"/>
          </a:xfrm>
        </p:spPr>
        <p:txBody>
          <a:bodyPr xmlns:a="http://schemas.openxmlformats.org/drawingml/2006/main" anchor="b"/>
          <a:lstStyle xmlns:a="http://schemas.openxmlformats.org/drawingml/2006/main">
            <a:lvl1pPr>
              <a:buNone/>
              <a:defRPr sz="4500"/>
            </a:lvl1pPr>
          </a:lstStyle>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CDEE0C91-551D-054A-BC0B-72C63F5C8916}"/>
              </a:ext>
            </a:extLst>
          </p:cNvPr>
          <p:cNvSpPr>
            <a:spLocks xmlns:a="http://schemas.openxmlformats.org/drawingml/2006/main" noGrp="1"/>
          </p:cNvSpPr>
          <p:nvPr>
            <p:ph type="body" idx="1"/>
          </p:nvPr>
        </p:nvSpPr>
        <p:spPr>
          <a:xfrm xmlns:a="http://schemas.openxmlformats.org/drawingml/2006/main">
            <a:off x="831851" y="4589466"/>
            <a:ext cx="10515600" cy="1500187"/>
          </a:xfrm>
        </p:spPr>
        <p:txBody>
          <a:bodyPr xmlns:a="http://schemas.openxmlformats.org/drawingml/2006/main"/>
          <a:lstStyle xmlns:a="http://schemas.openxmlformats.org/drawingml/2006/main">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マスター テキストの書式設定</a:t>
            </a:r>
          </a:p>
        </p:txBody>
      </p:sp>
      <p:sp>
        <p:nvSpPr>
          <p:cNvPr id="4" name="日付プレースホルダー 3">
            <a:extLst xmlns:a="http://schemas.openxmlformats.org/drawingml/2006/main">
              <a:ext uri="{FF2B5EF4-FFF2-40B4-BE49-F238E27FC236}">
                <a16:creationId xmlns:a16="http://schemas.microsoft.com/office/drawing/2014/main" id="{C5EDF259-14AC-D217-9596-EB1E4DB80C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E12904D6-6AE3-2464-5729-36CF711B09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9FF04059-5FA0-9496-DCFD-580C381F16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36.xml><?xml version="1.0" encoding="utf-8"?>
<p:sldLayout xmlns:p="http://schemas.openxmlformats.org/presentationml/2006/main" type="twoObj" preserve="1">
  <p:cSld name="2 つ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7916E1A1-3C86-7914-FCC7-B97D0D85B6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E2357258-BD9E-8164-E9B7-6CCF589F08A3}"/>
              </a:ext>
            </a:extLst>
          </p:cNvPr>
          <p:cNvSpPr>
            <a:spLocks xmlns:a="http://schemas.openxmlformats.org/drawingml/2006/main" noGrp="1"/>
          </p:cNvSpPr>
          <p:nvPr>
            <p:ph idx="1"/>
          </p:nvPr>
        </p:nvSpPr>
        <p:spPr>
          <a:xfrm xmlns:a="http://schemas.openxmlformats.org/drawingml/2006/main">
            <a:off x="838200" y="1825625"/>
            <a:ext cx="51562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コンテンツ プレースホルダー 3">
            <a:extLst xmlns:a="http://schemas.openxmlformats.org/drawingml/2006/main">
              <a:ext uri="{FF2B5EF4-FFF2-40B4-BE49-F238E27FC236}">
                <a16:creationId xmlns:a16="http://schemas.microsoft.com/office/drawing/2014/main" id="{75106957-22B4-013A-DDB3-B3656E6A443F}"/>
              </a:ext>
            </a:extLst>
          </p:cNvPr>
          <p:cNvSpPr>
            <a:spLocks xmlns:a="http://schemas.openxmlformats.org/drawingml/2006/main" noGrp="1"/>
          </p:cNvSpPr>
          <p:nvPr>
            <p:ph idx="2"/>
          </p:nvPr>
        </p:nvSpPr>
        <p:spPr>
          <a:xfrm xmlns:a="http://schemas.openxmlformats.org/drawingml/2006/main">
            <a:off x="6197600" y="1825625"/>
            <a:ext cx="51562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日付プレースホルダー 4">
            <a:extLst xmlns:a="http://schemas.openxmlformats.org/drawingml/2006/main">
              <a:ext uri="{FF2B5EF4-FFF2-40B4-BE49-F238E27FC236}">
                <a16:creationId xmlns:a16="http://schemas.microsoft.com/office/drawing/2014/main" id="{C011F8D8-2EED-C061-3177-7A4124904F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0B79D0F9-BC04-B621-BBEC-284F0421A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43B17BC0-BD7B-3BFB-E521-7433B8952B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37.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C2DDE40B-2378-BBD6-E7E2-1D76CAE0CAB1}"/>
              </a:ext>
            </a:extLst>
          </p:cNvPr>
          <p:cNvSpPr>
            <a:spLocks xmlns:a="http://schemas.openxmlformats.org/drawingml/2006/main" noGrp="1"/>
          </p:cNvSpPr>
          <p:nvPr>
            <p:ph type="title" idx="0"/>
          </p:nvPr>
        </p:nvSpPr>
        <p:spPr>
          <a:xfrm xmlns:a="http://schemas.openxmlformats.org/drawingml/2006/main">
            <a:off x="840317" y="365128"/>
            <a:ext cx="10515600" cy="1325563"/>
          </a:xfrm>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0E6BC995-C356-EBB6-9773-008CD6C731C7}"/>
              </a:ext>
            </a:extLst>
          </p:cNvPr>
          <p:cNvSpPr>
            <a:spLocks xmlns:a="http://schemas.openxmlformats.org/drawingml/2006/main" noGrp="1"/>
          </p:cNvSpPr>
          <p:nvPr>
            <p:ph type="body" idx="1"/>
          </p:nvPr>
        </p:nvSpPr>
        <p:spPr>
          <a:xfrm xmlns:a="http://schemas.openxmlformats.org/drawingml/2006/main">
            <a:off x="840319" y="1681163"/>
            <a:ext cx="5158316" cy="823912"/>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マスター テキストの書式設定</a:t>
            </a:r>
          </a:p>
        </p:txBody>
      </p:sp>
      <p:sp>
        <p:nvSpPr>
          <p:cNvPr id="4" name="コンテンツ プレースホルダー 3">
            <a:extLst xmlns:a="http://schemas.openxmlformats.org/drawingml/2006/main">
              <a:ext uri="{FF2B5EF4-FFF2-40B4-BE49-F238E27FC236}">
                <a16:creationId xmlns:a16="http://schemas.microsoft.com/office/drawing/2014/main" id="{84FAE0AD-7437-05C4-63A4-FFDE37F8DF3B}"/>
              </a:ext>
            </a:extLst>
          </p:cNvPr>
          <p:cNvSpPr>
            <a:spLocks xmlns:a="http://schemas.openxmlformats.org/drawingml/2006/main" noGrp="1"/>
          </p:cNvSpPr>
          <p:nvPr>
            <p:ph idx="2"/>
          </p:nvPr>
        </p:nvSpPr>
        <p:spPr>
          <a:xfrm xmlns:a="http://schemas.openxmlformats.org/drawingml/2006/main">
            <a:off x="840319" y="2505075"/>
            <a:ext cx="5158316"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テキスト プレースホルダー 4">
            <a:extLst xmlns:a="http://schemas.openxmlformats.org/drawingml/2006/main">
              <a:ext uri="{FF2B5EF4-FFF2-40B4-BE49-F238E27FC236}">
                <a16:creationId xmlns:a16="http://schemas.microsoft.com/office/drawing/2014/main" id="{BE1A57AD-7667-E57A-204B-39F49CFD36C4}"/>
              </a:ext>
            </a:extLst>
          </p:cNvPr>
          <p:cNvSpPr>
            <a:spLocks xmlns:a="http://schemas.openxmlformats.org/drawingml/2006/main" noGrp="1"/>
          </p:cNvSpPr>
          <p:nvPr>
            <p:ph type="body" idx="3"/>
          </p:nvPr>
        </p:nvSpPr>
        <p:spPr>
          <a:xfrm xmlns:a="http://schemas.openxmlformats.org/drawingml/2006/main">
            <a:off x="6172200" y="1681163"/>
            <a:ext cx="5183717" cy="823912"/>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マスター テキストの書式設定</a:t>
            </a:r>
          </a:p>
        </p:txBody>
      </p:sp>
      <p:sp>
        <p:nvSpPr>
          <p:cNvPr id="6" name="コンテンツ プレースホルダー 5">
            <a:extLst xmlns:a="http://schemas.openxmlformats.org/drawingml/2006/main">
              <a:ext uri="{FF2B5EF4-FFF2-40B4-BE49-F238E27FC236}">
                <a16:creationId xmlns:a16="http://schemas.microsoft.com/office/drawing/2014/main" id="{85B3BA91-9C0F-3B34-07AD-07E4B3F78E8C}"/>
              </a:ext>
            </a:extLst>
          </p:cNvPr>
          <p:cNvSpPr>
            <a:spLocks xmlns:a="http://schemas.openxmlformats.org/drawingml/2006/main" noGrp="1"/>
          </p:cNvSpPr>
          <p:nvPr>
            <p:ph idx="4"/>
          </p:nvPr>
        </p:nvSpPr>
        <p:spPr>
          <a:xfrm xmlns:a="http://schemas.openxmlformats.org/drawingml/2006/main">
            <a:off x="6172200" y="2505075"/>
            <a:ext cx="5183717"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7" name="日付プレースホルダー 6">
            <a:extLst xmlns:a="http://schemas.openxmlformats.org/drawingml/2006/main">
              <a:ext uri="{FF2B5EF4-FFF2-40B4-BE49-F238E27FC236}">
                <a16:creationId xmlns:a16="http://schemas.microsoft.com/office/drawing/2014/main" id="{466BECDF-B53D-96EC-E6EA-DF5236677C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8" name="フッター プレースホルダー 7">
            <a:extLst xmlns:a="http://schemas.openxmlformats.org/drawingml/2006/main">
              <a:ext uri="{FF2B5EF4-FFF2-40B4-BE49-F238E27FC236}">
                <a16:creationId xmlns:a16="http://schemas.microsoft.com/office/drawing/2014/main" id="{D2E5EA20-570F-95AB-1EF0-E2D57F59E5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スライド番号プレースホルダー 8">
            <a:extLst xmlns:a="http://schemas.openxmlformats.org/drawingml/2006/main">
              <a:ext uri="{FF2B5EF4-FFF2-40B4-BE49-F238E27FC236}">
                <a16:creationId xmlns:a16="http://schemas.microsoft.com/office/drawing/2014/main" id="{01F713E6-5C1F-DA47-80C8-CE4AEA6DC3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38.xml><?xml version="1.0" encoding="utf-8"?>
<p:sldLayout xmlns:p="http://schemas.openxmlformats.org/presentationml/2006/main" type="titleOnly" preserve="1">
  <p:cSld name="タイトルのみ">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7FDCA319-3E27-9205-605F-5133FD4D6D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日付プレースホルダー 2">
            <a:extLst xmlns:a="http://schemas.openxmlformats.org/drawingml/2006/main">
              <a:ext uri="{FF2B5EF4-FFF2-40B4-BE49-F238E27FC236}">
                <a16:creationId xmlns:a16="http://schemas.microsoft.com/office/drawing/2014/main" id="{CCF4EE53-AB21-5DBF-AB60-B150FF75B9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4" name="フッター プレースホルダー 3">
            <a:extLst xmlns:a="http://schemas.openxmlformats.org/drawingml/2006/main">
              <a:ext uri="{FF2B5EF4-FFF2-40B4-BE49-F238E27FC236}">
                <a16:creationId xmlns:a16="http://schemas.microsoft.com/office/drawing/2014/main" id="{C65A3E87-F4C2-6ED6-C93E-766512B49F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スライド番号プレースホルダー 4">
            <a:extLst xmlns:a="http://schemas.openxmlformats.org/drawingml/2006/main">
              <a:ext uri="{FF2B5EF4-FFF2-40B4-BE49-F238E27FC236}">
                <a16:creationId xmlns:a16="http://schemas.microsoft.com/office/drawing/2014/main" id="{B037B27D-4B3A-F326-F237-D95DE16DE4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39.xml><?xml version="1.0" encoding="utf-8"?>
<p:sldLayout xmlns:p="http://schemas.openxmlformats.org/presentationml/2006/main" type="blank" preserve="1">
  <p:cSld name="白紙">
    <p:spTree>
      <p:nvGrpSpPr>
        <p:cNvPr id="1" name=""/>
        <p:cNvGrpSpPr/>
        <p:nvPr/>
      </p:nvGrpSpPr>
      <p:grpSpPr>
        <a:xfrm xmlns:a="http://schemas.openxmlformats.org/drawingml/2006/main"/>
      </p:grpSpPr>
      <p:sp>
        <p:nvSpPr>
          <p:cNvPr id="2" name="日付プレースホルダー 1">
            <a:extLst xmlns:a="http://schemas.openxmlformats.org/drawingml/2006/main">
              <a:ext uri="{FF2B5EF4-FFF2-40B4-BE49-F238E27FC236}">
                <a16:creationId xmlns:a16="http://schemas.microsoft.com/office/drawing/2014/main" id="{ADFCE4D8-0799-868C-5DB9-2689C58CFB3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3" name="フッター プレースホルダー 2">
            <a:extLst xmlns:a="http://schemas.openxmlformats.org/drawingml/2006/main">
              <a:ext uri="{FF2B5EF4-FFF2-40B4-BE49-F238E27FC236}">
                <a16:creationId xmlns:a16="http://schemas.microsoft.com/office/drawing/2014/main" id="{A68C0F0C-52C7-8F94-8BAD-F6BAE3ADA2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スライド番号プレースホルダー 3">
            <a:extLst xmlns:a="http://schemas.openxmlformats.org/drawingml/2006/main">
              <a:ext uri="{FF2B5EF4-FFF2-40B4-BE49-F238E27FC236}">
                <a16:creationId xmlns:a16="http://schemas.microsoft.com/office/drawing/2014/main" id="{22F3E755-C006-336B-BCD1-3EF1D190C3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40.xml><?xml version="1.0" encoding="utf-8"?>
<p:sldLayout xmlns:p="http://schemas.openxmlformats.org/presentationml/2006/main" type="objTx" preserve="1">
  <p:cSld name="タイトル付き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8ED2D1A-F45E-95ED-6FF0-7DFC98BB7CB8}"/>
              </a:ext>
            </a:extLst>
          </p:cNvPr>
          <p:cNvSpPr>
            <a:spLocks xmlns:a="http://schemas.openxmlformats.org/drawingml/2006/main" noGrp="1"/>
          </p:cNvSpPr>
          <p:nvPr>
            <p:ph type="title" idx="0"/>
          </p:nvPr>
        </p:nvSpPr>
        <p:spPr>
          <a:xfrm xmlns:a="http://schemas.openxmlformats.org/drawingml/2006/main">
            <a:off x="840319" y="457200"/>
            <a:ext cx="3932767" cy="1600200"/>
          </a:xfrm>
        </p:spPr>
        <p:txBody>
          <a:bodyPr xmlns:a="http://schemas.openxmlformats.org/drawingml/2006/main" anchor="b"/>
          <a:lstStyle xmlns:a="http://schemas.openxmlformats.org/drawingml/2006/main">
            <a:lvl1pPr>
              <a:buNone/>
              <a:defRPr sz="2400"/>
            </a:lvl1pPr>
          </a:lstStyle>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4B291651-C908-1A5F-5337-D0D9CF7220CE}"/>
              </a:ext>
            </a:extLst>
          </p:cNvPr>
          <p:cNvSpPr>
            <a:spLocks xmlns:a="http://schemas.openxmlformats.org/drawingml/2006/main" noGrp="1"/>
          </p:cNvSpPr>
          <p:nvPr>
            <p:ph idx="1"/>
          </p:nvPr>
        </p:nvSpPr>
        <p:spPr>
          <a:xfrm xmlns:a="http://schemas.openxmlformats.org/drawingml/2006/main">
            <a:off x="5183717" y="987427"/>
            <a:ext cx="6172200" cy="4873625"/>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テキスト プレースホルダー 3">
            <a:extLst xmlns:a="http://schemas.openxmlformats.org/drawingml/2006/main">
              <a:ext uri="{FF2B5EF4-FFF2-40B4-BE49-F238E27FC236}">
                <a16:creationId xmlns:a16="http://schemas.microsoft.com/office/drawing/2014/main" id="{B861E146-28C7-8935-EFE2-A709D64A3D24}"/>
              </a:ext>
            </a:extLst>
          </p:cNvPr>
          <p:cNvSpPr>
            <a:spLocks xmlns:a="http://schemas.openxmlformats.org/drawingml/2006/main" noGrp="1"/>
          </p:cNvSpPr>
          <p:nvPr>
            <p:ph type="body" idx="2"/>
          </p:nvPr>
        </p:nvSpPr>
        <p:spPr>
          <a:xfrm xmlns:a="http://schemas.openxmlformats.org/drawingml/2006/main">
            <a:off x="840319" y="2057400"/>
            <a:ext cx="3932767" cy="3811588"/>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9ED42F14-B997-38AC-E29F-17DFD7832E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6508F590-2176-F393-E82A-1A76F0D5EE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666AB1AF-88D6-8A76-70AE-2DC3508FEA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41.xml><?xml version="1.0" encoding="utf-8"?>
<p:sldLayout xmlns:p="http://schemas.openxmlformats.org/presentationml/2006/main" type="picTx" preserve="1">
  <p:cSld name="タイトル付きの図">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89789B2A-1E1F-468D-4DBE-A9272BE10E1B}"/>
              </a:ext>
            </a:extLst>
          </p:cNvPr>
          <p:cNvSpPr>
            <a:spLocks xmlns:a="http://schemas.openxmlformats.org/drawingml/2006/main" noGrp="1"/>
          </p:cNvSpPr>
          <p:nvPr>
            <p:ph type="title" idx="0"/>
          </p:nvPr>
        </p:nvSpPr>
        <p:spPr>
          <a:xfrm xmlns:a="http://schemas.openxmlformats.org/drawingml/2006/main">
            <a:off x="840319" y="457200"/>
            <a:ext cx="3932767" cy="1600200"/>
          </a:xfrm>
        </p:spPr>
        <p:txBody>
          <a:bodyPr xmlns:a="http://schemas.openxmlformats.org/drawingml/2006/main" anchor="b"/>
          <a:lstStyle xmlns:a="http://schemas.openxmlformats.org/drawingml/2006/main">
            <a:lvl1pPr>
              <a:buNone/>
              <a:defRPr sz="2400"/>
            </a:lvl1pPr>
          </a:lstStyle>
          <a:p xmlns:a="http://schemas.openxmlformats.org/drawingml/2006/main">
            <a:r>
              <a:t>マスター タイトルの書式設定</a:t>
            </a:r>
          </a:p>
        </p:txBody>
      </p:sp>
      <p:sp>
        <p:nvSpPr>
          <p:cNvPr id="3" name="図プレースホルダー 2">
            <a:extLst xmlns:a="http://schemas.openxmlformats.org/drawingml/2006/main">
              <a:ext uri="{FF2B5EF4-FFF2-40B4-BE49-F238E27FC236}">
                <a16:creationId xmlns:a16="http://schemas.microsoft.com/office/drawing/2014/main" id="{1AC77D39-F1AC-2C27-943A-1530EA270A2F}"/>
              </a:ext>
            </a:extLst>
          </p:cNvPr>
          <p:cNvSpPr>
            <a:spLocks xmlns:a="http://schemas.openxmlformats.org/drawingml/2006/main" noGrp="1"/>
          </p:cNvSpPr>
          <p:nvPr>
            <p:ph type="pic" idx="1"/>
          </p:nvPr>
        </p:nvSpPr>
        <p:spPr>
          <a:xfrm xmlns:a="http://schemas.openxmlformats.org/drawingml/2006/main">
            <a:off x="5183717" y="987427"/>
            <a:ext cx="6172200" cy="4873625"/>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endParaRPr/>
          </a:p>
        </p:txBody>
      </p:sp>
      <p:sp>
        <p:nvSpPr>
          <p:cNvPr id="4" name="テキスト プレースホルダー 3">
            <a:extLst xmlns:a="http://schemas.openxmlformats.org/drawingml/2006/main">
              <a:ext uri="{FF2B5EF4-FFF2-40B4-BE49-F238E27FC236}">
                <a16:creationId xmlns:a16="http://schemas.microsoft.com/office/drawing/2014/main" id="{DB889370-E7A6-8E16-EF2F-5245D21F7142}"/>
              </a:ext>
            </a:extLst>
          </p:cNvPr>
          <p:cNvSpPr>
            <a:spLocks xmlns:a="http://schemas.openxmlformats.org/drawingml/2006/main" noGrp="1"/>
          </p:cNvSpPr>
          <p:nvPr>
            <p:ph type="body" idx="2"/>
          </p:nvPr>
        </p:nvSpPr>
        <p:spPr>
          <a:xfrm xmlns:a="http://schemas.openxmlformats.org/drawingml/2006/main">
            <a:off x="840319" y="2057400"/>
            <a:ext cx="3932767" cy="3811588"/>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747508FE-26EC-A20F-E4C8-21CB6EBF76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フッター プレースホルダー 5">
            <a:extLst xmlns:a="http://schemas.openxmlformats.org/drawingml/2006/main">
              <a:ext uri="{FF2B5EF4-FFF2-40B4-BE49-F238E27FC236}">
                <a16:creationId xmlns:a16="http://schemas.microsoft.com/office/drawing/2014/main" id="{8DC61B62-1992-654C-464A-D33CBCBBB1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8EA4E8CD-B961-E819-DA60-9F530B7D0D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42.xml><?xml version="1.0" encoding="utf-8"?>
<p:sldLayout xmlns:p="http://schemas.openxmlformats.org/presentationml/2006/main" type="vertTx" preserve="1">
  <p:cSld name="タイトルと縦書きテキスト">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081B74F3-C70C-1C3D-429E-900CD6EC39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3B3696FE-E4BB-BDC9-37BD-760D485CBFF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4C8129B2-9CA3-76E2-6E52-178579B561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991E3808-A48F-6976-E9E8-8665EC964C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DF184523-491F-37EA-1C3D-34B96363A7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43.xml><?xml version="1.0" encoding="utf-8"?>
<p:sldLayout xmlns:p="http://schemas.openxmlformats.org/presentationml/2006/main" type="vertTitleAndTx" preserve="1">
  <p:cSld name="縦書きタイトルと&#10;縦書きテキスト">
    <p:spTree>
      <p:nvGrpSpPr>
        <p:cNvPr id="1" name=""/>
        <p:cNvGrpSpPr/>
        <p:nvPr/>
      </p:nvGrpSpPr>
      <p:grpSpPr>
        <a:xfrm xmlns:a="http://schemas.openxmlformats.org/drawingml/2006/main"/>
      </p:grpSpPr>
      <p:sp>
        <p:nvSpPr>
          <p:cNvPr id="2" name="縦書きタイトル 1">
            <a:extLst xmlns:a="http://schemas.openxmlformats.org/drawingml/2006/main">
              <a:ext uri="{FF2B5EF4-FFF2-40B4-BE49-F238E27FC236}">
                <a16:creationId xmlns:a16="http://schemas.microsoft.com/office/drawing/2014/main" id="{66405960-1E6B-8982-C9D7-6881F4E18C7D}"/>
              </a:ext>
            </a:extLst>
          </p:cNvPr>
          <p:cNvSpPr>
            <a:spLocks xmlns:a="http://schemas.openxmlformats.org/drawingml/2006/main" noGrp="1"/>
          </p:cNvSpPr>
          <p:nvPr>
            <p:ph type="title" idx="0"/>
          </p:nvPr>
        </p:nvSpPr>
        <p:spPr>
          <a:xfrm xmlns:a="http://schemas.openxmlformats.org/drawingml/2006/main">
            <a:off x="8724902" y="365125"/>
            <a:ext cx="2628900" cy="5811838"/>
          </a:xfrm>
        </p:spPr>
        <p:txBody>
          <a:bodyPr xmlns:a="http://schemas.openxmlformats.org/drawingml/2006/main" vert="eaVert"/>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DCB00AB1-7C41-3ABC-3A17-0AEA5FEF63B4}"/>
              </a:ext>
            </a:extLst>
          </p:cNvPr>
          <p:cNvSpPr>
            <a:spLocks xmlns:a="http://schemas.openxmlformats.org/drawingml/2006/main" noGrp="1"/>
          </p:cNvSpPr>
          <p:nvPr>
            <p:ph type="body" idx="1"/>
          </p:nvPr>
        </p:nvSpPr>
        <p:spPr>
          <a:xfrm xmlns:a="http://schemas.openxmlformats.org/drawingml/2006/main">
            <a:off x="838202" y="365125"/>
            <a:ext cx="7683500" cy="5811838"/>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0F796527-0503-DA57-0512-8FB81FEEE45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A7340DB1-F2C6-6741-65D5-4E5EEA5935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4D183B32-7304-EDD4-8E5F-1C24CD729E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44.xml><?xml version="1.0" encoding="utf-8"?>
<p:sldLayout xmlns:p="http://schemas.openxmlformats.org/presentationml/2006/main" preserve="1" userDrawn="1">
  <p:cSld name="1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45.xml><?xml version="1.0" encoding="utf-8"?>
<p:sldLayout xmlns:p="http://schemas.openxmlformats.org/presentationml/2006/main" preserve="1" userDrawn="1">
  <p:cSld name="2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46.xml><?xml version="1.0" encoding="utf-8"?>
<p:sldLayout xmlns:p="http://schemas.openxmlformats.org/presentationml/2006/main" preserve="1" userDrawn="1">
  <p:cSld name="3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47.xml><?xml version="1.0" encoding="utf-8"?>
<p:sldLayout xmlns:p="http://schemas.openxmlformats.org/presentationml/2006/main" preserve="1" userDrawn="1">
  <p:cSld name="4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48.xml><?xml version="1.0" encoding="utf-8"?>
<p:sldLayout xmlns:p="http://schemas.openxmlformats.org/presentationml/2006/main" preserve="1" userDrawn="1">
  <p:cSld name="7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0. Opening</a:t>
            </a: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49.xml><?xml version="1.0" encoding="utf-8"?>
<p:sldLayout xmlns:p="http://schemas.openxmlformats.org/presentationml/2006/main" preserve="1" userDrawn="1">
  <p:cSld name="8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1. Introduction</a:t>
            </a: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50.xml><?xml version="1.0" encoding="utf-8"?>
<p:sldLayout xmlns:p="http://schemas.openxmlformats.org/presentationml/2006/main" preserve="1" userDrawn="1">
  <p:cSld name="1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19B0FFF6-7C5D-C9EF-84E9-9870869C00BB}"/>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2. Methods</a:t>
            </a:r>
          </a:p>
        </p:txBody>
      </p:sp>
      <p:sp>
        <p:nvSpPr>
          <p:cNvPr id="4" name="テキスト ボックス 3">
            <a:extLst xmlns:a="http://schemas.openxmlformats.org/drawingml/2006/main">
              <a:ext uri="{FF2B5EF4-FFF2-40B4-BE49-F238E27FC236}">
                <a16:creationId xmlns:a16="http://schemas.microsoft.com/office/drawing/2014/main" id="{4B39CD68-3172-0CDB-95B6-53581225BBD5}"/>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51.xml><?xml version="1.0" encoding="utf-8"?>
<p:sldLayout xmlns:p="http://schemas.openxmlformats.org/presentationml/2006/main" preserve="1" userDrawn="1">
  <p:cSld name="2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29618BAC-6AA1-C459-9FCC-C988BF6DB484}"/>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3. Results</a:t>
            </a:r>
          </a:p>
        </p:txBody>
      </p:sp>
      <p:sp>
        <p:nvSpPr>
          <p:cNvPr id="4" name="テキスト ボックス 3">
            <a:extLst xmlns:a="http://schemas.openxmlformats.org/drawingml/2006/main">
              <a:ext uri="{FF2B5EF4-FFF2-40B4-BE49-F238E27FC236}">
                <a16:creationId xmlns:a16="http://schemas.microsoft.com/office/drawing/2014/main" id="{8A85087D-7489-04C9-59E4-B949E1995CA0}"/>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52.xml><?xml version="1.0" encoding="utf-8"?>
<p:sldLayout xmlns:p="http://schemas.openxmlformats.org/presentationml/2006/main" preserve="1" userDrawn="1">
  <p:cSld name="3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2C64FE9A-D3BF-9215-0FB0-F9FACDB4C54A}"/>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4. Discussion</a:t>
            </a:r>
          </a:p>
        </p:txBody>
      </p:sp>
      <p:sp>
        <p:nvSpPr>
          <p:cNvPr id="4" name="テキスト ボックス 3">
            <a:extLst xmlns:a="http://schemas.openxmlformats.org/drawingml/2006/main">
              <a:ext uri="{FF2B5EF4-FFF2-40B4-BE49-F238E27FC236}">
                <a16:creationId xmlns:a16="http://schemas.microsoft.com/office/drawing/2014/main" id="{582622A8-62D8-A198-F93F-C600CC8E356E}"/>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53.xml><?xml version="1.0" encoding="utf-8"?>
<p:sldLayout xmlns:p="http://schemas.openxmlformats.org/presentationml/2006/main" preserve="1" userDrawn="1">
  <p:cSld name="6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CEDB2FBA-E537-6694-1EB0-49E06FFBB4EE}"/>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5. Conclusion</a:t>
            </a:r>
          </a:p>
        </p:txBody>
      </p:sp>
      <p:sp>
        <p:nvSpPr>
          <p:cNvPr id="4" name="テキスト ボックス 3">
            <a:extLst xmlns:a="http://schemas.openxmlformats.org/drawingml/2006/main">
              <a:ext uri="{FF2B5EF4-FFF2-40B4-BE49-F238E27FC236}">
                <a16:creationId xmlns:a16="http://schemas.microsoft.com/office/drawing/2014/main" id="{FB15D4FC-C2DA-AEAF-2AD5-294EBF8AA5F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54.xml><?xml version="1.0" encoding="utf-8"?>
<p:sldLayout xmlns:p="http://schemas.openxmlformats.org/presentationml/2006/main" preserve="1" userDrawn="1">
  <p:cSld name="4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12170C4F-E822-37DD-6E3E-1B30D6DF09C1}"/>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6. References</a:t>
            </a:r>
          </a:p>
        </p:txBody>
      </p:sp>
      <p:sp>
        <p:nvSpPr>
          <p:cNvPr id="4" name="テキスト ボックス 3">
            <a:extLst xmlns:a="http://schemas.openxmlformats.org/drawingml/2006/main">
              <a:ext uri="{FF2B5EF4-FFF2-40B4-BE49-F238E27FC236}">
                <a16:creationId xmlns:a16="http://schemas.microsoft.com/office/drawing/2014/main" id="{3EAF421F-91E4-7A52-1841-0AB3892F2D6A}"/>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55.xml><?xml version="1.0" encoding="utf-8"?>
<p:sldLayout xmlns:p="http://schemas.openxmlformats.org/presentationml/2006/main" preserve="1" userDrawn="1">
  <p:cSld name="5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5621984D-76FE-ACAE-9E5B-DA4BD09015FB}"/>
              </a:ext>
            </a:extLst>
          </p:cNvPr>
          <p:cNvSpPr>
            <a:spLocks xmlns:a="http://schemas.openxmlformats.org/drawingml/2006/main" noGrp="1"/>
          </p:cNvSpPr>
          <p:nvPr/>
        </p:nvSpPr>
        <p:spPr>
          <a:xfrm xmlns:a="http://schemas.openxmlformats.org/drawingml/2006/main">
            <a:off x="116601" y="104328"/>
            <a:ext cx="2812752"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7. Supplementary Information</a:t>
            </a:r>
          </a:p>
        </p:txBody>
      </p:sp>
      <p:sp>
        <p:nvSpPr>
          <p:cNvPr id="4" name="テキスト ボックス 3">
            <a:extLst xmlns:a="http://schemas.openxmlformats.org/drawingml/2006/main">
              <a:ext uri="{FF2B5EF4-FFF2-40B4-BE49-F238E27FC236}">
                <a16:creationId xmlns:a16="http://schemas.microsoft.com/office/drawing/2014/main" id="{3C378D87-3011-1B78-019A-7BDF64235756}"/>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56.xml><?xml version="1.0" encoding="utf-8"?>
<p:sldLayout xmlns:p="http://schemas.openxmlformats.org/presentationml/2006/main" type="title" preserve="1">
  <p:cSld name="タイトル スライド">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D47ACD2-5806-48AA-AD8B-912485599EDC}"/>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マスター タイトルの書式設定</a:t>
            </a:r>
            <a:endParaRPr/>
          </a:p>
        </p:txBody>
      </p:sp>
      <p:sp>
        <p:nvSpPr>
          <p:cNvPr id="3" name="Subtitle 2">
            <a:extLst xmlns:a="http://schemas.openxmlformats.org/drawingml/2006/main">
              <a:ext uri="{FF2B5EF4-FFF2-40B4-BE49-F238E27FC236}">
                <a16:creationId xmlns:a16="http://schemas.microsoft.com/office/drawing/2014/main" id="{4DC334EC-96FF-46D5-980A-04550CD50B71}"/>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マスター サブタイトルの書式設定</a:t>
            </a:r>
            <a:endParaRPr/>
          </a:p>
        </p:txBody>
      </p:sp>
      <p:sp>
        <p:nvSpPr>
          <p:cNvPr id="4" name="Date Placeholder 3">
            <a:extLst xmlns:a="http://schemas.openxmlformats.org/drawingml/2006/main">
              <a:ext uri="{FF2B5EF4-FFF2-40B4-BE49-F238E27FC236}">
                <a16:creationId xmlns:a16="http://schemas.microsoft.com/office/drawing/2014/main" id="{06C89B83-696B-482D-B411-39AD5C87CB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Footer Placeholder 4">
            <a:extLst xmlns:a="http://schemas.openxmlformats.org/drawingml/2006/main">
              <a:ext uri="{FF2B5EF4-FFF2-40B4-BE49-F238E27FC236}">
                <a16:creationId xmlns:a16="http://schemas.microsoft.com/office/drawing/2014/main" id="{CE72F8A1-56F3-4E06-AC52-62061E2163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0E048E3-8ED7-46BD-BEC2-F7D3AF074F7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57.xml><?xml version="1.0" encoding="utf-8"?>
<p:sldLayout xmlns:p="http://schemas.openxmlformats.org/presentationml/2006/main" type="obj" preserve="1">
  <p:cSld name="タイトルとコンテンツ">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1A87E1-AD54-45B5-8C92-0BEAB783E3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endParaRPr/>
          </a:p>
        </p:txBody>
      </p:sp>
      <p:sp>
        <p:nvSpPr>
          <p:cNvPr id="3" name="Content Placeholder 2">
            <a:extLst xmlns:a="http://schemas.openxmlformats.org/drawingml/2006/main">
              <a:ext uri="{FF2B5EF4-FFF2-40B4-BE49-F238E27FC236}">
                <a16:creationId xmlns:a16="http://schemas.microsoft.com/office/drawing/2014/main" id="{F04C990D-364F-4822-B800-D521E8D5DD8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4" name="Date Placeholder 3">
            <a:extLst xmlns:a="http://schemas.openxmlformats.org/drawingml/2006/main">
              <a:ext uri="{FF2B5EF4-FFF2-40B4-BE49-F238E27FC236}">
                <a16:creationId xmlns:a16="http://schemas.microsoft.com/office/drawing/2014/main" id="{08B1844F-B445-4711-8ED2-A01A55F6B5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Footer Placeholder 4">
            <a:extLst xmlns:a="http://schemas.openxmlformats.org/drawingml/2006/main">
              <a:ext uri="{FF2B5EF4-FFF2-40B4-BE49-F238E27FC236}">
                <a16:creationId xmlns:a16="http://schemas.microsoft.com/office/drawing/2014/main" id="{A02F7C10-4DDD-4F47-801D-0ABE02DF50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C30FD93-46AB-4901-9CB3-840BBF54A9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58.xml><?xml version="1.0" encoding="utf-8"?>
<p:sldLayout xmlns:p="http://schemas.openxmlformats.org/presentationml/2006/main" type="secHead" preserve="1">
  <p:cSld name="セクション見出し">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D63E10-7EE8-4CCE-B96B-49D60D25612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マスター タイトルの書式設定</a:t>
            </a:r>
            <a:endParaRPr/>
          </a:p>
        </p:txBody>
      </p:sp>
      <p:sp>
        <p:nvSpPr>
          <p:cNvPr id="3" name="Text Placeholder 2">
            <a:extLst xmlns:a="http://schemas.openxmlformats.org/drawingml/2006/main">
              <a:ext uri="{FF2B5EF4-FFF2-40B4-BE49-F238E27FC236}">
                <a16:creationId xmlns:a16="http://schemas.microsoft.com/office/drawing/2014/main" id="{15A8EFFE-D3E0-4B10-8131-727DFF8B089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マスター テキストの書式設定</a:t>
            </a:r>
          </a:p>
        </p:txBody>
      </p:sp>
      <p:sp>
        <p:nvSpPr>
          <p:cNvPr id="4" name="Date Placeholder 3">
            <a:extLst xmlns:a="http://schemas.openxmlformats.org/drawingml/2006/main">
              <a:ext uri="{FF2B5EF4-FFF2-40B4-BE49-F238E27FC236}">
                <a16:creationId xmlns:a16="http://schemas.microsoft.com/office/drawing/2014/main" id="{800B3BBB-E5D3-431A-B70A-DF64DECD5B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Footer Placeholder 4">
            <a:extLst xmlns:a="http://schemas.openxmlformats.org/drawingml/2006/main">
              <a:ext uri="{FF2B5EF4-FFF2-40B4-BE49-F238E27FC236}">
                <a16:creationId xmlns:a16="http://schemas.microsoft.com/office/drawing/2014/main" id="{726D6916-88D3-4729-BFB6-56E8E69FD9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EEFBDD1-400B-4180-8B21-A1D3FEC6FF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59.xml><?xml version="1.0" encoding="utf-8"?>
<p:sldLayout xmlns:p="http://schemas.openxmlformats.org/presentationml/2006/main" type="twoObj" preserve="1">
  <p:cSld name="2 つのコンテンツ">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3887BA7-C96A-4414-8681-F8C41A54F5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endParaRPr/>
          </a:p>
        </p:txBody>
      </p:sp>
      <p:sp>
        <p:nvSpPr>
          <p:cNvPr id="3" name="Content Placeholder 2">
            <a:extLst xmlns:a="http://schemas.openxmlformats.org/drawingml/2006/main">
              <a:ext uri="{FF2B5EF4-FFF2-40B4-BE49-F238E27FC236}">
                <a16:creationId xmlns:a16="http://schemas.microsoft.com/office/drawing/2014/main" id="{A1C28749-F701-48A7-8535-915EEDA5E62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4" name="Content Placeholder 3">
            <a:extLst xmlns:a="http://schemas.openxmlformats.org/drawingml/2006/main">
              <a:ext uri="{FF2B5EF4-FFF2-40B4-BE49-F238E27FC236}">
                <a16:creationId xmlns:a16="http://schemas.microsoft.com/office/drawing/2014/main" id="{DCACBB17-656E-4D72-93DA-538F09B802B3}"/>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5" name="Date Placeholder 4">
            <a:extLst xmlns:a="http://schemas.openxmlformats.org/drawingml/2006/main">
              <a:ext uri="{FF2B5EF4-FFF2-40B4-BE49-F238E27FC236}">
                <a16:creationId xmlns:a16="http://schemas.microsoft.com/office/drawing/2014/main" id="{32811D36-3C7D-4A0E-AF61-85BC512C73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Footer Placeholder 5">
            <a:extLst xmlns:a="http://schemas.openxmlformats.org/drawingml/2006/main">
              <a:ext uri="{FF2B5EF4-FFF2-40B4-BE49-F238E27FC236}">
                <a16:creationId xmlns:a16="http://schemas.microsoft.com/office/drawing/2014/main" id="{EB12F02D-D48B-4F82-BB23-D8F2E84680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CE31A4B-63D7-4E60-8D24-28924CAF16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0.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3BD07D-841B-45F9-A944-678BE0A18E6E}"/>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マスター タイトルの書式設定</a:t>
            </a:r>
            <a:endParaRPr/>
          </a:p>
        </p:txBody>
      </p:sp>
      <p:sp>
        <p:nvSpPr>
          <p:cNvPr id="3" name="Text Placeholder 2">
            <a:extLst xmlns:a="http://schemas.openxmlformats.org/drawingml/2006/main">
              <a:ext uri="{FF2B5EF4-FFF2-40B4-BE49-F238E27FC236}">
                <a16:creationId xmlns:a16="http://schemas.microsoft.com/office/drawing/2014/main" id="{DF466FA2-FA76-4A57-ADF8-48C3BE904F39}"/>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4" name="Content Placeholder 3">
            <a:extLst xmlns:a="http://schemas.openxmlformats.org/drawingml/2006/main">
              <a:ext uri="{FF2B5EF4-FFF2-40B4-BE49-F238E27FC236}">
                <a16:creationId xmlns:a16="http://schemas.microsoft.com/office/drawing/2014/main" id="{E783F024-3793-4EE3-A8D3-348E30825A35}"/>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5" name="Text Placeholder 4">
            <a:extLst xmlns:a="http://schemas.openxmlformats.org/drawingml/2006/main">
              <a:ext uri="{FF2B5EF4-FFF2-40B4-BE49-F238E27FC236}">
                <a16:creationId xmlns:a16="http://schemas.microsoft.com/office/drawing/2014/main" id="{DE4A7BD7-68C6-44F7-887F-E6DF3C7AB0D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6" name="Content Placeholder 5">
            <a:extLst xmlns:a="http://schemas.openxmlformats.org/drawingml/2006/main">
              <a:ext uri="{FF2B5EF4-FFF2-40B4-BE49-F238E27FC236}">
                <a16:creationId xmlns:a16="http://schemas.microsoft.com/office/drawing/2014/main" id="{55BE6F7F-A64B-4E29-9649-E0813FE47B17}"/>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7" name="Date Placeholder 6">
            <a:extLst xmlns:a="http://schemas.openxmlformats.org/drawingml/2006/main">
              <a:ext uri="{FF2B5EF4-FFF2-40B4-BE49-F238E27FC236}">
                <a16:creationId xmlns:a16="http://schemas.microsoft.com/office/drawing/2014/main" id="{C800D79B-BEAE-4461-90EF-142F8BEC22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8" name="Footer Placeholder 7">
            <a:extLst xmlns:a="http://schemas.openxmlformats.org/drawingml/2006/main">
              <a:ext uri="{FF2B5EF4-FFF2-40B4-BE49-F238E27FC236}">
                <a16:creationId xmlns:a16="http://schemas.microsoft.com/office/drawing/2014/main" id="{8F3DED0A-E0D1-456E-8313-65603BA833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44E6294-DC75-401C-9042-60EDE54D1A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1.xml><?xml version="1.0" encoding="utf-8"?>
<p:sldLayout xmlns:p="http://schemas.openxmlformats.org/presentationml/2006/main" type="titleOnly" preserve="1">
  <p:cSld name="タイトルのみ">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858ED8-C5B2-4F36-8DB8-A83E1CC673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endParaRPr/>
          </a:p>
        </p:txBody>
      </p:sp>
      <p:sp>
        <p:nvSpPr>
          <p:cNvPr id="3" name="Date Placeholder 2">
            <a:extLst xmlns:a="http://schemas.openxmlformats.org/drawingml/2006/main">
              <a:ext uri="{FF2B5EF4-FFF2-40B4-BE49-F238E27FC236}">
                <a16:creationId xmlns:a16="http://schemas.microsoft.com/office/drawing/2014/main" id="{6ACA830B-7950-4AB3-8EE5-898C7CC648E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4" name="Footer Placeholder 3">
            <a:extLst xmlns:a="http://schemas.openxmlformats.org/drawingml/2006/main">
              <a:ext uri="{FF2B5EF4-FFF2-40B4-BE49-F238E27FC236}">
                <a16:creationId xmlns:a16="http://schemas.microsoft.com/office/drawing/2014/main" id="{0F0A8B69-3E7E-4719-9E1E-8E67C6002A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32755D5-2CA8-4224-A219-6416ABB062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2.xml><?xml version="1.0" encoding="utf-8"?>
<p:sldLayout xmlns:p="http://schemas.openxmlformats.org/presentationml/2006/main" type="blank" preserve="1">
  <p:cSld name="白紙">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3C21EDC-CCD6-4886-9119-EF1FBB5267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3" name="Footer Placeholder 2">
            <a:extLst xmlns:a="http://schemas.openxmlformats.org/drawingml/2006/main">
              <a:ext uri="{FF2B5EF4-FFF2-40B4-BE49-F238E27FC236}">
                <a16:creationId xmlns:a16="http://schemas.microsoft.com/office/drawing/2014/main" id="{21B46D98-E055-4A80-8255-07889504DD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A65D4BC-F566-4A4A-894A-98A86A52F50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3.xml><?xml version="1.0" encoding="utf-8"?>
<p:sldLayout xmlns:p="http://schemas.openxmlformats.org/presentationml/2006/main" type="objTx" preserve="1">
  <p:cSld name="タイトル付きのコンテンツ">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E621AE-722B-4417-AD95-50EA35BE416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endParaRPr/>
          </a:p>
        </p:txBody>
      </p:sp>
      <p:sp>
        <p:nvSpPr>
          <p:cNvPr id="3" name="Content Placeholder 2">
            <a:extLst xmlns:a="http://schemas.openxmlformats.org/drawingml/2006/main">
              <a:ext uri="{FF2B5EF4-FFF2-40B4-BE49-F238E27FC236}">
                <a16:creationId xmlns:a16="http://schemas.microsoft.com/office/drawing/2014/main" id="{7E45AE86-E9EC-4723-A041-D063E60CF6D7}"/>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4" name="Text Placeholder 3">
            <a:extLst xmlns:a="http://schemas.openxmlformats.org/drawingml/2006/main">
              <a:ext uri="{FF2B5EF4-FFF2-40B4-BE49-F238E27FC236}">
                <a16:creationId xmlns:a16="http://schemas.microsoft.com/office/drawing/2014/main" id="{9C394430-34FB-4E9A-B099-C0AE06DB6D9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Date Placeholder 4">
            <a:extLst xmlns:a="http://schemas.openxmlformats.org/drawingml/2006/main">
              <a:ext uri="{FF2B5EF4-FFF2-40B4-BE49-F238E27FC236}">
                <a16:creationId xmlns:a16="http://schemas.microsoft.com/office/drawing/2014/main" id="{DAB44E7C-644D-41AC-A8F9-70FA10BB67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Footer Placeholder 5">
            <a:extLst xmlns:a="http://schemas.openxmlformats.org/drawingml/2006/main">
              <a:ext uri="{FF2B5EF4-FFF2-40B4-BE49-F238E27FC236}">
                <a16:creationId xmlns:a16="http://schemas.microsoft.com/office/drawing/2014/main" id="{9A7EB30A-4C6F-4DA4-A55C-35965DAE24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5D1329B-419F-481E-9699-348D639126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4.xml><?xml version="1.0" encoding="utf-8"?>
<p:sldLayout xmlns:p="http://schemas.openxmlformats.org/presentationml/2006/main" type="picTx" preserve="1">
  <p:cSld name="タイトル付きの図">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0D1083-EB9A-4135-8DE4-3AE4C83D03C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endParaRPr/>
          </a:p>
        </p:txBody>
      </p:sp>
      <p:sp>
        <p:nvSpPr>
          <p:cNvPr id="3" name="Picture Placeholder 2">
            <a:extLst xmlns:a="http://schemas.openxmlformats.org/drawingml/2006/main">
              <a:ext uri="{FF2B5EF4-FFF2-40B4-BE49-F238E27FC236}">
                <a16:creationId xmlns:a16="http://schemas.microsoft.com/office/drawing/2014/main" id="{EB5C050F-4198-4E6F-9755-32C3366AEF82}"/>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アイコンをクリックして図を追加</a:t>
            </a:r>
            <a:endParaRPr/>
          </a:p>
        </p:txBody>
      </p:sp>
      <p:sp>
        <p:nvSpPr>
          <p:cNvPr id="4" name="Text Placeholder 3">
            <a:extLst xmlns:a="http://schemas.openxmlformats.org/drawingml/2006/main">
              <a:ext uri="{FF2B5EF4-FFF2-40B4-BE49-F238E27FC236}">
                <a16:creationId xmlns:a16="http://schemas.microsoft.com/office/drawing/2014/main" id="{7953DF59-E598-40DB-A14E-47953CC1632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Date Placeholder 4">
            <a:extLst xmlns:a="http://schemas.openxmlformats.org/drawingml/2006/main">
              <a:ext uri="{FF2B5EF4-FFF2-40B4-BE49-F238E27FC236}">
                <a16:creationId xmlns:a16="http://schemas.microsoft.com/office/drawing/2014/main" id="{9783C331-2A74-4048-96EC-2236D0D877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6" name="Footer Placeholder 5">
            <a:extLst xmlns:a="http://schemas.openxmlformats.org/drawingml/2006/main">
              <a:ext uri="{FF2B5EF4-FFF2-40B4-BE49-F238E27FC236}">
                <a16:creationId xmlns:a16="http://schemas.microsoft.com/office/drawing/2014/main" id="{4EEAF13C-F554-4A5F-8DEB-DA77B539DE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4A8E0E5-C430-43FA-87EE-1765D5F551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5.xml><?xml version="1.0" encoding="utf-8"?>
<p:sldLayout xmlns:p="http://schemas.openxmlformats.org/presentationml/2006/main" type="vertTx" preserve="1">
  <p:cSld name="タイトルと縦書きテキスト">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04D99C-A41B-48EC-B7AD-06887B986B0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endParaRPr/>
          </a:p>
        </p:txBody>
      </p:sp>
      <p:sp>
        <p:nvSpPr>
          <p:cNvPr id="3" name="Vertical Text Placeholder 2">
            <a:extLst xmlns:a="http://schemas.openxmlformats.org/drawingml/2006/main">
              <a:ext uri="{FF2B5EF4-FFF2-40B4-BE49-F238E27FC236}">
                <a16:creationId xmlns:a16="http://schemas.microsoft.com/office/drawing/2014/main" id="{CBD63F4A-35AF-4856-9B57-D660FB4DCA2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4" name="Date Placeholder 3">
            <a:extLst xmlns:a="http://schemas.openxmlformats.org/drawingml/2006/main">
              <a:ext uri="{FF2B5EF4-FFF2-40B4-BE49-F238E27FC236}">
                <a16:creationId xmlns:a16="http://schemas.microsoft.com/office/drawing/2014/main" id="{8A87CCE0-01A2-40BE-8FD9-8CB00FF7F0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Footer Placeholder 4">
            <a:extLst xmlns:a="http://schemas.openxmlformats.org/drawingml/2006/main">
              <a:ext uri="{FF2B5EF4-FFF2-40B4-BE49-F238E27FC236}">
                <a16:creationId xmlns:a16="http://schemas.microsoft.com/office/drawing/2014/main" id="{A73192A5-259C-4EE3-9C47-535A257AF9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79BE22C-93B2-4311-AC68-8E86F95941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6.xml><?xml version="1.0" encoding="utf-8"?>
<p:sldLayout xmlns:p="http://schemas.openxmlformats.org/presentationml/2006/main" type="vertTitleAndTx" preserve="1">
  <p:cSld name="縦書きタイトルと&#10;縦書きテキスト">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77C7013-66F1-467E-910D-EAE6FDBFEB4E}"/>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マスター タイトルの書式設定</a:t>
            </a:r>
            <a:endParaRPr/>
          </a:p>
        </p:txBody>
      </p:sp>
      <p:sp>
        <p:nvSpPr>
          <p:cNvPr id="3" name="Vertical Text Placeholder 2">
            <a:extLst xmlns:a="http://schemas.openxmlformats.org/drawingml/2006/main">
              <a:ext uri="{FF2B5EF4-FFF2-40B4-BE49-F238E27FC236}">
                <a16:creationId xmlns:a16="http://schemas.microsoft.com/office/drawing/2014/main" id="{3F3BF709-4125-4395-9C09-CCBC493BEE31}"/>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4" name="Date Placeholder 3">
            <a:extLst xmlns:a="http://schemas.openxmlformats.org/drawingml/2006/main">
              <a:ext uri="{FF2B5EF4-FFF2-40B4-BE49-F238E27FC236}">
                <a16:creationId xmlns:a16="http://schemas.microsoft.com/office/drawing/2014/main" id="{CE9ACA07-7310-4167-AF7F-158BB0FFD3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885039-54E1-425C-BA26-26C83A74E520}" type="datetimeFigureOut">
              <a:t>2026/9/22</a:t>
            </a:fld>
            <a:endParaRPr/>
          </a:p>
        </p:txBody>
      </p:sp>
      <p:sp>
        <p:nvSpPr>
          <p:cNvPr id="5" name="Footer Placeholder 4">
            <a:extLst xmlns:a="http://schemas.openxmlformats.org/drawingml/2006/main">
              <a:ext uri="{FF2B5EF4-FFF2-40B4-BE49-F238E27FC236}">
                <a16:creationId xmlns:a16="http://schemas.microsoft.com/office/drawing/2014/main" id="{8232DB90-7605-4E66-B509-8FACCAFFC7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B8440C9-56E5-409D-8B51-74DB35B304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F465992-3E9A-449A-B59B-A19F1D4F4096}" type="slidenum">
              <a:t>‹#›</a:t>
            </a:fld>
            <a:endParaRPr/>
          </a:p>
        </p:txBody>
      </p:sp>
    </p:spTree>
  </p:cSld>
</p:sldLayout>
</file>

<file path=ppt/slideLayouts/slideLayout67.xml><?xml version="1.0" encoding="utf-8"?>
<p:sldLayout xmlns:p="http://schemas.openxmlformats.org/presentationml/2006/main" userDrawn="1">
  <p:cSld name="7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Executive Summary</a:t>
            </a: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68.xml><?xml version="1.0" encoding="utf-8"?>
<p:sldLayout xmlns:p="http://schemas.openxmlformats.org/presentationml/2006/main" preserve="1" userDrawn="1">
  <p:cSld name="8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目次</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69.xml><?xml version="1.0" encoding="utf-8"?>
<p:sldLayout xmlns:p="http://schemas.openxmlformats.org/presentationml/2006/main" preserve="1" userDrawn="1">
  <p:cSld name="13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58041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indent="0" algn="l" defTabSz="457200">
              <a:lnSpc>
                <a:spcPct val="100000"/>
              </a:lnSpc>
              <a:spcBef>
                <a:spcPts val="0"/>
              </a:spcBef>
              <a:spcAft>
                <a:spcPts val="0"/>
              </a:spcAft>
              <a:buClrTx/>
              <a:buSzTx/>
              <a:buFontTx/>
              <a:buNone/>
            </a:pPr>
            <a:r>
              <a:rPr sz="1050">
                <a:latin typeface="源ノ角ゴシック JP"/>
                <a:ea typeface="源ノ角ゴシック JP"/>
                <a:cs typeface="源ノ角ゴシック JP"/>
              </a:rPr>
              <a:t>問題特定｜健康ニーズの把握</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0.xml><?xml version="1.0" encoding="utf-8"?>
<p:sldLayout xmlns:p="http://schemas.openxmlformats.org/presentationml/2006/main" preserve="1" userDrawn="1">
  <p:cSld name="19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58041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indent="0" algn="l" defTabSz="457200">
              <a:lnSpc>
                <a:spcPct val="100000"/>
              </a:lnSpc>
              <a:spcBef>
                <a:spcPts val="0"/>
              </a:spcBef>
              <a:spcAft>
                <a:spcPts val="0"/>
              </a:spcAft>
              <a:buClrTx/>
              <a:buSzTx/>
              <a:buFontTx/>
              <a:buNone/>
            </a:pPr>
            <a:r>
              <a:rPr sz="1050">
                <a:latin typeface="源ノ角ゴシック JP"/>
                <a:ea typeface="源ノ角ゴシック JP"/>
                <a:cs typeface="源ノ角ゴシック JP"/>
              </a:rPr>
              <a:t>問題特定｜枠組みの提示</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1.xml><?xml version="1.0" encoding="utf-8"?>
<p:sldLayout xmlns:p="http://schemas.openxmlformats.org/presentationml/2006/main" preserve="1" userDrawn="1">
  <p:cSld name="14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58041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indent="0" algn="l" defTabSz="457200">
              <a:lnSpc>
                <a:spcPct val="100000"/>
              </a:lnSpc>
              <a:spcBef>
                <a:spcPts val="0"/>
              </a:spcBef>
              <a:spcAft>
                <a:spcPts val="0"/>
              </a:spcAft>
              <a:buClrTx/>
              <a:buSzTx/>
              <a:buFontTx/>
              <a:buNone/>
            </a:pPr>
            <a:r>
              <a:rPr sz="1050">
                <a:latin typeface="源ノ角ゴシック JP"/>
                <a:ea typeface="源ノ角ゴシック JP"/>
                <a:cs typeface="源ノ角ゴシック JP"/>
              </a:rPr>
              <a:t>問題特定｜実施量の評価</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2.xml><?xml version="1.0" encoding="utf-8"?>
<p:sldLayout xmlns:p="http://schemas.openxmlformats.org/presentationml/2006/main" preserve="1" userDrawn="1">
  <p:cSld name="15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58041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indent="0" algn="l" defTabSz="457200">
              <a:lnSpc>
                <a:spcPct val="100000"/>
              </a:lnSpc>
              <a:spcBef>
                <a:spcPts val="0"/>
              </a:spcBef>
              <a:spcAft>
                <a:spcPts val="0"/>
              </a:spcAft>
              <a:buClrTx/>
              <a:buSzTx/>
              <a:buFontTx/>
              <a:buNone/>
            </a:pPr>
            <a:r>
              <a:rPr sz="1050">
                <a:latin typeface="源ノ角ゴシック JP"/>
                <a:ea typeface="源ノ角ゴシック JP"/>
                <a:cs typeface="源ノ角ゴシック JP"/>
              </a:rPr>
              <a:t>問題特定｜適切さの評価</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3.xml><?xml version="1.0" encoding="utf-8"?>
<p:sldLayout xmlns:p="http://schemas.openxmlformats.org/presentationml/2006/main" preserve="1" userDrawn="1">
  <p:cSld name="16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58041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indent="0" algn="l" defTabSz="457200">
              <a:lnSpc>
                <a:spcPct val="100000"/>
              </a:lnSpc>
              <a:spcBef>
                <a:spcPts val="0"/>
              </a:spcBef>
              <a:spcAft>
                <a:spcPts val="0"/>
              </a:spcAft>
              <a:buClrTx/>
              <a:buSzTx/>
              <a:buFontTx/>
              <a:buNone/>
            </a:pPr>
            <a:r>
              <a:rPr sz="1050">
                <a:latin typeface="源ノ角ゴシック JP"/>
                <a:ea typeface="源ノ角ゴシック JP"/>
                <a:cs typeface="源ノ角ゴシック JP"/>
              </a:rPr>
              <a:t>問題特定｜まとめ</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4.xml><?xml version="1.0" encoding="utf-8"?>
<p:sldLayout xmlns:p="http://schemas.openxmlformats.org/presentationml/2006/main" preserve="1" userDrawn="1">
  <p:cSld name="17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58041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indent="0" algn="l" defTabSz="457200">
              <a:lnSpc>
                <a:spcPct val="100000"/>
              </a:lnSpc>
              <a:spcBef>
                <a:spcPts val="0"/>
              </a:spcBef>
              <a:spcAft>
                <a:spcPts val="0"/>
              </a:spcAft>
              <a:buClrTx/>
              <a:buSzTx/>
              <a:buFontTx/>
              <a:buNone/>
            </a:pPr>
            <a:r>
              <a:rPr sz="1050">
                <a:latin typeface="源ノ角ゴシック JP"/>
                <a:ea typeface="源ノ角ゴシック JP"/>
                <a:cs typeface="源ノ角ゴシック JP"/>
              </a:rPr>
              <a:t>原因分析｜今後の方針</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5.xml><?xml version="1.0" encoding="utf-8"?>
<p:sldLayout xmlns:p="http://schemas.openxmlformats.org/presentationml/2006/main" preserve="1" userDrawn="1">
  <p:cSld name="18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58041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indent="0" algn="l" defTabSz="457200">
              <a:lnSpc>
                <a:spcPct val="100000"/>
              </a:lnSpc>
              <a:spcBef>
                <a:spcPts val="0"/>
              </a:spcBef>
              <a:spcAft>
                <a:spcPts val="0"/>
              </a:spcAft>
              <a:buClrTx/>
              <a:buSzTx/>
              <a:buFontTx/>
              <a:buNone/>
            </a:pPr>
            <a:r>
              <a:rPr sz="1050">
                <a:latin typeface="源ノ角ゴシック JP"/>
                <a:ea typeface="源ノ角ゴシック JP"/>
                <a:cs typeface="源ノ角ゴシック JP"/>
              </a:rPr>
              <a:t>施策立案｜今後の方針</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6.xml><?xml version="1.0" encoding="utf-8"?>
<p:sldLayout xmlns:p="http://schemas.openxmlformats.org/presentationml/2006/main" preserve="1" userDrawn="1">
  <p:cSld name="12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まとめ</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7.xml><?xml version="1.0" encoding="utf-8"?>
<p:sldLayout xmlns:p="http://schemas.openxmlformats.org/presentationml/2006/main" preserve="1" userDrawn="1">
  <p:cSld name="20_ユーザー設定レイアウト">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参考文献</a:t>
            </a:r>
            <a:endParaRPr sz="1050">
              <a:latin typeface="源ノ角ゴシック JP"/>
              <a:ea typeface="源ノ角ゴシック JP"/>
              <a:cs typeface="源ノ角ゴシック JP"/>
            </a:endParaRP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78.xml><?xml version="1.0" encoding="utf-8"?>
<p:sldLayout xmlns:p="http://schemas.openxmlformats.org/presentationml/2006/main" preserve="1" userDrawn="1">
  <p:cSld name="1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79.xml><?xml version="1.0" encoding="utf-8"?>
<p:sldLayout xmlns:p="http://schemas.openxmlformats.org/presentationml/2006/main" preserve="1" userDrawn="1">
  <p:cSld name="2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80.xml><?xml version="1.0" encoding="utf-8"?>
<p:sldLayout xmlns:p="http://schemas.openxmlformats.org/presentationml/2006/main" preserve="1" userDrawn="1">
  <p:cSld name="3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81.xml><?xml version="1.0" encoding="utf-8"?>
<p:sldLayout xmlns:p="http://schemas.openxmlformats.org/presentationml/2006/main" preserve="1" userDrawn="1">
  <p:cSld name="4_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63BF76D-BD8F-04C5-7CD6-C3FDA7AC0654}"/>
              </a:ext>
            </a:extLst>
          </p:cNvPr>
          <p:cNvSpPr>
            <a:spLocks xmlns:a="http://schemas.openxmlformats.org/drawingml/2006/main" noGrp="1"/>
          </p:cNvSpPr>
          <p:nvPr>
            <p:ph type="title" idx="0"/>
          </p:nvPr>
        </p:nvSpPr>
        <p:spPr>
          <a:xfrm xmlns:a="http://schemas.openxmlformats.org/drawingml/2006/main">
            <a:off x="0" y="4"/>
            <a:ext cx="12192000" cy="650513"/>
          </a:xfrm>
          <a:prstGeom xmlns:a="http://schemas.openxmlformats.org/drawingml/2006/main" prst="rect">
            <a:avLst/>
          </a:prstGeom>
          <a:solidFill xmlns:a="http://schemas.openxmlformats.org/drawingml/2006/main">
            <a:schemeClr val="accent2">
              <a:lumMod val="40000"/>
              <a:lumOff val="60000"/>
            </a:schemeClr>
          </a:solidFill>
        </p:spPr>
        <p:txBody>
          <a:bodyPr xmlns:a="http://schemas.openxmlformats.org/drawingml/2006/main">
            <a:noAutofit/>
          </a:bodyPr>
          <a:lstStyle xmlns:a="http://schemas.openxmlformats.org/drawingml/2006/main">
            <a:lvl1pPr>
              <a:buNone/>
              <a:defRPr sz="1575">
                <a:latin typeface="+mn-ea"/>
                <a:ea typeface="+mn-ea"/>
                <a:cs typeface="+mn-ea"/>
              </a:defRPr>
            </a:lvl1pPr>
          </a:lstStyle>
          <a:p xmlns:a="http://schemas.openxmlformats.org/drawingml/2006/main">
            <a:r>
              <a:t>マスター タイトルの書式設定</a:t>
            </a:r>
            <a:endParaRPr/>
          </a:p>
        </p:txBody>
      </p:sp>
      <p:sp>
        <p:nvSpPr>
          <p:cNvPr id="3" name="コンテンツ プレースホルダー 2">
            <a:extLst xmlns:a="http://schemas.openxmlformats.org/drawingml/2006/main">
              <a:ext uri="{FF2B5EF4-FFF2-40B4-BE49-F238E27FC236}">
                <a16:creationId xmlns:a16="http://schemas.microsoft.com/office/drawing/2014/main" id="{3C432AE6-99B9-074D-ACEC-E2979C96C08A}"/>
              </a:ext>
            </a:extLst>
          </p:cNvPr>
          <p:cNvSpPr>
            <a:spLocks xmlns:a="http://schemas.openxmlformats.org/drawingml/2006/main" noGrp="1"/>
          </p:cNvSpPr>
          <p:nvPr>
            <p:ph idx="1"/>
          </p:nvPr>
        </p:nvSpPr>
        <p:spPr>
          <a:xfrm xmlns:a="http://schemas.openxmlformats.org/drawingml/2006/main">
            <a:off x="644378" y="886704"/>
            <a:ext cx="11126735" cy="4998676"/>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15" name="フッター プレースホルダー 9">
            <a:extLst xmlns:a="http://schemas.openxmlformats.org/drawingml/2006/main">
              <a:ext uri="{FF2B5EF4-FFF2-40B4-BE49-F238E27FC236}">
                <a16:creationId xmlns:a16="http://schemas.microsoft.com/office/drawing/2014/main" id="{0018B26A-F8AB-A5E9-17E4-421D92C1A69D}"/>
              </a:ext>
            </a:extLst>
          </p:cNvPr>
          <p:cNvSpPr>
            <a:spLocks xmlns:a="http://schemas.openxmlformats.org/drawingml/2006/main" noGrp="1"/>
          </p:cNvSpPr>
          <p:nvPr/>
        </p:nvSpPr>
        <p:spPr>
          <a:xfrm xmlns:a="http://schemas.openxmlformats.org/drawingml/2006/main">
            <a:off x="30528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Methods</a:t>
            </a:r>
          </a:p>
        </p:txBody>
      </p:sp>
      <p:sp>
        <p:nvSpPr>
          <p:cNvPr id="16" name="フッター プレースホルダー 9">
            <a:extLst xmlns:a="http://schemas.openxmlformats.org/drawingml/2006/main">
              <a:ext uri="{FF2B5EF4-FFF2-40B4-BE49-F238E27FC236}">
                <a16:creationId xmlns:a16="http://schemas.microsoft.com/office/drawing/2014/main" id="{3955417E-0E48-7E03-A31E-74151DB79448}"/>
              </a:ext>
            </a:extLst>
          </p:cNvPr>
          <p:cNvSpPr>
            <a:spLocks xmlns:a="http://schemas.openxmlformats.org/drawingml/2006/main" noGrp="1"/>
          </p:cNvSpPr>
          <p:nvPr/>
        </p:nvSpPr>
        <p:spPr>
          <a:xfrm xmlns:a="http://schemas.openxmlformats.org/drawingml/2006/main">
            <a:off x="610560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Results</a:t>
            </a:r>
          </a:p>
        </p:txBody>
      </p:sp>
      <p:sp>
        <p:nvSpPr>
          <p:cNvPr id="17" name="フッター プレースホルダー 9">
            <a:extLst xmlns:a="http://schemas.openxmlformats.org/drawingml/2006/main">
              <a:ext uri="{FF2B5EF4-FFF2-40B4-BE49-F238E27FC236}">
                <a16:creationId xmlns:a16="http://schemas.microsoft.com/office/drawing/2014/main" id="{0D7DAF3E-1D5E-9362-79A3-E7A483A574C7}"/>
              </a:ext>
            </a:extLst>
          </p:cNvPr>
          <p:cNvSpPr>
            <a:spLocks xmlns:a="http://schemas.openxmlformats.org/drawingml/2006/main" noGrp="1"/>
          </p:cNvSpPr>
          <p:nvPr/>
        </p:nvSpPr>
        <p:spPr>
          <a:xfrm xmlns:a="http://schemas.openxmlformats.org/drawingml/2006/main">
            <a:off x="9158400" y="6356350"/>
            <a:ext cx="3052800" cy="501650"/>
          </a:xfrm>
          <a:prstGeom xmlns:a="http://schemas.openxmlformats.org/drawingml/2006/main" prst="rect">
            <a:avLst/>
          </a:prstGeom>
          <a:solidFill xmlns:a="http://schemas.openxmlformats.org/drawingml/2006/main">
            <a:schemeClr val="tx2">
              <a:lumMod val="20000"/>
              <a:lumOff val="80000"/>
            </a:schemeClr>
          </a:solidFill>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Discussion</a:t>
            </a:r>
          </a:p>
        </p:txBody>
      </p:sp>
      <p:sp>
        <p:nvSpPr>
          <p:cNvPr id="18" name="フッター プレースホルダー 9">
            <a:extLst xmlns:a="http://schemas.openxmlformats.org/drawingml/2006/main">
              <a:ext uri="{FF2B5EF4-FFF2-40B4-BE49-F238E27FC236}">
                <a16:creationId xmlns:a16="http://schemas.microsoft.com/office/drawing/2014/main" id="{B49CB7BB-23F6-3FE4-941E-263D1BDAB1D1}"/>
              </a:ext>
            </a:extLst>
          </p:cNvPr>
          <p:cNvSpPr>
            <a:spLocks xmlns:a="http://schemas.openxmlformats.org/drawingml/2006/main" noGrp="1"/>
          </p:cNvSpPr>
          <p:nvPr/>
        </p:nvSpPr>
        <p:spPr>
          <a:xfrm xmlns:a="http://schemas.openxmlformats.org/drawingml/2006/main">
            <a:off x="0" y="6356350"/>
            <a:ext cx="3052800" cy="501650"/>
          </a:xfrm>
          <a:prstGeom xmlns:a="http://schemas.openxmlformats.org/drawingml/2006/main" prst="rect">
            <a:avLst/>
          </a:prstGeom>
          <a:ln xmlns:a="http://schemas.openxmlformats.org/drawingml/2006/main">
            <a:solidFill>
              <a:schemeClr val="accent6">
                <a:lumMod val="20000"/>
                <a:lumOff val="80000"/>
              </a:schemeClr>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3"/>
          </a:fontRef>
        </p:style>
        <p:txBody>
          <a:bodyPr xmlns:a="http://schemas.openxmlformats.org/drawingml/2006/main" vert="horz" lIns="51435" tIns="25718" rIns="51435" bIns="25718" anchor="ctr"/>
          <a:lstStyle xmlns:a="http://schemas.openxmlformats.org/drawingml/2006/main">
            <a:lvl1pPr marL="0" algn="ctr" defTabSz="914400">
              <a:buNone/>
              <a:defRPr sz="1200" kern="1200">
                <a:solidFill>
                  <a:schemeClr val="accent1">
                    <a:lumMod val="75000"/>
                  </a:schemeClr>
                </a:solidFill>
                <a:latin typeface="+mn-lt"/>
                <a:ea typeface="+mn-lt"/>
                <a:cs typeface="+mn-lt"/>
              </a:defRPr>
            </a:lvl1pPr>
            <a:lvl2pPr marL="457200" algn="l" defTabSz="914400">
              <a:buNone/>
              <a:defRPr sz="1800" kern="1200">
                <a:solidFill>
                  <a:schemeClr val="accent3"/>
                </a:solidFill>
                <a:latin typeface="+mn-lt"/>
                <a:ea typeface="+mn-lt"/>
                <a:cs typeface="+mn-lt"/>
              </a:defRPr>
            </a:lvl2pPr>
            <a:lvl3pPr marL="914400" algn="l" defTabSz="914400">
              <a:buNone/>
              <a:defRPr sz="1800" kern="1200">
                <a:solidFill>
                  <a:schemeClr val="accent3"/>
                </a:solidFill>
                <a:latin typeface="+mn-lt"/>
                <a:ea typeface="+mn-lt"/>
                <a:cs typeface="+mn-lt"/>
              </a:defRPr>
            </a:lvl3pPr>
            <a:lvl4pPr marL="1371600" algn="l" defTabSz="914400">
              <a:buNone/>
              <a:defRPr sz="1800" kern="1200">
                <a:solidFill>
                  <a:schemeClr val="accent3"/>
                </a:solidFill>
                <a:latin typeface="+mn-lt"/>
                <a:ea typeface="+mn-lt"/>
                <a:cs typeface="+mn-lt"/>
              </a:defRPr>
            </a:lvl4pPr>
            <a:lvl5pPr marL="1828800" algn="l" defTabSz="914400">
              <a:buNone/>
              <a:defRPr sz="1800" kern="1200">
                <a:solidFill>
                  <a:schemeClr val="accent3"/>
                </a:solidFill>
                <a:latin typeface="+mn-lt"/>
                <a:ea typeface="+mn-lt"/>
                <a:cs typeface="+mn-lt"/>
              </a:defRPr>
            </a:lvl5pPr>
            <a:lvl6pPr marL="2286000" algn="l" defTabSz="914400">
              <a:buNone/>
              <a:defRPr sz="1800" kern="1200">
                <a:solidFill>
                  <a:schemeClr val="accent3"/>
                </a:solidFill>
                <a:latin typeface="+mn-lt"/>
                <a:ea typeface="+mn-lt"/>
                <a:cs typeface="+mn-lt"/>
              </a:defRPr>
            </a:lvl6pPr>
            <a:lvl7pPr marL="2743200" algn="l" defTabSz="914400">
              <a:buNone/>
              <a:defRPr sz="1800" kern="1200">
                <a:solidFill>
                  <a:schemeClr val="accent3"/>
                </a:solidFill>
                <a:latin typeface="+mn-lt"/>
                <a:ea typeface="+mn-lt"/>
                <a:cs typeface="+mn-lt"/>
              </a:defRPr>
            </a:lvl7pPr>
            <a:lvl8pPr marL="3200400" algn="l" defTabSz="914400">
              <a:buNone/>
              <a:defRPr sz="1800" kern="1200">
                <a:solidFill>
                  <a:schemeClr val="accent3"/>
                </a:solidFill>
                <a:latin typeface="+mn-lt"/>
                <a:ea typeface="+mn-lt"/>
                <a:cs typeface="+mn-lt"/>
              </a:defRPr>
            </a:lvl8pPr>
            <a:lvl9pPr marL="3657600" algn="l" defTabSz="914400">
              <a:buNone/>
              <a:defRPr sz="1800" kern="1200">
                <a:solidFill>
                  <a:schemeClr val="accent3"/>
                </a:solidFill>
                <a:latin typeface="+mn-lt"/>
                <a:ea typeface="+mn-lt"/>
                <a:cs typeface="+mn-lt"/>
              </a:defRPr>
            </a:lvl9pPr>
          </a:lstStyle>
          <a:p xmlns:a="http://schemas.openxmlformats.org/drawingml/2006/main">
            <a:r>
              <a:rPr sz="675"/>
              <a:t>Background</a:t>
            </a:r>
          </a:p>
        </p:txBody>
      </p:sp>
    </p:spTree>
  </p:cSld>
</p:sldLayout>
</file>

<file path=ppt/slideLayouts/slideLayout82.xml><?xml version="1.0" encoding="utf-8"?>
<p:sldLayout xmlns:p="http://schemas.openxmlformats.org/presentationml/2006/main" userDrawn="1">
  <p:cSld name="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6" name="テキスト ボックス 5">
            <a:extLst xmlns:a="http://schemas.openxmlformats.org/drawingml/2006/main">
              <a:ext uri="{FF2B5EF4-FFF2-40B4-BE49-F238E27FC236}">
                <a16:creationId xmlns:a16="http://schemas.microsoft.com/office/drawing/2014/main" id="{48A53052-673D-3D58-8593-41204167CE3F}"/>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1. Background</a:t>
            </a:r>
          </a:p>
        </p:txBody>
      </p:sp>
      <p:sp>
        <p:nvSpPr>
          <p:cNvPr id="2" name="テキスト ボックス 1">
            <a:extLst xmlns:a="http://schemas.openxmlformats.org/drawingml/2006/main">
              <a:ext uri="{FF2B5EF4-FFF2-40B4-BE49-F238E27FC236}">
                <a16:creationId xmlns:a16="http://schemas.microsoft.com/office/drawing/2014/main" id="{D93BB214-26A9-668E-9693-1FD3A34B128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83.xml><?xml version="1.0" encoding="utf-8"?>
<p:sldLayout xmlns:p="http://schemas.openxmlformats.org/presentationml/2006/main" preserve="1" userDrawn="1">
  <p:cSld name="1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19B0FFF6-7C5D-C9EF-84E9-9870869C00BB}"/>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2. Methods</a:t>
            </a:r>
          </a:p>
        </p:txBody>
      </p:sp>
      <p:sp>
        <p:nvSpPr>
          <p:cNvPr id="4" name="テキスト ボックス 3">
            <a:extLst xmlns:a="http://schemas.openxmlformats.org/drawingml/2006/main">
              <a:ext uri="{FF2B5EF4-FFF2-40B4-BE49-F238E27FC236}">
                <a16:creationId xmlns:a16="http://schemas.microsoft.com/office/drawing/2014/main" id="{4B39CD68-3172-0CDB-95B6-53581225BBD5}"/>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84.xml><?xml version="1.0" encoding="utf-8"?>
<p:sldLayout xmlns:p="http://schemas.openxmlformats.org/presentationml/2006/main" preserve="1" userDrawn="1">
  <p:cSld name="2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29618BAC-6AA1-C459-9FCC-C988BF6DB484}"/>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3. Results</a:t>
            </a:r>
          </a:p>
        </p:txBody>
      </p:sp>
      <p:sp>
        <p:nvSpPr>
          <p:cNvPr id="4" name="テキスト ボックス 3">
            <a:extLst xmlns:a="http://schemas.openxmlformats.org/drawingml/2006/main">
              <a:ext uri="{FF2B5EF4-FFF2-40B4-BE49-F238E27FC236}">
                <a16:creationId xmlns:a16="http://schemas.microsoft.com/office/drawing/2014/main" id="{8A85087D-7489-04C9-59E4-B949E1995CA0}"/>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85.xml><?xml version="1.0" encoding="utf-8"?>
<p:sldLayout xmlns:p="http://schemas.openxmlformats.org/presentationml/2006/main" preserve="1" userDrawn="1">
  <p:cSld name="3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2C64FE9A-D3BF-9215-0FB0-F9FACDB4C54A}"/>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4. Discussion</a:t>
            </a:r>
          </a:p>
        </p:txBody>
      </p:sp>
      <p:sp>
        <p:nvSpPr>
          <p:cNvPr id="4" name="テキスト ボックス 3">
            <a:extLst xmlns:a="http://schemas.openxmlformats.org/drawingml/2006/main">
              <a:ext uri="{FF2B5EF4-FFF2-40B4-BE49-F238E27FC236}">
                <a16:creationId xmlns:a16="http://schemas.microsoft.com/office/drawing/2014/main" id="{582622A8-62D8-A198-F93F-C600CC8E356E}"/>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86.xml><?xml version="1.0" encoding="utf-8"?>
<p:sldLayout xmlns:p="http://schemas.openxmlformats.org/presentationml/2006/main" preserve="1" userDrawn="1">
  <p:cSld name="6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CEDB2FBA-E537-6694-1EB0-49E06FFBB4EE}"/>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5. Conclusion</a:t>
            </a:r>
          </a:p>
        </p:txBody>
      </p:sp>
      <p:sp>
        <p:nvSpPr>
          <p:cNvPr id="4" name="テキスト ボックス 3">
            <a:extLst xmlns:a="http://schemas.openxmlformats.org/drawingml/2006/main">
              <a:ext uri="{FF2B5EF4-FFF2-40B4-BE49-F238E27FC236}">
                <a16:creationId xmlns:a16="http://schemas.microsoft.com/office/drawing/2014/main" id="{FB15D4FC-C2DA-AEAF-2AD5-294EBF8AA5F4}"/>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87.xml><?xml version="1.0" encoding="utf-8"?>
<p:sldLayout xmlns:p="http://schemas.openxmlformats.org/presentationml/2006/main" preserve="1" userDrawn="1">
  <p:cSld name="4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12170C4F-E822-37DD-6E3E-1B30D6DF09C1}"/>
              </a:ext>
            </a:extLst>
          </p:cNvPr>
          <p:cNvSpPr>
            <a:spLocks xmlns:a="http://schemas.openxmlformats.org/drawingml/2006/main" noGrp="1"/>
          </p:cNvSpPr>
          <p:nvPr/>
        </p:nvSpPr>
        <p:spPr>
          <a:xfrm xmlns:a="http://schemas.openxmlformats.org/drawingml/2006/main">
            <a:off x="116602" y="104328"/>
            <a:ext cx="2160193"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6. References</a:t>
            </a:r>
          </a:p>
        </p:txBody>
      </p:sp>
      <p:sp>
        <p:nvSpPr>
          <p:cNvPr id="4" name="テキスト ボックス 3">
            <a:extLst xmlns:a="http://schemas.openxmlformats.org/drawingml/2006/main">
              <a:ext uri="{FF2B5EF4-FFF2-40B4-BE49-F238E27FC236}">
                <a16:creationId xmlns:a16="http://schemas.microsoft.com/office/drawing/2014/main" id="{3EAF421F-91E4-7A52-1841-0AB3892F2D6A}"/>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Layouts/slideLayout88.xml><?xml version="1.0" encoding="utf-8"?>
<p:sldLayout xmlns:p="http://schemas.openxmlformats.org/presentationml/2006/main" preserve="1" userDrawn="1">
  <p:cSld name="5_ユーザー設定レイアウト">
    <p:bg>
      <p:bgPr>
        <a:solidFill xmlns:a="http://schemas.openxmlformats.org/drawingml/2006/main">
          <a:schemeClr val="accent2">
            <a:lumMod val="20000"/>
            <a:lumOff val="80000"/>
            <a:alpha val="19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5621984D-76FE-ACAE-9E5B-DA4BD09015FB}"/>
              </a:ext>
            </a:extLst>
          </p:cNvPr>
          <p:cNvSpPr>
            <a:spLocks xmlns:a="http://schemas.openxmlformats.org/drawingml/2006/main" noGrp="1"/>
          </p:cNvSpPr>
          <p:nvPr/>
        </p:nvSpPr>
        <p:spPr>
          <a:xfrm xmlns:a="http://schemas.openxmlformats.org/drawingml/2006/main">
            <a:off x="116601" y="104328"/>
            <a:ext cx="2812752"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latin typeface="源ノ角ゴシック JP"/>
                <a:ea typeface="源ノ角ゴシック JP"/>
                <a:cs typeface="源ノ角ゴシック JP"/>
              </a:rPr>
              <a:t>7. Supplementary Information</a:t>
            </a:r>
          </a:p>
        </p:txBody>
      </p:sp>
      <p:sp>
        <p:nvSpPr>
          <p:cNvPr id="4" name="テキスト ボックス 3">
            <a:extLst xmlns:a="http://schemas.openxmlformats.org/drawingml/2006/main">
              <a:ext uri="{FF2B5EF4-FFF2-40B4-BE49-F238E27FC236}">
                <a16:creationId xmlns:a16="http://schemas.microsoft.com/office/drawing/2014/main" id="{3C378D87-3011-1B78-019A-7BDF64235756}"/>
              </a:ext>
            </a:extLst>
          </p:cNvPr>
          <p:cNvSpPr>
            <a:spLocks xmlns:a="http://schemas.openxmlformats.org/drawingml/2006/main" noGrp="1"/>
          </p:cNvSpPr>
          <p:nvPr/>
        </p:nvSpPr>
        <p:spPr>
          <a:xfrm xmlns:a="http://schemas.openxmlformats.org/drawingml/2006/main">
            <a:off x="11621267" y="6535813"/>
            <a:ext cx="57073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fld id="{2D045537-F4BB-4948-9DF3-7D7722CD90C0}" type="slidenum">
              <a:rPr sz="1100"/>
              <a:t>‹#›</a:t>
            </a:fld>
            <a:endParaRPr sz="11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d023daa31b44dd" /><Relationship Type="http://schemas.openxmlformats.org/officeDocument/2006/relationships/slideLayout" Target="/ppt/slideLayouts/slideLayout1.xml" Id="Reba18e8b6f854c06" /><Relationship Type="http://schemas.openxmlformats.org/officeDocument/2006/relationships/slideLayout" Target="/ppt/slideLayouts/slideLayout2.xml" Id="R4731c21d011f48ee" /><Relationship Type="http://schemas.openxmlformats.org/officeDocument/2006/relationships/slideLayout" Target="/ppt/slideLayouts/slideLayout3.xml" Id="R39d581ced11d498e" /><Relationship Type="http://schemas.openxmlformats.org/officeDocument/2006/relationships/slideLayout" Target="/ppt/slideLayouts/slideLayout4.xml" Id="R0ebc0fbb101c4c9d" /><Relationship Type="http://schemas.openxmlformats.org/officeDocument/2006/relationships/slideLayout" Target="/ppt/slideLayouts/slideLayout5.xml" Id="R76b23685113443e4" /><Relationship Type="http://schemas.openxmlformats.org/officeDocument/2006/relationships/slideLayout" Target="/ppt/slideLayouts/slideLayout6.xml" Id="R9f31fe2328d34198" /><Relationship Type="http://schemas.openxmlformats.org/officeDocument/2006/relationships/slideLayout" Target="/ppt/slideLayouts/slideLayout7.xml" Id="Rfb8db6c3a4f64a7a" /><Relationship Type="http://schemas.openxmlformats.org/officeDocument/2006/relationships/slideLayout" Target="/ppt/slideLayouts/slideLayout8.xml" Id="R68d3f974b7a645c7" /><Relationship Type="http://schemas.openxmlformats.org/officeDocument/2006/relationships/slideLayout" Target="/ppt/slideLayouts/slideLayout9.xml" Id="R452d27b6753c46f7" /><Relationship Type="http://schemas.openxmlformats.org/officeDocument/2006/relationships/slideLayout" Target="/ppt/slideLayouts/slideLayout10.xml" Id="Rc3cbd9deb4864f28" /><Relationship Type="http://schemas.openxmlformats.org/officeDocument/2006/relationships/slideLayout" Target="/ppt/slideLayouts/slideLayout11.xml" Id="Re878813a7f8b4dc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429f119b4794c14" /><Relationship Type="http://schemas.openxmlformats.org/officeDocument/2006/relationships/slideLayout" Target="/ppt/slideLayouts/slideLayout12.xml" Id="R78581d4b958f4b75" /><Relationship Type="http://schemas.openxmlformats.org/officeDocument/2006/relationships/slideLayout" Target="/ppt/slideLayouts/slideLayout13.xml" Id="Rd4d35f99aac84df1" /><Relationship Type="http://schemas.openxmlformats.org/officeDocument/2006/relationships/slideLayout" Target="/ppt/slideLayouts/slideLayout14.xml" Id="R7dec546e52af4424" /><Relationship Type="http://schemas.openxmlformats.org/officeDocument/2006/relationships/slideLayout" Target="/ppt/slideLayouts/slideLayout15.xml" Id="R852849aa7cf2461d" /><Relationship Type="http://schemas.openxmlformats.org/officeDocument/2006/relationships/slideLayout" Target="/ppt/slideLayouts/slideLayout16.xml" Id="R7ad284864c4b4c6a" /><Relationship Type="http://schemas.openxmlformats.org/officeDocument/2006/relationships/slideLayout" Target="/ppt/slideLayouts/slideLayout17.xml" Id="Rde319f3310b94c13" /><Relationship Type="http://schemas.openxmlformats.org/officeDocument/2006/relationships/slideLayout" Target="/ppt/slideLayouts/slideLayout18.xml" Id="Rfeacd457dd3b431c" /><Relationship Type="http://schemas.openxmlformats.org/officeDocument/2006/relationships/slideLayout" Target="/ppt/slideLayouts/slideLayout19.xml" Id="Rc51de506b207465d" /><Relationship Type="http://schemas.openxmlformats.org/officeDocument/2006/relationships/slideLayout" Target="/ppt/slideLayouts/slideLayout20.xml" Id="Rb63b1e76ad3c4c8f" /><Relationship Type="http://schemas.openxmlformats.org/officeDocument/2006/relationships/slideLayout" Target="/ppt/slideLayouts/slideLayout21.xml" Id="Rc93df2354e334631" /><Relationship Type="http://schemas.openxmlformats.org/officeDocument/2006/relationships/slideLayout" Target="/ppt/slideLayouts/slideLayout22.xml" Id="R3e5abaaa5293416f" /><Relationship Type="http://schemas.openxmlformats.org/officeDocument/2006/relationships/slideLayout" Target="/ppt/slideLayouts/slideLayout23.xml" Id="Rdf38c3ebb5e740c6" /><Relationship Type="http://schemas.openxmlformats.org/officeDocument/2006/relationships/slideLayout" Target="/ppt/slideLayouts/slideLayout24.xml" Id="R2384b5954f6d4346" /><Relationship Type="http://schemas.openxmlformats.org/officeDocument/2006/relationships/slideLayout" Target="/ppt/slideLayouts/slideLayout25.xml" Id="Rbdc0f1f472f5454a" /><Relationship Type="http://schemas.openxmlformats.org/officeDocument/2006/relationships/slideLayout" Target="/ppt/slideLayouts/slideLayout26.xml" Id="R2e3b851f9d024110" /><Relationship Type="http://schemas.openxmlformats.org/officeDocument/2006/relationships/slideLayout" Target="/ppt/slideLayouts/slideLayout27.xml" Id="R6da030f11a48433e" /><Relationship Type="http://schemas.openxmlformats.org/officeDocument/2006/relationships/slideLayout" Target="/ppt/slideLayouts/slideLayout28.xml" Id="Raa22c1e39c6c4220" /><Relationship Type="http://schemas.openxmlformats.org/officeDocument/2006/relationships/slideLayout" Target="/ppt/slideLayouts/slideLayout29.xml" Id="R7916bba20fee4b36" /><Relationship Type="http://schemas.openxmlformats.org/officeDocument/2006/relationships/slideLayout" Target="/ppt/slideLayouts/slideLayout30.xml" Id="Rdfc2f9d5e19b4ae0" /><Relationship Type="http://schemas.openxmlformats.org/officeDocument/2006/relationships/slideLayout" Target="/ppt/slideLayouts/slideLayout31.xml" Id="R370c4e902ff94f45" /><Relationship Type="http://schemas.openxmlformats.org/officeDocument/2006/relationships/slideLayout" Target="/ppt/slideLayouts/slideLayout32.xml" Id="Rdf47f48eab4f406f"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8971281a9f0e4c3a" /><Relationship Type="http://schemas.openxmlformats.org/officeDocument/2006/relationships/slideLayout" Target="/ppt/slideLayouts/slideLayout33.xml" Id="R15785b1e6a9f4bee" /><Relationship Type="http://schemas.openxmlformats.org/officeDocument/2006/relationships/slideLayout" Target="/ppt/slideLayouts/slideLayout34.xml" Id="Rbbabfd09fa65478b" /><Relationship Type="http://schemas.openxmlformats.org/officeDocument/2006/relationships/slideLayout" Target="/ppt/slideLayouts/slideLayout35.xml" Id="R9a67f71634b4486b" /><Relationship Type="http://schemas.openxmlformats.org/officeDocument/2006/relationships/slideLayout" Target="/ppt/slideLayouts/slideLayout36.xml" Id="R86a028c321484a52" /><Relationship Type="http://schemas.openxmlformats.org/officeDocument/2006/relationships/slideLayout" Target="/ppt/slideLayouts/slideLayout37.xml" Id="Rca60744daa124ded" /><Relationship Type="http://schemas.openxmlformats.org/officeDocument/2006/relationships/slideLayout" Target="/ppt/slideLayouts/slideLayout38.xml" Id="R6f63c9d3f63c41c5" /><Relationship Type="http://schemas.openxmlformats.org/officeDocument/2006/relationships/slideLayout" Target="/ppt/slideLayouts/slideLayout39.xml" Id="Raa35490390f949cb" /><Relationship Type="http://schemas.openxmlformats.org/officeDocument/2006/relationships/slideLayout" Target="/ppt/slideLayouts/slideLayout40.xml" Id="R808b9684839e455e" /><Relationship Type="http://schemas.openxmlformats.org/officeDocument/2006/relationships/slideLayout" Target="/ppt/slideLayouts/slideLayout41.xml" Id="Radbfd5251a5d4a14" /><Relationship Type="http://schemas.openxmlformats.org/officeDocument/2006/relationships/slideLayout" Target="/ppt/slideLayouts/slideLayout42.xml" Id="R0863e535b85c49f3" /><Relationship Type="http://schemas.openxmlformats.org/officeDocument/2006/relationships/slideLayout" Target="/ppt/slideLayouts/slideLayout43.xml" Id="R82b6073cc06d4ce7" /><Relationship Type="http://schemas.openxmlformats.org/officeDocument/2006/relationships/slideLayout" Target="/ppt/slideLayouts/slideLayout44.xml" Id="R2a303d0e1da4422c" /><Relationship Type="http://schemas.openxmlformats.org/officeDocument/2006/relationships/slideLayout" Target="/ppt/slideLayouts/slideLayout45.xml" Id="R24e1167e6b4846d7" /><Relationship Type="http://schemas.openxmlformats.org/officeDocument/2006/relationships/slideLayout" Target="/ppt/slideLayouts/slideLayout46.xml" Id="R25aa8e659d2b439e" /><Relationship Type="http://schemas.openxmlformats.org/officeDocument/2006/relationships/slideLayout" Target="/ppt/slideLayouts/slideLayout47.xml" Id="R888ba728456549a0" /><Relationship Type="http://schemas.openxmlformats.org/officeDocument/2006/relationships/slideLayout" Target="/ppt/slideLayouts/slideLayout48.xml" Id="R5bae4d42c66242c8" /><Relationship Type="http://schemas.openxmlformats.org/officeDocument/2006/relationships/slideLayout" Target="/ppt/slideLayouts/slideLayout49.xml" Id="Rddae1b67da1a4496" /><Relationship Type="http://schemas.openxmlformats.org/officeDocument/2006/relationships/slideLayout" Target="/ppt/slideLayouts/slideLayout50.xml" Id="Rd902cdf2d1854dc8" /><Relationship Type="http://schemas.openxmlformats.org/officeDocument/2006/relationships/slideLayout" Target="/ppt/slideLayouts/slideLayout51.xml" Id="R8105be06e0954463" /><Relationship Type="http://schemas.openxmlformats.org/officeDocument/2006/relationships/slideLayout" Target="/ppt/slideLayouts/slideLayout52.xml" Id="Ra473d0228f334e7b" /><Relationship Type="http://schemas.openxmlformats.org/officeDocument/2006/relationships/slideLayout" Target="/ppt/slideLayouts/slideLayout53.xml" Id="R52d4fdbd094a4272" /><Relationship Type="http://schemas.openxmlformats.org/officeDocument/2006/relationships/slideLayout" Target="/ppt/slideLayouts/slideLayout54.xml" Id="R844137fafaca46f1" /><Relationship Type="http://schemas.openxmlformats.org/officeDocument/2006/relationships/slideLayout" Target="/ppt/slideLayouts/slideLayout55.xml" Id="Reae95c6cb4ec4b40"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34271f6154904c15" /><Relationship Type="http://schemas.openxmlformats.org/officeDocument/2006/relationships/slideLayout" Target="/ppt/slideLayouts/slideLayout56.xml" Id="R7b7fd0e0eebd4b2d" /><Relationship Type="http://schemas.openxmlformats.org/officeDocument/2006/relationships/slideLayout" Target="/ppt/slideLayouts/slideLayout57.xml" Id="Rf6ab5f0692e945ee" /><Relationship Type="http://schemas.openxmlformats.org/officeDocument/2006/relationships/slideLayout" Target="/ppt/slideLayouts/slideLayout58.xml" Id="R306c4cbbbe334e9e" /><Relationship Type="http://schemas.openxmlformats.org/officeDocument/2006/relationships/slideLayout" Target="/ppt/slideLayouts/slideLayout59.xml" Id="Raedb0d6cac154ef0" /><Relationship Type="http://schemas.openxmlformats.org/officeDocument/2006/relationships/slideLayout" Target="/ppt/slideLayouts/slideLayout60.xml" Id="R0cf8ea217c274775" /><Relationship Type="http://schemas.openxmlformats.org/officeDocument/2006/relationships/slideLayout" Target="/ppt/slideLayouts/slideLayout61.xml" Id="Rb75dfdf197dc42ea" /><Relationship Type="http://schemas.openxmlformats.org/officeDocument/2006/relationships/slideLayout" Target="/ppt/slideLayouts/slideLayout62.xml" Id="R2ddfa680dc3443d9" /><Relationship Type="http://schemas.openxmlformats.org/officeDocument/2006/relationships/slideLayout" Target="/ppt/slideLayouts/slideLayout63.xml" Id="Re0d542f97bec4f02" /><Relationship Type="http://schemas.openxmlformats.org/officeDocument/2006/relationships/slideLayout" Target="/ppt/slideLayouts/slideLayout64.xml" Id="Rea61cab175e24ba3" /><Relationship Type="http://schemas.openxmlformats.org/officeDocument/2006/relationships/slideLayout" Target="/ppt/slideLayouts/slideLayout65.xml" Id="Rd1f1a289fafa48bf" /><Relationship Type="http://schemas.openxmlformats.org/officeDocument/2006/relationships/slideLayout" Target="/ppt/slideLayouts/slideLayout66.xml" Id="R30937c7c7727461b" /><Relationship Type="http://schemas.openxmlformats.org/officeDocument/2006/relationships/slideLayout" Target="/ppt/slideLayouts/slideLayout67.xml" Id="R0d5843f3753e4a72" /><Relationship Type="http://schemas.openxmlformats.org/officeDocument/2006/relationships/slideLayout" Target="/ppt/slideLayouts/slideLayout68.xml" Id="Re986854caf28478e" /><Relationship Type="http://schemas.openxmlformats.org/officeDocument/2006/relationships/slideLayout" Target="/ppt/slideLayouts/slideLayout69.xml" Id="Rb2144ca21af644a8" /><Relationship Type="http://schemas.openxmlformats.org/officeDocument/2006/relationships/slideLayout" Target="/ppt/slideLayouts/slideLayout70.xml" Id="R9062440c836b468b" /><Relationship Type="http://schemas.openxmlformats.org/officeDocument/2006/relationships/slideLayout" Target="/ppt/slideLayouts/slideLayout71.xml" Id="R12a24211140140c2" /><Relationship Type="http://schemas.openxmlformats.org/officeDocument/2006/relationships/slideLayout" Target="/ppt/slideLayouts/slideLayout72.xml" Id="R5e5514abbdcf4209" /><Relationship Type="http://schemas.openxmlformats.org/officeDocument/2006/relationships/slideLayout" Target="/ppt/slideLayouts/slideLayout73.xml" Id="Rd6ce0ccae74542e6" /><Relationship Type="http://schemas.openxmlformats.org/officeDocument/2006/relationships/slideLayout" Target="/ppt/slideLayouts/slideLayout74.xml" Id="Rb3301005ef564bc5" /><Relationship Type="http://schemas.openxmlformats.org/officeDocument/2006/relationships/slideLayout" Target="/ppt/slideLayouts/slideLayout75.xml" Id="R6c7a52cb68934ef8" /><Relationship Type="http://schemas.openxmlformats.org/officeDocument/2006/relationships/slideLayout" Target="/ppt/slideLayouts/slideLayout76.xml" Id="Rb001310a9362400a" /><Relationship Type="http://schemas.openxmlformats.org/officeDocument/2006/relationships/slideLayout" Target="/ppt/slideLayouts/slideLayout77.xml" Id="R82f19797f304405a" /><Relationship Type="http://schemas.openxmlformats.org/officeDocument/2006/relationships/slideLayout" Target="/ppt/slideLayouts/slideLayout78.xml" Id="R8193d7a94084458a" /><Relationship Type="http://schemas.openxmlformats.org/officeDocument/2006/relationships/slideLayout" Target="/ppt/slideLayouts/slideLayout79.xml" Id="R600bb512a63743d7" /><Relationship Type="http://schemas.openxmlformats.org/officeDocument/2006/relationships/slideLayout" Target="/ppt/slideLayouts/slideLayout80.xml" Id="R6353b4367fa54463" /><Relationship Type="http://schemas.openxmlformats.org/officeDocument/2006/relationships/slideLayout" Target="/ppt/slideLayouts/slideLayout81.xml" Id="R7d6ae47b4266490e" /><Relationship Type="http://schemas.openxmlformats.org/officeDocument/2006/relationships/slideLayout" Target="/ppt/slideLayouts/slideLayout82.xml" Id="R1f77180fc2194b37" /><Relationship Type="http://schemas.openxmlformats.org/officeDocument/2006/relationships/slideLayout" Target="/ppt/slideLayouts/slideLayout83.xml" Id="Rdd9b95f647584b68" /><Relationship Type="http://schemas.openxmlformats.org/officeDocument/2006/relationships/slideLayout" Target="/ppt/slideLayouts/slideLayout84.xml" Id="Re1eca66989484ad0" /><Relationship Type="http://schemas.openxmlformats.org/officeDocument/2006/relationships/slideLayout" Target="/ppt/slideLayouts/slideLayout85.xml" Id="Rf61d5ee3d69d414b" /><Relationship Type="http://schemas.openxmlformats.org/officeDocument/2006/relationships/slideLayout" Target="/ppt/slideLayouts/slideLayout86.xml" Id="R468b73d6657e4540" /><Relationship Type="http://schemas.openxmlformats.org/officeDocument/2006/relationships/slideLayout" Target="/ppt/slideLayouts/slideLayout87.xml" Id="R65fe79307acf490d" /><Relationship Type="http://schemas.openxmlformats.org/officeDocument/2006/relationships/slideLayout" Target="/ppt/slideLayouts/slideLayout88.xml" Id="Rb25d99f25a9740a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タイトル プレースホルダー 1">
            <a:extLst xmlns:a="http://schemas.openxmlformats.org/drawingml/2006/main">
              <a:ext uri="{FF2B5EF4-FFF2-40B4-BE49-F238E27FC236}">
                <a16:creationId xmlns:a16="http://schemas.microsoft.com/office/drawing/2014/main" id="{4A6473A2-0987-3B8B-38EF-3946AA808ECD}"/>
              </a:ext>
            </a:extLst>
          </p:cNvPr>
          <p:cNvSpPr>
            <a:spLocks xmlns:a="http://schemas.openxmlformats.org/drawingml/2006/main" noGrp="1"/>
          </p:cNvSpPr>
          <p:nvPr>
            <p:ph type="title" idx="0"/>
          </p:nvPr>
        </p:nvSpPr>
        <p:spPr>
          <a:xfrm xmlns:a="http://schemas.openxmlformats.org/drawingml/2006/main">
            <a:off x="838200" y="365126"/>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1F510C03-F5E3-64AB-8E83-77A0E733B851}"/>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570247E9-3C7C-7E8D-58A7-CDD442FE4333}"/>
              </a:ext>
            </a:extLst>
          </p:cNvPr>
          <p:cNvSpPr>
            <a:spLocks xmlns:a="http://schemas.openxmlformats.org/drawingml/2006/main" noGrp="1"/>
          </p:cNvSpPr>
          <p:nvPr>
            <p:ph type="dt" idx="2"/>
          </p:nvPr>
        </p:nvSpPr>
        <p:spPr>
          <a:xfrm xmlns:a="http://schemas.openxmlformats.org/drawingml/2006/main">
            <a:off x="838200" y="6356351"/>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51C860E3-E470-C63F-41A3-55BCE4FFF036}"/>
              </a:ext>
            </a:extLst>
          </p:cNvPr>
          <p:cNvSpPr>
            <a:spLocks xmlns:a="http://schemas.openxmlformats.org/drawingml/2006/main" noGrp="1"/>
          </p:cNvSpPr>
          <p:nvPr>
            <p:ph type="ftr" idx="3"/>
          </p:nvPr>
        </p:nvSpPr>
        <p:spPr>
          <a:xfrm xmlns:a="http://schemas.openxmlformats.org/drawingml/2006/main">
            <a:off x="4038600" y="635635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EB1CC86D-FFAD-1D01-C3B1-E621740DE522}"/>
              </a:ext>
            </a:extLst>
          </p:cNvPr>
          <p:cNvSpPr>
            <a:spLocks xmlns:a="http://schemas.openxmlformats.org/drawingml/2006/main" noGrp="1"/>
          </p:cNvSpPr>
          <p:nvPr>
            <p:ph type="sldNum" idx="4"/>
          </p:nvPr>
        </p:nvSpPr>
        <p:spPr>
          <a:xfrm xmlns:a="http://schemas.openxmlformats.org/drawingml/2006/main">
            <a:off x="8610600" y="6356351"/>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F465992-3E9A-449A-B59B-A19F1D4F409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a18e8b6f854c06"/>
    <p:sldLayoutId xmlns:r="http://schemas.openxmlformats.org/officeDocument/2006/relationships" id="2147483650" r:id="R4731c21d011f48ee"/>
    <p:sldLayoutId xmlns:r="http://schemas.openxmlformats.org/officeDocument/2006/relationships" id="2147483651" r:id="R39d581ced11d498e"/>
    <p:sldLayoutId xmlns:r="http://schemas.openxmlformats.org/officeDocument/2006/relationships" id="2147483652" r:id="R0ebc0fbb101c4c9d"/>
    <p:sldLayoutId xmlns:r="http://schemas.openxmlformats.org/officeDocument/2006/relationships" id="2147483653" r:id="R76b23685113443e4"/>
    <p:sldLayoutId xmlns:r="http://schemas.openxmlformats.org/officeDocument/2006/relationships" id="2147483654" r:id="R9f31fe2328d34198"/>
    <p:sldLayoutId xmlns:r="http://schemas.openxmlformats.org/officeDocument/2006/relationships" id="2147483655" r:id="Rfb8db6c3a4f64a7a"/>
    <p:sldLayoutId xmlns:r="http://schemas.openxmlformats.org/officeDocument/2006/relationships" id="2147483656" r:id="R68d3f974b7a645c7"/>
    <p:sldLayoutId xmlns:r="http://schemas.openxmlformats.org/officeDocument/2006/relationships" id="2147483657" r:id="R452d27b6753c46f7"/>
    <p:sldLayoutId xmlns:r="http://schemas.openxmlformats.org/officeDocument/2006/relationships" id="2147483658" r:id="Rc3cbd9deb4864f28"/>
    <p:sldLayoutId xmlns:r="http://schemas.openxmlformats.org/officeDocument/2006/relationships" id="2147483659" r:id="Re878813a7f8b4dc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タイトル プレースホルダー 1">
            <a:extLst xmlns:a="http://schemas.openxmlformats.org/drawingml/2006/main">
              <a:ext uri="{FF2B5EF4-FFF2-40B4-BE49-F238E27FC236}">
                <a16:creationId xmlns:a16="http://schemas.microsoft.com/office/drawing/2014/main" id="{4A6473A2-0987-3B8B-38EF-3946AA808ECD}"/>
              </a:ext>
            </a:extLst>
          </p:cNvPr>
          <p:cNvSpPr>
            <a:spLocks xmlns:a="http://schemas.openxmlformats.org/drawingml/2006/main" noGrp="1"/>
          </p:cNvSpPr>
          <p:nvPr>
            <p:ph type="title" idx="0"/>
          </p:nvPr>
        </p:nvSpPr>
        <p:spPr>
          <a:xfrm xmlns:a="http://schemas.openxmlformats.org/drawingml/2006/main">
            <a:off x="838200" y="365128"/>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1F510C03-F5E3-64AB-8E83-77A0E733B851}"/>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570247E9-3C7C-7E8D-58A7-CDD442FE4333}"/>
              </a:ext>
            </a:extLst>
          </p:cNvPr>
          <p:cNvSpPr>
            <a:spLocks xmlns:a="http://schemas.openxmlformats.org/drawingml/2006/main" noGrp="1"/>
          </p:cNvSpPr>
          <p:nvPr>
            <p:ph type="dt" idx="2"/>
          </p:nvPr>
        </p:nvSpPr>
        <p:spPr>
          <a:xfrm xmlns:a="http://schemas.openxmlformats.org/drawingml/2006/main">
            <a:off x="838200" y="6356353"/>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51C860E3-E470-C63F-41A3-55BCE4FFF036}"/>
              </a:ext>
            </a:extLst>
          </p:cNvPr>
          <p:cNvSpPr>
            <a:spLocks xmlns:a="http://schemas.openxmlformats.org/drawingml/2006/main" noGrp="1"/>
          </p:cNvSpPr>
          <p:nvPr>
            <p:ph type="ftr" idx="3"/>
          </p:nvPr>
        </p:nvSpPr>
        <p:spPr>
          <a:xfrm xmlns:a="http://schemas.openxmlformats.org/drawingml/2006/main">
            <a:off x="4038600" y="6356353"/>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EB1CC86D-FFAD-1D01-C3B1-E621740DE522}"/>
              </a:ext>
            </a:extLst>
          </p:cNvPr>
          <p:cNvSpPr>
            <a:spLocks xmlns:a="http://schemas.openxmlformats.org/drawingml/2006/main" noGrp="1"/>
          </p:cNvSpPr>
          <p:nvPr>
            <p:ph type="sldNum" idx="4"/>
          </p:nvPr>
        </p:nvSpPr>
        <p:spPr>
          <a:xfrm xmlns:a="http://schemas.openxmlformats.org/drawingml/2006/main">
            <a:off x="8610600" y="6356353"/>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7F465992-3E9A-449A-B59B-A19F1D4F409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1" r:id="R78581d4b958f4b75"/>
    <p:sldLayoutId xmlns:r="http://schemas.openxmlformats.org/officeDocument/2006/relationships" id="2147483662" r:id="Rd4d35f99aac84df1"/>
    <p:sldLayoutId xmlns:r="http://schemas.openxmlformats.org/officeDocument/2006/relationships" id="2147483663" r:id="R7dec546e52af4424"/>
    <p:sldLayoutId xmlns:r="http://schemas.openxmlformats.org/officeDocument/2006/relationships" id="2147483664" r:id="R852849aa7cf2461d"/>
    <p:sldLayoutId xmlns:r="http://schemas.openxmlformats.org/officeDocument/2006/relationships" id="2147483665" r:id="R7ad284864c4b4c6a"/>
    <p:sldLayoutId xmlns:r="http://schemas.openxmlformats.org/officeDocument/2006/relationships" id="2147483666" r:id="Rde319f3310b94c13"/>
    <p:sldLayoutId xmlns:r="http://schemas.openxmlformats.org/officeDocument/2006/relationships" id="2147483667" r:id="Rfeacd457dd3b431c"/>
    <p:sldLayoutId xmlns:r="http://schemas.openxmlformats.org/officeDocument/2006/relationships" id="2147483668" r:id="Rc51de506b207465d"/>
    <p:sldLayoutId xmlns:r="http://schemas.openxmlformats.org/officeDocument/2006/relationships" id="2147483669" r:id="Rb63b1e76ad3c4c8f"/>
    <p:sldLayoutId xmlns:r="http://schemas.openxmlformats.org/officeDocument/2006/relationships" id="2147483670" r:id="Rc93df2354e334631"/>
    <p:sldLayoutId xmlns:r="http://schemas.openxmlformats.org/officeDocument/2006/relationships" id="2147483671" r:id="R3e5abaaa5293416f"/>
    <p:sldLayoutId xmlns:r="http://schemas.openxmlformats.org/officeDocument/2006/relationships" id="2147483672" r:id="Rdf38c3ebb5e740c6"/>
    <p:sldLayoutId xmlns:r="http://schemas.openxmlformats.org/officeDocument/2006/relationships" id="2147483673" r:id="R2384b5954f6d4346"/>
    <p:sldLayoutId xmlns:r="http://schemas.openxmlformats.org/officeDocument/2006/relationships" id="2147483674" r:id="Rbdc0f1f472f5454a"/>
    <p:sldLayoutId xmlns:r="http://schemas.openxmlformats.org/officeDocument/2006/relationships" id="2147483675" r:id="R2e3b851f9d024110"/>
    <p:sldLayoutId xmlns:r="http://schemas.openxmlformats.org/officeDocument/2006/relationships" id="2147483676" r:id="R6da030f11a48433e"/>
    <p:sldLayoutId xmlns:r="http://schemas.openxmlformats.org/officeDocument/2006/relationships" id="2147483677" r:id="Raa22c1e39c6c4220"/>
    <p:sldLayoutId xmlns:r="http://schemas.openxmlformats.org/officeDocument/2006/relationships" id="2147483678" r:id="R7916bba20fee4b36"/>
    <p:sldLayoutId xmlns:r="http://schemas.openxmlformats.org/officeDocument/2006/relationships" id="2147483679" r:id="Rdfc2f9d5e19b4ae0"/>
    <p:sldLayoutId xmlns:r="http://schemas.openxmlformats.org/officeDocument/2006/relationships" id="2147483680" r:id="R370c4e902ff94f45"/>
    <p:sldLayoutId xmlns:r="http://schemas.openxmlformats.org/officeDocument/2006/relationships" id="2147483681" r:id="Rdf47f48eab4f406f"/>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タイトル プレースホルダー 1">
            <a:extLst xmlns:a="http://schemas.openxmlformats.org/drawingml/2006/main">
              <a:ext uri="{FF2B5EF4-FFF2-40B4-BE49-F238E27FC236}">
                <a16:creationId xmlns:a16="http://schemas.microsoft.com/office/drawing/2014/main" id="{4A6473A2-0987-3B8B-38EF-3946AA808ECD}"/>
              </a:ext>
            </a:extLst>
          </p:cNvPr>
          <p:cNvSpPr>
            <a:spLocks xmlns:a="http://schemas.openxmlformats.org/drawingml/2006/main" noGrp="1"/>
          </p:cNvSpPr>
          <p:nvPr>
            <p:ph type="title" idx="0"/>
          </p:nvPr>
        </p:nvSpPr>
        <p:spPr>
          <a:xfrm xmlns:a="http://schemas.openxmlformats.org/drawingml/2006/main">
            <a:off x="838200" y="365128"/>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1F510C03-F5E3-64AB-8E83-77A0E733B851}"/>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570247E9-3C7C-7E8D-58A7-CDD442FE4333}"/>
              </a:ext>
            </a:extLst>
          </p:cNvPr>
          <p:cNvSpPr>
            <a:spLocks xmlns:a="http://schemas.openxmlformats.org/drawingml/2006/main" noGrp="1"/>
          </p:cNvSpPr>
          <p:nvPr>
            <p:ph type="dt" idx="2"/>
          </p:nvPr>
        </p:nvSpPr>
        <p:spPr>
          <a:xfrm xmlns:a="http://schemas.openxmlformats.org/drawingml/2006/main">
            <a:off x="838200" y="6356353"/>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22885039-54E1-425C-BA26-26C83A74E520}" type="datetimeFigureOut">
              <a:t>2026/9/22</a:t>
            </a:fld>
            <a:endParaRPr/>
          </a:p>
        </p:txBody>
      </p:sp>
      <p:sp>
        <p:nvSpPr>
          <p:cNvPr id="5" name="フッター プレースホルダー 4">
            <a:extLst xmlns:a="http://schemas.openxmlformats.org/drawingml/2006/main">
              <a:ext uri="{FF2B5EF4-FFF2-40B4-BE49-F238E27FC236}">
                <a16:creationId xmlns:a16="http://schemas.microsoft.com/office/drawing/2014/main" id="{51C860E3-E470-C63F-41A3-55BCE4FFF036}"/>
              </a:ext>
            </a:extLst>
          </p:cNvPr>
          <p:cNvSpPr>
            <a:spLocks xmlns:a="http://schemas.openxmlformats.org/drawingml/2006/main" noGrp="1"/>
          </p:cNvSpPr>
          <p:nvPr>
            <p:ph type="ftr" idx="3"/>
          </p:nvPr>
        </p:nvSpPr>
        <p:spPr>
          <a:xfrm xmlns:a="http://schemas.openxmlformats.org/drawingml/2006/main">
            <a:off x="4038600" y="6356353"/>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EB1CC86D-FFAD-1D01-C3B1-E621740DE522}"/>
              </a:ext>
            </a:extLst>
          </p:cNvPr>
          <p:cNvSpPr>
            <a:spLocks xmlns:a="http://schemas.openxmlformats.org/drawingml/2006/main" noGrp="1"/>
          </p:cNvSpPr>
          <p:nvPr>
            <p:ph type="sldNum" idx="4"/>
          </p:nvPr>
        </p:nvSpPr>
        <p:spPr>
          <a:xfrm xmlns:a="http://schemas.openxmlformats.org/drawingml/2006/main">
            <a:off x="8610600" y="6356353"/>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7F465992-3E9A-449A-B59B-A19F1D4F409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83" r:id="R15785b1e6a9f4bee"/>
    <p:sldLayoutId xmlns:r="http://schemas.openxmlformats.org/officeDocument/2006/relationships" id="2147483684" r:id="Rbbabfd09fa65478b"/>
    <p:sldLayoutId xmlns:r="http://schemas.openxmlformats.org/officeDocument/2006/relationships" id="2147483685" r:id="R9a67f71634b4486b"/>
    <p:sldLayoutId xmlns:r="http://schemas.openxmlformats.org/officeDocument/2006/relationships" id="2147483686" r:id="R86a028c321484a52"/>
    <p:sldLayoutId xmlns:r="http://schemas.openxmlformats.org/officeDocument/2006/relationships" id="2147483687" r:id="Rca60744daa124ded"/>
    <p:sldLayoutId xmlns:r="http://schemas.openxmlformats.org/officeDocument/2006/relationships" id="2147483688" r:id="R6f63c9d3f63c41c5"/>
    <p:sldLayoutId xmlns:r="http://schemas.openxmlformats.org/officeDocument/2006/relationships" id="2147483689" r:id="Raa35490390f949cb"/>
    <p:sldLayoutId xmlns:r="http://schemas.openxmlformats.org/officeDocument/2006/relationships" id="2147483690" r:id="R808b9684839e455e"/>
    <p:sldLayoutId xmlns:r="http://schemas.openxmlformats.org/officeDocument/2006/relationships" id="2147483691" r:id="Radbfd5251a5d4a14"/>
    <p:sldLayoutId xmlns:r="http://schemas.openxmlformats.org/officeDocument/2006/relationships" id="2147483692" r:id="R0863e535b85c49f3"/>
    <p:sldLayoutId xmlns:r="http://schemas.openxmlformats.org/officeDocument/2006/relationships" id="2147483693" r:id="R82b6073cc06d4ce7"/>
    <p:sldLayoutId xmlns:r="http://schemas.openxmlformats.org/officeDocument/2006/relationships" id="2147483694" r:id="R2a303d0e1da4422c"/>
    <p:sldLayoutId xmlns:r="http://schemas.openxmlformats.org/officeDocument/2006/relationships" id="2147483695" r:id="R24e1167e6b4846d7"/>
    <p:sldLayoutId xmlns:r="http://schemas.openxmlformats.org/officeDocument/2006/relationships" id="2147483696" r:id="R25aa8e659d2b439e"/>
    <p:sldLayoutId xmlns:r="http://schemas.openxmlformats.org/officeDocument/2006/relationships" id="2147483697" r:id="R888ba728456549a0"/>
    <p:sldLayoutId xmlns:r="http://schemas.openxmlformats.org/officeDocument/2006/relationships" id="2147483698" r:id="R5bae4d42c66242c8"/>
    <p:sldLayoutId xmlns:r="http://schemas.openxmlformats.org/officeDocument/2006/relationships" id="2147483699" r:id="Rddae1b67da1a4496"/>
    <p:sldLayoutId xmlns:r="http://schemas.openxmlformats.org/officeDocument/2006/relationships" id="2147483700" r:id="Rd902cdf2d1854dc8"/>
    <p:sldLayoutId xmlns:r="http://schemas.openxmlformats.org/officeDocument/2006/relationships" id="2147483701" r:id="R8105be06e0954463"/>
    <p:sldLayoutId xmlns:r="http://schemas.openxmlformats.org/officeDocument/2006/relationships" id="2147483702" r:id="Ra473d0228f334e7b"/>
    <p:sldLayoutId xmlns:r="http://schemas.openxmlformats.org/officeDocument/2006/relationships" id="2147483703" r:id="R52d4fdbd094a4272"/>
    <p:sldLayoutId xmlns:r="http://schemas.openxmlformats.org/officeDocument/2006/relationships" id="2147483704" r:id="R844137fafaca46f1"/>
    <p:sldLayoutId xmlns:r="http://schemas.openxmlformats.org/officeDocument/2006/relationships" id="2147483705" r:id="Reae95c6cb4ec4b40"/>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slideMaster4.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174B011-BB19-4CD4-A42A-7F8486BFAF4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マスター タイトルの書式設定</a:t>
            </a:r>
            <a:endParaRPr/>
          </a:p>
        </p:txBody>
      </p:sp>
      <p:sp>
        <p:nvSpPr>
          <p:cNvPr id="3" name="Text Placeholder 2">
            <a:extLst xmlns:a="http://schemas.openxmlformats.org/drawingml/2006/main">
              <a:ext uri="{FF2B5EF4-FFF2-40B4-BE49-F238E27FC236}">
                <a16:creationId xmlns:a16="http://schemas.microsoft.com/office/drawing/2014/main" id="{326C61E7-5189-4B4C-A6BA-C5E22128671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endParaRPr/>
          </a:p>
        </p:txBody>
      </p:sp>
      <p:sp>
        <p:nvSpPr>
          <p:cNvPr id="4" name="Date Placeholder 3">
            <a:extLst xmlns:a="http://schemas.openxmlformats.org/drawingml/2006/main">
              <a:ext uri="{FF2B5EF4-FFF2-40B4-BE49-F238E27FC236}">
                <a16:creationId xmlns:a16="http://schemas.microsoft.com/office/drawing/2014/main" id="{95E9080E-C9A2-4361-A6BB-5ABCD801B5C7}"/>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2885039-54E1-425C-BA26-26C83A74E520}" type="datetimeFigureOut">
              <a:t>2026/9/22</a:t>
            </a:fld>
            <a:endParaRPr/>
          </a:p>
        </p:txBody>
      </p:sp>
      <p:sp>
        <p:nvSpPr>
          <p:cNvPr id="5" name="Footer Placeholder 4">
            <a:extLst xmlns:a="http://schemas.openxmlformats.org/drawingml/2006/main">
              <a:ext uri="{FF2B5EF4-FFF2-40B4-BE49-F238E27FC236}">
                <a16:creationId xmlns:a16="http://schemas.microsoft.com/office/drawing/2014/main" id="{D7FBCAAA-0160-4DBC-9D1E-460811B608C7}"/>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5841D35-AA2D-4713-94A7-936B3C7CF070}"/>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F465992-3E9A-449A-B59B-A19F1D4F409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707" r:id="R7b7fd0e0eebd4b2d"/>
    <p:sldLayoutId xmlns:r="http://schemas.openxmlformats.org/officeDocument/2006/relationships" id="2147483708" r:id="Rf6ab5f0692e945ee"/>
    <p:sldLayoutId xmlns:r="http://schemas.openxmlformats.org/officeDocument/2006/relationships" id="2147483709" r:id="R306c4cbbbe334e9e"/>
    <p:sldLayoutId xmlns:r="http://schemas.openxmlformats.org/officeDocument/2006/relationships" id="2147483710" r:id="Raedb0d6cac154ef0"/>
    <p:sldLayoutId xmlns:r="http://schemas.openxmlformats.org/officeDocument/2006/relationships" id="2147483711" r:id="R0cf8ea217c274775"/>
    <p:sldLayoutId xmlns:r="http://schemas.openxmlformats.org/officeDocument/2006/relationships" id="2147483712" r:id="Rb75dfdf197dc42ea"/>
    <p:sldLayoutId xmlns:r="http://schemas.openxmlformats.org/officeDocument/2006/relationships" id="2147483713" r:id="R2ddfa680dc3443d9"/>
    <p:sldLayoutId xmlns:r="http://schemas.openxmlformats.org/officeDocument/2006/relationships" id="2147483714" r:id="Re0d542f97bec4f02"/>
    <p:sldLayoutId xmlns:r="http://schemas.openxmlformats.org/officeDocument/2006/relationships" id="2147483715" r:id="Rea61cab175e24ba3"/>
    <p:sldLayoutId xmlns:r="http://schemas.openxmlformats.org/officeDocument/2006/relationships" id="2147483716" r:id="Rd1f1a289fafa48bf"/>
    <p:sldLayoutId xmlns:r="http://schemas.openxmlformats.org/officeDocument/2006/relationships" id="2147483717" r:id="R30937c7c7727461b"/>
    <p:sldLayoutId xmlns:r="http://schemas.openxmlformats.org/officeDocument/2006/relationships" id="2147483718" r:id="R0d5843f3753e4a72"/>
    <p:sldLayoutId xmlns:r="http://schemas.openxmlformats.org/officeDocument/2006/relationships" id="2147483719" r:id="Re986854caf28478e"/>
    <p:sldLayoutId xmlns:r="http://schemas.openxmlformats.org/officeDocument/2006/relationships" id="2147483720" r:id="Rb2144ca21af644a8"/>
    <p:sldLayoutId xmlns:r="http://schemas.openxmlformats.org/officeDocument/2006/relationships" id="2147483721" r:id="R9062440c836b468b"/>
    <p:sldLayoutId xmlns:r="http://schemas.openxmlformats.org/officeDocument/2006/relationships" id="2147483722" r:id="R12a24211140140c2"/>
    <p:sldLayoutId xmlns:r="http://schemas.openxmlformats.org/officeDocument/2006/relationships" id="2147483723" r:id="R5e5514abbdcf4209"/>
    <p:sldLayoutId xmlns:r="http://schemas.openxmlformats.org/officeDocument/2006/relationships" id="2147483724" r:id="Rd6ce0ccae74542e6"/>
    <p:sldLayoutId xmlns:r="http://schemas.openxmlformats.org/officeDocument/2006/relationships" id="2147483725" r:id="Rb3301005ef564bc5"/>
    <p:sldLayoutId xmlns:r="http://schemas.openxmlformats.org/officeDocument/2006/relationships" id="2147483726" r:id="R6c7a52cb68934ef8"/>
    <p:sldLayoutId xmlns:r="http://schemas.openxmlformats.org/officeDocument/2006/relationships" id="2147483727" r:id="Rb001310a9362400a"/>
    <p:sldLayoutId xmlns:r="http://schemas.openxmlformats.org/officeDocument/2006/relationships" id="2147483728" r:id="R82f19797f304405a"/>
    <p:sldLayoutId xmlns:r="http://schemas.openxmlformats.org/officeDocument/2006/relationships" id="2147483729" r:id="R8193d7a94084458a"/>
    <p:sldLayoutId xmlns:r="http://schemas.openxmlformats.org/officeDocument/2006/relationships" id="2147483730" r:id="R600bb512a63743d7"/>
    <p:sldLayoutId xmlns:r="http://schemas.openxmlformats.org/officeDocument/2006/relationships" id="2147483731" r:id="R6353b4367fa54463"/>
    <p:sldLayoutId xmlns:r="http://schemas.openxmlformats.org/officeDocument/2006/relationships" id="2147483732" r:id="R7d6ae47b4266490e"/>
    <p:sldLayoutId xmlns:r="http://schemas.openxmlformats.org/officeDocument/2006/relationships" id="2147483733" r:id="R1f77180fc2194b37"/>
    <p:sldLayoutId xmlns:r="http://schemas.openxmlformats.org/officeDocument/2006/relationships" id="2147483734" r:id="Rdd9b95f647584b68"/>
    <p:sldLayoutId xmlns:r="http://schemas.openxmlformats.org/officeDocument/2006/relationships" id="2147483735" r:id="Re1eca66989484ad0"/>
    <p:sldLayoutId xmlns:r="http://schemas.openxmlformats.org/officeDocument/2006/relationships" id="2147483736" r:id="Rf61d5ee3d69d414b"/>
    <p:sldLayoutId xmlns:r="http://schemas.openxmlformats.org/officeDocument/2006/relationships" id="2147483737" r:id="R468b73d6657e4540"/>
    <p:sldLayoutId xmlns:r="http://schemas.openxmlformats.org/officeDocument/2006/relationships" id="2147483738" r:id="R65fe79307acf490d"/>
    <p:sldLayoutId xmlns:r="http://schemas.openxmlformats.org/officeDocument/2006/relationships" id="2147483739" r:id="Rb25d99f25a9740a4"/>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デザインの設定">
  <a:themeElements>
    <a:clrScheme name="紫">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紫">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1_デザインの設定">
  <a:themeElements>
    <a:clrScheme name="紫">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紫">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2_デザインの設定">
  <a:themeElements>
    <a:clrScheme name="紫">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紫">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2.xml" Id="Rf28aec365c824f07" /><Relationship Type="http://schemas.openxmlformats.org/officeDocument/2006/relationships/notesSlide" Target="/ppt/notesSlides/notesSlide1.xml" Id="R900e72ecfcf04e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7.xml" Id="Ra24931c4b75942b7" /><Relationship Type="http://schemas.openxmlformats.org/officeDocument/2006/relationships/notesSlide" Target="/ppt/notesSlides/notesSlide2.xml" Id="R678a1b50a3cf49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9.xml" Id="Re6fffe2d9ebd4b2b" /><Relationship Type="http://schemas.openxmlformats.org/officeDocument/2006/relationships/notesSlide" Target="/ppt/notesSlides/notesSlide3.xml" Id="R267993816a8a41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9.xml" Id="Rce159d51c8d34fab" /><Relationship Type="http://schemas.openxmlformats.org/officeDocument/2006/relationships/image" Target="/ppt/media/image.png" Id="R4f2a68d3c99f4fc8" /><Relationship Type="http://schemas.openxmlformats.org/officeDocument/2006/relationships/image" Target="/ppt/media/image2.png" Id="R388862bfa6664309" /><Relationship Type="http://schemas.openxmlformats.org/officeDocument/2006/relationships/image" Target="/ppt/media/image3.png" Id="R26368bb386264fc7" /><Relationship Type="http://schemas.openxmlformats.org/officeDocument/2006/relationships/notesSlide" Target="/ppt/notesSlides/notesSlide4.xml" Id="Reaaef875a02741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0.xml" Id="Rb35cc2399c1a4792" /><Relationship Type="http://schemas.openxmlformats.org/officeDocument/2006/relationships/notesSlide" Target="/ppt/notesSlides/notesSlide5.xml" Id="Ra7b3b1f981cb4c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71.xml" Id="R184031d456a84a55" /><Relationship Type="http://schemas.openxmlformats.org/officeDocument/2006/relationships/notesSlide" Target="/ppt/notesSlides/notesSlide6.xml" Id="R320bec6a254141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1.xml" Id="Rc6565add63994b65" /><Relationship Type="http://schemas.openxmlformats.org/officeDocument/2006/relationships/image" Target="/ppt/media/image4.png" Id="R8ded299ab2104b40" /><Relationship Type="http://schemas.openxmlformats.org/officeDocument/2006/relationships/image" Target="/ppt/media/image5.png" Id="R2e5d9a43cf0e4d6b" /><Relationship Type="http://schemas.openxmlformats.org/officeDocument/2006/relationships/notesSlide" Target="/ppt/notesSlides/notesSlide7.xml" Id="Raf4b8a29dda743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2.xml" Id="Ra75136431ac74bfd" /><Relationship Type="http://schemas.openxmlformats.org/officeDocument/2006/relationships/notesSlide" Target="/ppt/notesSlides/notesSlide8.xml" Id="R1f54acec03644b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72.xml" Id="Ra6b6543ea6f6414a" /><Relationship Type="http://schemas.openxmlformats.org/officeDocument/2006/relationships/notesSlide" Target="/ppt/notesSlides/notesSlide9.xml" Id="R28cc49ee37e043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2.xml" Id="R49094e001ed640b8" /><Relationship Type="http://schemas.openxmlformats.org/officeDocument/2006/relationships/notesSlide" Target="/ppt/notesSlides/notesSlide10.xml" Id="R44d544e0530d44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3.xml" Id="R227548c29fa642b6" /><Relationship Type="http://schemas.openxmlformats.org/officeDocument/2006/relationships/notesSlide" Target="/ppt/notesSlides/notesSlide11.xml" Id="Ra4da3f54e63b4b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2.xml" Id="R6f6c73d36113404e" /><Relationship Type="http://schemas.openxmlformats.org/officeDocument/2006/relationships/notesSlide" Target="/ppt/notesSlides/notesSlide12.xml" Id="R1571952deb3949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2.xml" Id="R117fb59bb23740f9" /><Relationship Type="http://schemas.openxmlformats.org/officeDocument/2006/relationships/notesSlide" Target="/ppt/notesSlides/notesSlide13.xml" Id="Rdab80d1b1ee142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2.xml" Id="R63108827da674cc6" /><Relationship Type="http://schemas.openxmlformats.org/officeDocument/2006/relationships/notesSlide" Target="/ppt/notesSlides/notesSlide14.xml" Id="Rddf5fccf45514f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7.xml" Id="R0fe82db3473d4099" /><Relationship Type="http://schemas.openxmlformats.org/officeDocument/2006/relationships/notesSlide" Target="/ppt/notesSlides/notesSlide15.xml" Id="R0d30546b4d8047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7.xml" Id="Rba69c25acdd44903" /><Relationship Type="http://schemas.openxmlformats.org/officeDocument/2006/relationships/notesSlide" Target="/ppt/notesSlides/notesSlide16.xml" Id="R9ae023e13bf547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7.xml" Id="Rf34f9d3160844d58" /><Relationship Type="http://schemas.openxmlformats.org/officeDocument/2006/relationships/notesSlide" Target="/ppt/notesSlides/notesSlide17.xml" Id="R0df235cbf5d84ab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7.xml" Id="R5e0bca89bcf94d13" /><Relationship Type="http://schemas.openxmlformats.org/officeDocument/2006/relationships/notesSlide" Target="/ppt/notesSlides/notesSlide18.xml" Id="R3b10ebf97d1e4273" /></Relationships>
</file>

<file path=ppt/slides/slide1.xml><?xml version="1.0" encoding="utf-8"?>
<p:sld xmlns:p="http://schemas.openxmlformats.org/presentationml/2006/main">
  <p:cSld>
    <p:bg>
      <p:bgPr>
        <a:solidFill xmlns:a="http://schemas.openxmlformats.org/drawingml/2006/main">
          <a:schemeClr val="accent3">
            <a:lumMod val="50000"/>
          </a:scheme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11C798D9-DF17-027E-0FF6-5422AEE29E94}"/>
              </a:ext>
            </a:extLst>
          </p:cNvPr>
          <p:cNvSpPr>
            <a:spLocks xmlns:a="http://schemas.openxmlformats.org/drawingml/2006/main" noGrp="1"/>
          </p:cNvSpPr>
          <p:nvPr/>
        </p:nvSpPr>
        <p:spPr>
          <a:xfrm xmlns:a="http://schemas.openxmlformats.org/drawingml/2006/main">
            <a:off x="1981993" y="2465593"/>
            <a:ext cx="8228014" cy="1118043"/>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lnSpc>
                <a:spcPts val="3740"/>
              </a:lnSpc>
              <a:buNone/>
            </a:pPr>
            <a:r>
              <a:rPr sz="2800" b="1" spc="50">
                <a:solidFill>
                  <a:schemeClr val="bg1">
                    <a:lumMod val="95000"/>
                  </a:schemeClr>
                </a:solidFill>
                <a:latin typeface="源ノ角ゴシック JP"/>
                <a:ea typeface="源ノ角ゴシック JP"/>
                <a:cs typeface="源ノ角ゴシック JP"/>
              </a:rPr>
              <a:t>健康ニーズに対する</a:t>
            </a:r>
            <a:endParaRPr sz="2800" b="1" spc="50">
              <a:solidFill>
                <a:schemeClr val="bg1">
                  <a:lumMod val="95000"/>
                </a:schemeClr>
              </a:solidFill>
              <a:latin typeface="源ノ角ゴシック JP"/>
              <a:ea typeface="源ノ角ゴシック JP"/>
              <a:cs typeface="源ノ角ゴシック JP"/>
            </a:endParaRPr>
          </a:p>
          <a:p xmlns:a="http://schemas.openxmlformats.org/drawingml/2006/main">
            <a:pPr indent="66714" defTabSz="438410">
              <a:lnSpc>
                <a:spcPts val="3740"/>
              </a:lnSpc>
              <a:buNone/>
            </a:pPr>
            <a:r>
              <a:rPr sz="2800" b="1" spc="50">
                <a:solidFill>
                  <a:schemeClr val="bg1">
                    <a:lumMod val="95000"/>
                  </a:schemeClr>
                </a:solidFill>
                <a:latin typeface="源ノ角ゴシック JP"/>
                <a:ea typeface="源ノ角ゴシック JP"/>
                <a:cs typeface="源ノ角ゴシック JP"/>
              </a:rPr>
              <a:t>セブンイレブンのマーケティング戦略を改善する</a:t>
            </a:r>
            <a:endParaRPr sz="2800" b="1" spc="50">
              <a:solidFill>
                <a:schemeClr val="bg1">
                  <a:lumMod val="95000"/>
                </a:schemeClr>
              </a:solidFill>
              <a:latin typeface="源ノ角ゴシック JP"/>
              <a:ea typeface="源ノ角ゴシック JP"/>
              <a:cs typeface="源ノ角ゴシック JP"/>
            </a:endParaRPr>
          </a:p>
        </p:txBody>
      </p:sp>
      <p:sp>
        <p:nvSpPr>
          <p:cNvPr id="10" name="テキスト ボックス 9">
            <a:extLst xmlns:a="http://schemas.openxmlformats.org/drawingml/2006/main">
              <a:ext uri="{FF2B5EF4-FFF2-40B4-BE49-F238E27FC236}">
                <a16:creationId xmlns:a16="http://schemas.microsoft.com/office/drawing/2014/main" id="{0CEBB88C-2F36-D45F-584E-71390D26D01C}"/>
              </a:ext>
            </a:extLst>
          </p:cNvPr>
          <p:cNvSpPr>
            <a:spLocks xmlns:a="http://schemas.openxmlformats.org/drawingml/2006/main" noGrp="1"/>
          </p:cNvSpPr>
          <p:nvPr/>
        </p:nvSpPr>
        <p:spPr>
          <a:xfrm xmlns:a="http://schemas.openxmlformats.org/drawingml/2006/main" rot="0" flipH="0" flipV="0">
            <a:off x="6485601" y="3984661"/>
            <a:ext cx="2384396" cy="3488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700" b="1">
                <a:solidFill>
                  <a:schemeClr val="bg1">
                    <a:lumMod val="95000"/>
                  </a:schemeClr>
                </a:solidFill>
                <a:latin typeface="源ノ角ゴシック JP"/>
                <a:ea typeface="源ノ角ゴシック JP"/>
                <a:cs typeface="源ノ角ゴシック JP"/>
              </a:rPr>
              <a:t>CEO</a:t>
            </a:r>
            <a:r>
              <a:rPr sz="1700" b="1">
                <a:solidFill>
                  <a:schemeClr val="bg1">
                    <a:lumMod val="95000"/>
                  </a:schemeClr>
                </a:solidFill>
                <a:latin typeface="源ノ角ゴシック JP"/>
                <a:ea typeface="源ノ角ゴシック JP"/>
                <a:cs typeface="源ノ角ゴシック JP"/>
              </a:rPr>
              <a:t>プログラム参加生</a:t>
            </a:r>
            <a:endParaRPr sz="1700" b="1">
              <a:solidFill>
                <a:schemeClr val="bg1">
                  <a:lumMod val="95000"/>
                </a:schemeClr>
              </a:solidFill>
              <a:latin typeface="源ノ角ゴシック JP"/>
              <a:ea typeface="源ノ角ゴシック JP"/>
              <a:cs typeface="源ノ角ゴシック JP"/>
            </a:endParaRPr>
          </a:p>
        </p:txBody>
      </p:sp>
      <p:sp>
        <p:nvSpPr>
          <p:cNvPr id="14" name="テキスト ボックス 13">
            <a:extLst xmlns:a="http://schemas.openxmlformats.org/drawingml/2006/main">
              <a:ext uri="{FF2B5EF4-FFF2-40B4-BE49-F238E27FC236}">
                <a16:creationId xmlns:a16="http://schemas.microsoft.com/office/drawing/2014/main" id="{4B98ED3D-0F5F-62D7-7517-88FD75CBF55A}"/>
              </a:ext>
            </a:extLst>
          </p:cNvPr>
          <p:cNvSpPr>
            <a:spLocks xmlns:a="http://schemas.openxmlformats.org/drawingml/2006/main" noGrp="1"/>
          </p:cNvSpPr>
          <p:nvPr/>
        </p:nvSpPr>
        <p:spPr>
          <a:xfrm xmlns:a="http://schemas.openxmlformats.org/drawingml/2006/main" rot="0" flipH="0" flipV="0">
            <a:off x="6438939" y="5005696"/>
            <a:ext cx="3043640" cy="507619"/>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sz="2200" b="1">
                <a:solidFill>
                  <a:srgbClr val="FFC000"/>
                </a:solidFill>
                <a:latin typeface="源ノ角ゴシック JP"/>
                <a:ea typeface="源ノ角ゴシック JP"/>
                <a:cs typeface="源ノ角ゴシック JP"/>
              </a:rPr>
              <a:t>関</a:t>
            </a:r>
            <a:r>
              <a:rPr sz="2200" b="1">
                <a:solidFill>
                  <a:srgbClr val="FFC000"/>
                </a:solidFill>
                <a:latin typeface="源ノ角ゴシック JP"/>
                <a:ea typeface="源ノ角ゴシック JP"/>
                <a:cs typeface="源ノ角ゴシック JP"/>
              </a:rPr>
              <a:t> </a:t>
            </a:r>
            <a:r>
              <a:rPr sz="2200" b="1">
                <a:solidFill>
                  <a:srgbClr val="FFC000"/>
                </a:solidFill>
                <a:latin typeface="源ノ角ゴシック JP"/>
                <a:ea typeface="源ノ角ゴシック JP"/>
                <a:cs typeface="源ノ角ゴシック JP"/>
              </a:rPr>
              <a:t>碧生</a:t>
            </a:r>
            <a:endParaRPr sz="2200" b="1" baseline="30000">
              <a:solidFill>
                <a:srgbClr val="FFC000"/>
              </a:solidFill>
              <a:latin typeface="源ノ角ゴシック JP"/>
              <a:ea typeface="源ノ角ゴシック JP"/>
              <a:cs typeface="源ノ角ゴシック JP"/>
            </a:endParaRPr>
          </a:p>
        </p:txBody>
      </p:sp>
      <p:sp>
        <p:nvSpPr>
          <p:cNvPr id="13" name="字幕 2">
            <a:extLst xmlns:a="http://schemas.openxmlformats.org/drawingml/2006/main">
              <a:ext uri="{FF2B5EF4-FFF2-40B4-BE49-F238E27FC236}">
                <a16:creationId xmlns:a16="http://schemas.microsoft.com/office/drawing/2014/main" id="{BF556E2D-A672-42CF-EE30-EC2777C0E9D1}"/>
              </a:ext>
            </a:extLst>
          </p:cNvPr>
          <p:cNvSpPr>
            <a:spLocks xmlns:a="http://schemas.openxmlformats.org/drawingml/2006/main" noGrp="1"/>
          </p:cNvSpPr>
          <p:nvPr/>
        </p:nvSpPr>
        <p:spPr>
          <a:xfrm xmlns:a="http://schemas.openxmlformats.org/drawingml/2006/main" rot="0" flipH="0" flipV="0">
            <a:off x="6499456" y="5580327"/>
            <a:ext cx="3429201" cy="568836"/>
          </a:xfrm>
          <a:prstGeom xmlns:a="http://schemas.openxmlformats.org/drawingml/2006/main" prst="rect">
            <a:avLst/>
          </a:prstGeom>
        </p:spPr>
        <p:txBody>
          <a:bodyPr xmlns:a="http://schemas.openxmlformats.org/drawingml/2006/main" vert="horz" lIns="91440" tIns="45720" rIns="91440" bIns="45720">
            <a:noAutofit/>
          </a:bodyPr>
          <a:lstStyle xmlns:a="http://schemas.openxmlformats.org/drawingml/2006/main">
            <a:lvl1pPr marL="0" indent="0" algn="ctr" defTabSz="685800">
              <a:lnSpc>
                <a:spcPct val="90000"/>
              </a:lnSpc>
              <a:spcBef>
                <a:spcPts val="750"/>
              </a:spcBef>
              <a:buFont typeface="Arial"/>
              <a:buNone/>
              <a:defRPr sz="1800" kern="1200">
                <a:solidFill>
                  <a:schemeClr val="tx1"/>
                </a:solidFill>
                <a:latin typeface="+mn-lt"/>
                <a:ea typeface="+mn-lt"/>
                <a:cs typeface="+mn-lt"/>
              </a:defRPr>
            </a:lvl1pPr>
            <a:lvl2pPr marL="342900" indent="0" algn="ctr" defTabSz="685800">
              <a:lnSpc>
                <a:spcPct val="90000"/>
              </a:lnSpc>
              <a:spcBef>
                <a:spcPts val="375"/>
              </a:spcBef>
              <a:buFont typeface="Arial"/>
              <a:buNone/>
              <a:defRPr sz="1500" kern="1200">
                <a:solidFill>
                  <a:schemeClr val="tx1"/>
                </a:solidFill>
                <a:latin typeface="+mn-lt"/>
                <a:ea typeface="+mn-lt"/>
                <a:cs typeface="+mn-lt"/>
              </a:defRPr>
            </a:lvl2pPr>
            <a:lvl3pPr marL="685800" indent="0" algn="ctr" defTabSz="685800">
              <a:lnSpc>
                <a:spcPct val="90000"/>
              </a:lnSpc>
              <a:spcBef>
                <a:spcPts val="375"/>
              </a:spcBef>
              <a:buFont typeface="Arial"/>
              <a:buNone/>
              <a:defRPr sz="1350" kern="1200">
                <a:solidFill>
                  <a:schemeClr val="tx1"/>
                </a:solidFill>
                <a:latin typeface="+mn-lt"/>
                <a:ea typeface="+mn-lt"/>
                <a:cs typeface="+mn-lt"/>
              </a:defRPr>
            </a:lvl3pPr>
            <a:lvl4pPr marL="1028700" indent="0" algn="ctr" defTabSz="685800">
              <a:lnSpc>
                <a:spcPct val="90000"/>
              </a:lnSpc>
              <a:spcBef>
                <a:spcPts val="375"/>
              </a:spcBef>
              <a:buFont typeface="Arial"/>
              <a:buNone/>
              <a:defRPr sz="1200" kern="1200">
                <a:solidFill>
                  <a:schemeClr val="tx1"/>
                </a:solidFill>
                <a:latin typeface="+mn-lt"/>
                <a:ea typeface="+mn-lt"/>
                <a:cs typeface="+mn-lt"/>
              </a:defRPr>
            </a:lvl4pPr>
            <a:lvl5pPr marL="1371600" indent="0" algn="ctr" defTabSz="685800">
              <a:lnSpc>
                <a:spcPct val="90000"/>
              </a:lnSpc>
              <a:spcBef>
                <a:spcPts val="375"/>
              </a:spcBef>
              <a:buFont typeface="Arial"/>
              <a:buNone/>
              <a:defRPr sz="1200" kern="1200">
                <a:solidFill>
                  <a:schemeClr val="tx1"/>
                </a:solidFill>
                <a:latin typeface="+mn-lt"/>
                <a:ea typeface="+mn-lt"/>
                <a:cs typeface="+mn-lt"/>
              </a:defRPr>
            </a:lvl5pPr>
            <a:lvl6pPr marL="1714500" indent="0" algn="ctr" defTabSz="685800">
              <a:lnSpc>
                <a:spcPct val="90000"/>
              </a:lnSpc>
              <a:spcBef>
                <a:spcPts val="375"/>
              </a:spcBef>
              <a:buFont typeface="Arial"/>
              <a:buNone/>
              <a:defRPr sz="1200" kern="1200">
                <a:solidFill>
                  <a:schemeClr val="tx1"/>
                </a:solidFill>
                <a:latin typeface="+mn-lt"/>
                <a:ea typeface="+mn-lt"/>
                <a:cs typeface="+mn-lt"/>
              </a:defRPr>
            </a:lvl6pPr>
            <a:lvl7pPr marL="2057400" indent="0" algn="ctr" defTabSz="685800">
              <a:lnSpc>
                <a:spcPct val="90000"/>
              </a:lnSpc>
              <a:spcBef>
                <a:spcPts val="375"/>
              </a:spcBef>
              <a:buFont typeface="Arial"/>
              <a:buNone/>
              <a:defRPr sz="1200" kern="1200">
                <a:solidFill>
                  <a:schemeClr val="tx1"/>
                </a:solidFill>
                <a:latin typeface="+mn-lt"/>
                <a:ea typeface="+mn-lt"/>
                <a:cs typeface="+mn-lt"/>
              </a:defRPr>
            </a:lvl7pPr>
            <a:lvl8pPr marL="2400300" indent="0" algn="ctr" defTabSz="685800">
              <a:lnSpc>
                <a:spcPct val="90000"/>
              </a:lnSpc>
              <a:spcBef>
                <a:spcPts val="375"/>
              </a:spcBef>
              <a:buFont typeface="Arial"/>
              <a:buNone/>
              <a:defRPr sz="1200" kern="1200">
                <a:solidFill>
                  <a:schemeClr val="tx1"/>
                </a:solidFill>
                <a:latin typeface="+mn-lt"/>
                <a:ea typeface="+mn-lt"/>
                <a:cs typeface="+mn-lt"/>
              </a:defRPr>
            </a:lvl8pPr>
            <a:lvl9pPr marL="2743200" indent="0" algn="ctr" defTabSz="685800">
              <a:lnSpc>
                <a:spcPct val="90000"/>
              </a:lnSpc>
              <a:spcBef>
                <a:spcPts val="375"/>
              </a:spcBef>
              <a:buFont typeface="Arial"/>
              <a:buNone/>
              <a:defRPr sz="1200" kern="1200">
                <a:solidFill>
                  <a:schemeClr val="tx1"/>
                </a:solidFill>
                <a:latin typeface="+mn-lt"/>
                <a:ea typeface="+mn-lt"/>
                <a:cs typeface="+mn-lt"/>
              </a:defRPr>
            </a:lvl9pPr>
          </a:lstStyle>
          <a:p xmlns:a="http://schemas.openxmlformats.org/drawingml/2006/main">
            <a:pPr algn="l">
              <a:lnSpc>
                <a:spcPts val="1400"/>
              </a:lnSpc>
              <a:buNone/>
            </a:pPr>
            <a:r>
              <a:rPr sz="1600" spc="50">
                <a:solidFill>
                  <a:prstClr val="white">
                    <a:lumMod val="95000"/>
                  </a:prstClr>
                </a:solidFill>
                <a:latin typeface="源ノ角ゴシック JP"/>
                <a:ea typeface="源ノ角ゴシック JP"/>
                <a:cs typeface="源ノ角ゴシック JP"/>
              </a:rPr>
              <a:t>中間報告</a:t>
            </a:r>
            <a:endParaRPr sz="1600" spc="50">
              <a:solidFill>
                <a:prstClr val="white">
                  <a:lumMod val="95000"/>
                </a:prstClr>
              </a:solidFill>
              <a:latin typeface="源ノ角ゴシック JP"/>
              <a:ea typeface="源ノ角ゴシック JP"/>
              <a:cs typeface="源ノ角ゴシック JP"/>
            </a:endParaRPr>
          </a:p>
          <a:p xmlns:a="http://schemas.openxmlformats.org/drawingml/2006/main">
            <a:pPr algn="l">
              <a:lnSpc>
                <a:spcPts val="1400"/>
              </a:lnSpc>
              <a:buNone/>
            </a:pPr>
            <a:r>
              <a:rPr sz="1600" spc="50">
                <a:solidFill>
                  <a:prstClr val="white">
                    <a:lumMod val="95000"/>
                  </a:prstClr>
                </a:solidFill>
                <a:latin typeface="源ノ角ゴシック JP"/>
                <a:ea typeface="源ノ角ゴシック JP"/>
                <a:cs typeface="源ノ角ゴシック JP"/>
              </a:rPr>
              <a:t>2026. 9.11</a:t>
            </a:r>
          </a:p>
        </p:txBody>
      </p:sp>
      <p:sp>
        <p:nvSpPr>
          <p:cNvPr id="16" name="字幕 2">
            <a:extLst xmlns:a="http://schemas.openxmlformats.org/drawingml/2006/main">
              <a:ext uri="{FF2B5EF4-FFF2-40B4-BE49-F238E27FC236}">
                <a16:creationId xmlns:a16="http://schemas.microsoft.com/office/drawing/2014/main" id="{AD1ED0A6-6E62-65DA-A558-64BC31F1E689}"/>
              </a:ext>
            </a:extLst>
          </p:cNvPr>
          <p:cNvSpPr>
            <a:spLocks xmlns:a="http://schemas.openxmlformats.org/drawingml/2006/main" noGrp="1"/>
          </p:cNvSpPr>
          <p:nvPr/>
        </p:nvSpPr>
        <p:spPr>
          <a:xfrm xmlns:a="http://schemas.openxmlformats.org/drawingml/2006/main" rot="0" flipH="0" flipV="0">
            <a:off x="6499456" y="4436860"/>
            <a:ext cx="3595457" cy="568836"/>
          </a:xfrm>
          <a:prstGeom xmlns:a="http://schemas.openxmlformats.org/drawingml/2006/main" prst="rect">
            <a:avLst/>
          </a:prstGeom>
        </p:spPr>
        <p:txBody>
          <a:bodyPr xmlns:a="http://schemas.openxmlformats.org/drawingml/2006/main" vert="horz" lIns="91440" tIns="45720" rIns="91440" bIns="45720">
            <a:noAutofit/>
          </a:bodyPr>
          <a:lstStyle xmlns:a="http://schemas.openxmlformats.org/drawingml/2006/main">
            <a:lvl1pPr marL="0" indent="0" algn="ctr" defTabSz="685800">
              <a:lnSpc>
                <a:spcPct val="90000"/>
              </a:lnSpc>
              <a:spcBef>
                <a:spcPts val="750"/>
              </a:spcBef>
              <a:buFont typeface="Arial"/>
              <a:buNone/>
              <a:defRPr sz="1800" kern="1200">
                <a:solidFill>
                  <a:schemeClr val="tx1"/>
                </a:solidFill>
                <a:latin typeface="+mn-lt"/>
                <a:ea typeface="+mn-lt"/>
                <a:cs typeface="+mn-lt"/>
              </a:defRPr>
            </a:lvl1pPr>
            <a:lvl2pPr marL="342900" indent="0" algn="ctr" defTabSz="685800">
              <a:lnSpc>
                <a:spcPct val="90000"/>
              </a:lnSpc>
              <a:spcBef>
                <a:spcPts val="375"/>
              </a:spcBef>
              <a:buFont typeface="Arial"/>
              <a:buNone/>
              <a:defRPr sz="1500" kern="1200">
                <a:solidFill>
                  <a:schemeClr val="tx1"/>
                </a:solidFill>
                <a:latin typeface="+mn-lt"/>
                <a:ea typeface="+mn-lt"/>
                <a:cs typeface="+mn-lt"/>
              </a:defRPr>
            </a:lvl2pPr>
            <a:lvl3pPr marL="685800" indent="0" algn="ctr" defTabSz="685800">
              <a:lnSpc>
                <a:spcPct val="90000"/>
              </a:lnSpc>
              <a:spcBef>
                <a:spcPts val="375"/>
              </a:spcBef>
              <a:buFont typeface="Arial"/>
              <a:buNone/>
              <a:defRPr sz="1350" kern="1200">
                <a:solidFill>
                  <a:schemeClr val="tx1"/>
                </a:solidFill>
                <a:latin typeface="+mn-lt"/>
                <a:ea typeface="+mn-lt"/>
                <a:cs typeface="+mn-lt"/>
              </a:defRPr>
            </a:lvl3pPr>
            <a:lvl4pPr marL="1028700" indent="0" algn="ctr" defTabSz="685800">
              <a:lnSpc>
                <a:spcPct val="90000"/>
              </a:lnSpc>
              <a:spcBef>
                <a:spcPts val="375"/>
              </a:spcBef>
              <a:buFont typeface="Arial"/>
              <a:buNone/>
              <a:defRPr sz="1200" kern="1200">
                <a:solidFill>
                  <a:schemeClr val="tx1"/>
                </a:solidFill>
                <a:latin typeface="+mn-lt"/>
                <a:ea typeface="+mn-lt"/>
                <a:cs typeface="+mn-lt"/>
              </a:defRPr>
            </a:lvl4pPr>
            <a:lvl5pPr marL="1371600" indent="0" algn="ctr" defTabSz="685800">
              <a:lnSpc>
                <a:spcPct val="90000"/>
              </a:lnSpc>
              <a:spcBef>
                <a:spcPts val="375"/>
              </a:spcBef>
              <a:buFont typeface="Arial"/>
              <a:buNone/>
              <a:defRPr sz="1200" kern="1200">
                <a:solidFill>
                  <a:schemeClr val="tx1"/>
                </a:solidFill>
                <a:latin typeface="+mn-lt"/>
                <a:ea typeface="+mn-lt"/>
                <a:cs typeface="+mn-lt"/>
              </a:defRPr>
            </a:lvl5pPr>
            <a:lvl6pPr marL="1714500" indent="0" algn="ctr" defTabSz="685800">
              <a:lnSpc>
                <a:spcPct val="90000"/>
              </a:lnSpc>
              <a:spcBef>
                <a:spcPts val="375"/>
              </a:spcBef>
              <a:buFont typeface="Arial"/>
              <a:buNone/>
              <a:defRPr sz="1200" kern="1200">
                <a:solidFill>
                  <a:schemeClr val="tx1"/>
                </a:solidFill>
                <a:latin typeface="+mn-lt"/>
                <a:ea typeface="+mn-lt"/>
                <a:cs typeface="+mn-lt"/>
              </a:defRPr>
            </a:lvl6pPr>
            <a:lvl7pPr marL="2057400" indent="0" algn="ctr" defTabSz="685800">
              <a:lnSpc>
                <a:spcPct val="90000"/>
              </a:lnSpc>
              <a:spcBef>
                <a:spcPts val="375"/>
              </a:spcBef>
              <a:buFont typeface="Arial"/>
              <a:buNone/>
              <a:defRPr sz="1200" kern="1200">
                <a:solidFill>
                  <a:schemeClr val="tx1"/>
                </a:solidFill>
                <a:latin typeface="+mn-lt"/>
                <a:ea typeface="+mn-lt"/>
                <a:cs typeface="+mn-lt"/>
              </a:defRPr>
            </a:lvl7pPr>
            <a:lvl8pPr marL="2400300" indent="0" algn="ctr" defTabSz="685800">
              <a:lnSpc>
                <a:spcPct val="90000"/>
              </a:lnSpc>
              <a:spcBef>
                <a:spcPts val="375"/>
              </a:spcBef>
              <a:buFont typeface="Arial"/>
              <a:buNone/>
              <a:defRPr sz="1200" kern="1200">
                <a:solidFill>
                  <a:schemeClr val="tx1"/>
                </a:solidFill>
                <a:latin typeface="+mn-lt"/>
                <a:ea typeface="+mn-lt"/>
                <a:cs typeface="+mn-lt"/>
              </a:defRPr>
            </a:lvl8pPr>
            <a:lvl9pPr marL="2743200" indent="0" algn="ctr" defTabSz="685800">
              <a:lnSpc>
                <a:spcPct val="90000"/>
              </a:lnSpc>
              <a:spcBef>
                <a:spcPts val="375"/>
              </a:spcBef>
              <a:buFont typeface="Arial"/>
              <a:buNone/>
              <a:defRPr sz="1200" kern="1200">
                <a:solidFill>
                  <a:schemeClr val="tx1"/>
                </a:solidFill>
                <a:latin typeface="+mn-lt"/>
                <a:ea typeface="+mn-lt"/>
                <a:cs typeface="+mn-lt"/>
              </a:defRPr>
            </a:lvl9pPr>
          </a:lstStyle>
          <a:p xmlns:a="http://schemas.openxmlformats.org/drawingml/2006/main">
            <a:pPr algn="l">
              <a:lnSpc>
                <a:spcPts val="1400"/>
              </a:lnSpc>
              <a:buNone/>
            </a:pPr>
            <a:r>
              <a:rPr sz="1600" spc="50">
                <a:solidFill>
                  <a:prstClr val="white">
                    <a:lumMod val="95000"/>
                  </a:prstClr>
                </a:solidFill>
                <a:latin typeface="源ノ角ゴシック JP"/>
                <a:ea typeface="源ノ角ゴシック JP"/>
                <a:cs typeface="源ノ角ゴシック JP"/>
              </a:rPr>
              <a:t>慶應義塾大学大学院</a:t>
            </a:r>
            <a:endParaRPr sz="1600" spc="50">
              <a:solidFill>
                <a:prstClr val="white">
                  <a:lumMod val="95000"/>
                </a:prstClr>
              </a:solidFill>
              <a:latin typeface="源ノ角ゴシック JP"/>
              <a:ea typeface="源ノ角ゴシック JP"/>
              <a:cs typeface="源ノ角ゴシック JP"/>
            </a:endParaRPr>
          </a:p>
          <a:p xmlns:a="http://schemas.openxmlformats.org/drawingml/2006/main">
            <a:pPr algn="l">
              <a:lnSpc>
                <a:spcPts val="1400"/>
              </a:lnSpc>
              <a:buNone/>
            </a:pPr>
            <a:r>
              <a:rPr sz="1600" spc="50">
                <a:solidFill>
                  <a:prstClr val="white">
                    <a:lumMod val="95000"/>
                  </a:prstClr>
                </a:solidFill>
                <a:latin typeface="源ノ角ゴシック JP"/>
                <a:ea typeface="源ノ角ゴシック JP"/>
                <a:cs typeface="源ノ角ゴシック JP"/>
              </a:rPr>
              <a:t>政策・メディア研究科</a:t>
            </a:r>
            <a:r>
              <a:rPr sz="1600" spc="50">
                <a:solidFill>
                  <a:prstClr val="white">
                    <a:lumMod val="95000"/>
                  </a:prstClr>
                </a:solidFill>
                <a:latin typeface="源ノ角ゴシック JP"/>
                <a:ea typeface="源ノ角ゴシック JP"/>
                <a:cs typeface="源ノ角ゴシック JP"/>
              </a:rPr>
              <a:t> </a:t>
            </a:r>
            <a:r>
              <a:rPr sz="1600" spc="50">
                <a:solidFill>
                  <a:prstClr val="white">
                    <a:lumMod val="95000"/>
                  </a:prstClr>
                </a:solidFill>
                <a:latin typeface="源ノ角ゴシック JP"/>
                <a:ea typeface="源ノ角ゴシック JP"/>
                <a:cs typeface="源ノ角ゴシック JP"/>
              </a:rPr>
              <a:t>修士課程</a:t>
            </a:r>
            <a:r>
              <a:rPr sz="1600" spc="50">
                <a:solidFill>
                  <a:prstClr val="white">
                    <a:lumMod val="95000"/>
                  </a:prstClr>
                </a:solidFill>
                <a:latin typeface="源ノ角ゴシック JP"/>
                <a:ea typeface="源ノ角ゴシック JP"/>
                <a:cs typeface="源ノ角ゴシック JP"/>
              </a:rPr>
              <a:t>1</a:t>
            </a:r>
            <a:r>
              <a:rPr sz="1600" spc="50">
                <a:solidFill>
                  <a:prstClr val="white">
                    <a:lumMod val="95000"/>
                  </a:prstClr>
                </a:solidFill>
                <a:latin typeface="源ノ角ゴシック JP"/>
                <a:ea typeface="源ノ角ゴシック JP"/>
                <a:cs typeface="源ノ角ゴシック JP"/>
              </a:rPr>
              <a:t>年</a:t>
            </a:r>
            <a:endParaRPr sz="1600" spc="50">
              <a:solidFill>
                <a:prstClr val="white">
                  <a:lumMod val="95000"/>
                </a:prstClr>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121585330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テキスト ボックス 4">
            <a:extLst xmlns:a="http://schemas.openxmlformats.org/drawingml/2006/main">
              <a:ext uri="{FF2B5EF4-FFF2-40B4-BE49-F238E27FC236}">
                <a16:creationId xmlns:a16="http://schemas.microsoft.com/office/drawing/2014/main" id="{098224D2-05F3-9BC2-D489-629CF8DDB0FA}"/>
              </a:ext>
            </a:extLst>
          </p:cNvPr>
          <p:cNvSpPr>
            <a:spLocks xmlns:a="http://schemas.openxmlformats.org/drawingml/2006/main" noGrp="1"/>
          </p:cNvSpPr>
          <p:nvPr/>
        </p:nvSpPr>
        <p:spPr>
          <a:xfrm xmlns:a="http://schemas.openxmlformats.org/drawingml/2006/main">
            <a:off x="362911" y="546653"/>
            <a:ext cx="2675079" cy="446064"/>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b="1" spc="50">
                <a:solidFill>
                  <a:schemeClr val="tx1">
                    <a:lumMod val="75000"/>
                    <a:lumOff val="25000"/>
                  </a:schemeClr>
                </a:solidFill>
                <a:latin typeface="源ノ角ゴシック JP"/>
                <a:ea typeface="源ノ角ゴシック JP"/>
                <a:cs typeface="源ノ角ゴシック JP"/>
              </a:rPr>
              <a:t>本プロジェクトの目的</a:t>
            </a:r>
            <a:endParaRPr b="1" spc="50">
              <a:solidFill>
                <a:schemeClr val="tx1">
                  <a:lumMod val="75000"/>
                  <a:lumOff val="25000"/>
                </a:schemeClr>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295051132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graphicFrame>
        <p:nvGraphicFramePr>
          <p:cNvPr id="14" name="表 2"/>
          <p:cNvGraphicFramePr/>
          <p:nvPr/>
        </p:nvGraphicFramePr>
        <p:xfrm>
          <a:off xmlns:a="http://schemas.openxmlformats.org/drawingml/2006/main" x="479786" y="2000060"/>
          <a:ext xmlns:a="http://schemas.openxmlformats.org/drawingml/2006/main" cx="11232000" cy="4225930"/>
        </p:xfrm>
        <a:graphic xmlns:a="http://schemas.openxmlformats.org/drawingml/2006/main">
          <a:graphicData uri="http://schemas.openxmlformats.org/drawingml/2006/table">
            <a:tbl>
              <a:tblPr>
                <a:tableStyleId>{91EBBBCC-DAD2-459C-BE2E-F6DE35CF9A28}</a:tableStyleId>
              </a:tblPr>
              <a:tblGrid>
                <a:gridCol w="1296000"/>
                <a:gridCol w="828000"/>
                <a:gridCol w="828000"/>
                <a:gridCol w="828000"/>
                <a:gridCol w="828000"/>
                <a:gridCol w="828000"/>
                <a:gridCol w="828000"/>
                <a:gridCol w="828000"/>
                <a:gridCol w="828000"/>
                <a:gridCol w="828000"/>
                <a:gridCol w="828000"/>
                <a:gridCol w="828000"/>
                <a:gridCol w="828000"/>
              </a:tblGrid>
              <a:tr h="370840">
                <a:tc>
                  <a:txBody>
                    <a:bodyPr/>
                    <a:lstStyle/>
                    <a:p>
                      <a:pPr algn="l">
                        <a:lnSpc>
                          <a:spcPts val="1540"/>
                        </a:lnSpc>
                        <a:buNone/>
                      </a:pPr>
                      <a:r>
                        <a:rPr sz="1050">
                          <a:latin typeface="Source Han Sans JP"/>
                          <a:ea typeface="Source Han Sans JP"/>
                          <a:cs typeface="Source Han Sans JP"/>
                        </a:rPr>
                        <a:t>健康ニーズ</a:t>
                      </a:r>
                      <a:endParaRPr sz="1050">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12700" cmpd="sng">
                      <a:solidFill>
                        <a:schemeClr val="bg2">
                          <a:lumMod val="50000"/>
                        </a:schemeClr>
                      </a:solidFill>
                      <a:prstDash val="solid"/>
                    </a:lnR>
                    <a:lnT w="12700" cmpd="sng">
                      <a:solidFill>
                        <a:schemeClr val="bg2">
                          <a:lumMod val="50000"/>
                        </a:schemeClr>
                      </a:solidFill>
                      <a:prstDash val="solid"/>
                    </a:lnT>
                    <a:lnB w="12700" cmpd="sng">
                      <a:solidFill>
                        <a:schemeClr val="bg2">
                          <a:lumMod val="50000"/>
                        </a:schemeClr>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a:latin typeface="Source Han Sans JP"/>
                          <a:ea typeface="Source Han Sans JP"/>
                          <a:cs typeface="Source Han Sans JP"/>
                        </a:rPr>
                        <a:t>男性</a:t>
                      </a:r>
                      <a:r>
                        <a:rPr sz="1050">
                          <a:latin typeface="Source Han Sans JP"/>
                          <a:ea typeface="Source Han Sans JP"/>
                          <a:cs typeface="Source Han Sans JP"/>
                        </a:rPr>
                        <a:t>20</a:t>
                      </a:r>
                      <a:r>
                        <a:rPr sz="1050">
                          <a:latin typeface="Source Han Sans JP"/>
                          <a:ea typeface="Source Han Sans JP"/>
                          <a:cs typeface="Source Han Sans JP"/>
                        </a:rPr>
                        <a:t>代</a:t>
                      </a:r>
                      <a:endParaRPr sz="1050">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a:latin typeface="Source Han Sans JP"/>
                          <a:ea typeface="Source Han Sans JP"/>
                          <a:cs typeface="Source Han Sans JP"/>
                        </a:rPr>
                        <a:t>男性</a:t>
                      </a:r>
                      <a:r>
                        <a:rPr sz="1050">
                          <a:latin typeface="Source Han Sans JP"/>
                          <a:ea typeface="Source Han Sans JP"/>
                          <a:cs typeface="Source Han Sans JP"/>
                        </a:rPr>
                        <a:t>30</a:t>
                      </a:r>
                      <a:r>
                        <a:rPr sz="1050">
                          <a:latin typeface="Source Han Sans JP"/>
                          <a:ea typeface="Source Han Sans JP"/>
                          <a:cs typeface="Source Han Sans JP"/>
                        </a:rPr>
                        <a:t>代</a:t>
                      </a:r>
                      <a:endParaRPr sz="1050">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b="0" i="0" u="none" cap="none" spc="0">
                          <a:ln>
                            <a:noFill/>
                          </a:ln>
                          <a:solidFill>
                            <a:prstClr val="black"/>
                          </a:solidFill>
                          <a:latin typeface="Source Han Sans JP"/>
                          <a:ea typeface="Source Han Sans JP"/>
                          <a:cs typeface="Source Han Sans JP"/>
                        </a:rPr>
                        <a:t>男性</a:t>
                      </a:r>
                      <a:r>
                        <a:rPr sz="1050" b="0" i="0" u="none" cap="none" spc="0">
                          <a:ln>
                            <a:noFill/>
                          </a:ln>
                          <a:solidFill>
                            <a:prstClr val="black"/>
                          </a:solidFill>
                          <a:latin typeface="Source Han Sans JP"/>
                          <a:ea typeface="Source Han Sans JP"/>
                          <a:cs typeface="Source Han Sans JP"/>
                        </a:rPr>
                        <a:t>40</a:t>
                      </a:r>
                      <a:r>
                        <a:rPr sz="1050" b="0" i="0" u="none" cap="none" spc="0">
                          <a:ln>
                            <a:noFill/>
                          </a:ln>
                          <a:solidFill>
                            <a:prstClr val="black"/>
                          </a:solidFill>
                          <a:latin typeface="Source Han Sans JP"/>
                          <a:ea typeface="Source Han Sans JP"/>
                          <a:cs typeface="Source Han Sans JP"/>
                        </a:rPr>
                        <a:t>代</a:t>
                      </a:r>
                      <a:endParaRPr sz="105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b="0" i="0" u="none" cap="none" spc="0">
                          <a:ln>
                            <a:noFill/>
                          </a:ln>
                          <a:solidFill>
                            <a:prstClr val="black"/>
                          </a:solidFill>
                          <a:latin typeface="Source Han Sans JP"/>
                          <a:ea typeface="Source Han Sans JP"/>
                          <a:cs typeface="Source Han Sans JP"/>
                        </a:rPr>
                        <a:t>男性</a:t>
                      </a:r>
                      <a:r>
                        <a:rPr sz="1050" b="0" i="0" u="none" cap="none" spc="0">
                          <a:ln>
                            <a:noFill/>
                          </a:ln>
                          <a:solidFill>
                            <a:prstClr val="black"/>
                          </a:solidFill>
                          <a:latin typeface="Source Han Sans JP"/>
                          <a:ea typeface="Source Han Sans JP"/>
                          <a:cs typeface="Source Han Sans JP"/>
                        </a:rPr>
                        <a:t>50</a:t>
                      </a:r>
                      <a:r>
                        <a:rPr sz="1050" b="0" i="0" u="none" cap="none" spc="0">
                          <a:ln>
                            <a:noFill/>
                          </a:ln>
                          <a:solidFill>
                            <a:prstClr val="black"/>
                          </a:solidFill>
                          <a:latin typeface="Source Han Sans JP"/>
                          <a:ea typeface="Source Han Sans JP"/>
                          <a:cs typeface="Source Han Sans JP"/>
                        </a:rPr>
                        <a:t>代</a:t>
                      </a:r>
                      <a:endParaRPr sz="105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b="0" i="0" u="none" cap="none" spc="0">
                          <a:ln>
                            <a:noFill/>
                          </a:ln>
                          <a:solidFill>
                            <a:prstClr val="black"/>
                          </a:solidFill>
                          <a:latin typeface="Source Han Sans JP"/>
                          <a:ea typeface="Source Han Sans JP"/>
                          <a:cs typeface="Source Han Sans JP"/>
                        </a:rPr>
                        <a:t>男性</a:t>
                      </a:r>
                      <a:r>
                        <a:rPr sz="1050" b="0" i="0" u="none" cap="none" spc="0">
                          <a:ln>
                            <a:noFill/>
                          </a:ln>
                          <a:solidFill>
                            <a:prstClr val="black"/>
                          </a:solidFill>
                          <a:latin typeface="Source Han Sans JP"/>
                          <a:ea typeface="Source Han Sans JP"/>
                          <a:cs typeface="Source Han Sans JP"/>
                        </a:rPr>
                        <a:t>60</a:t>
                      </a:r>
                      <a:r>
                        <a:rPr sz="1050" b="0" i="0" u="none" cap="none" spc="0">
                          <a:ln>
                            <a:noFill/>
                          </a:ln>
                          <a:solidFill>
                            <a:prstClr val="black"/>
                          </a:solidFill>
                          <a:latin typeface="Source Han Sans JP"/>
                          <a:ea typeface="Source Han Sans JP"/>
                          <a:cs typeface="Source Han Sans JP"/>
                        </a:rPr>
                        <a:t>代</a:t>
                      </a:r>
                      <a:endParaRPr sz="105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b="0" i="0" u="none" cap="none" spc="0">
                          <a:ln>
                            <a:noFill/>
                          </a:ln>
                          <a:solidFill>
                            <a:prstClr val="black"/>
                          </a:solidFill>
                          <a:latin typeface="Source Han Sans JP"/>
                          <a:ea typeface="Source Han Sans JP"/>
                          <a:cs typeface="Source Han Sans JP"/>
                        </a:rPr>
                        <a:t>男性</a:t>
                      </a:r>
                      <a:r>
                        <a:rPr sz="1050" b="0" i="0" u="none" cap="none" spc="0">
                          <a:ln>
                            <a:noFill/>
                          </a:ln>
                          <a:solidFill>
                            <a:prstClr val="black"/>
                          </a:solidFill>
                          <a:latin typeface="Source Han Sans JP"/>
                          <a:ea typeface="Source Han Sans JP"/>
                          <a:cs typeface="Source Han Sans JP"/>
                        </a:rPr>
                        <a:t>70</a:t>
                      </a:r>
                      <a:r>
                        <a:rPr sz="1050" b="0" i="0" u="none" cap="none" spc="0">
                          <a:ln>
                            <a:noFill/>
                          </a:ln>
                          <a:solidFill>
                            <a:prstClr val="black"/>
                          </a:solidFill>
                          <a:latin typeface="Source Han Sans JP"/>
                          <a:ea typeface="Source Han Sans JP"/>
                          <a:cs typeface="Source Han Sans JP"/>
                        </a:rPr>
                        <a:t>代</a:t>
                      </a:r>
                      <a:endParaRPr sz="105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a:latin typeface="Source Han Sans JP"/>
                          <a:ea typeface="Source Han Sans JP"/>
                          <a:cs typeface="Source Han Sans JP"/>
                        </a:rPr>
                        <a:t>女性</a:t>
                      </a:r>
                      <a:r>
                        <a:rPr sz="1050">
                          <a:latin typeface="Source Han Sans JP"/>
                          <a:ea typeface="Source Han Sans JP"/>
                          <a:cs typeface="Source Han Sans JP"/>
                        </a:rPr>
                        <a:t>20</a:t>
                      </a:r>
                      <a:r>
                        <a:rPr sz="1050">
                          <a:latin typeface="Source Han Sans JP"/>
                          <a:ea typeface="Source Han Sans JP"/>
                          <a:cs typeface="Source Han Sans JP"/>
                        </a:rPr>
                        <a:t>代</a:t>
                      </a:r>
                      <a:endParaRPr sz="1050">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a:latin typeface="Source Han Sans JP"/>
                          <a:ea typeface="Source Han Sans JP"/>
                          <a:cs typeface="Source Han Sans JP"/>
                        </a:rPr>
                        <a:t>女性</a:t>
                      </a:r>
                      <a:r>
                        <a:rPr sz="1050">
                          <a:latin typeface="Source Han Sans JP"/>
                          <a:ea typeface="Source Han Sans JP"/>
                          <a:cs typeface="Source Han Sans JP"/>
                        </a:rPr>
                        <a:t>30</a:t>
                      </a:r>
                      <a:r>
                        <a:rPr sz="1050">
                          <a:latin typeface="Source Han Sans JP"/>
                          <a:ea typeface="Source Han Sans JP"/>
                          <a:cs typeface="Source Han Sans JP"/>
                        </a:rPr>
                        <a:t>代</a:t>
                      </a:r>
                      <a:endParaRPr sz="1050">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a:latin typeface="Source Han Sans JP"/>
                          <a:ea typeface="Source Han Sans JP"/>
                          <a:cs typeface="Source Han Sans JP"/>
                        </a:rPr>
                        <a:t>女性</a:t>
                      </a:r>
                      <a:r>
                        <a:rPr sz="1050" b="0" i="0" u="none" cap="none" spc="0">
                          <a:ln>
                            <a:noFill/>
                          </a:ln>
                          <a:solidFill>
                            <a:prstClr val="black"/>
                          </a:solidFill>
                          <a:latin typeface="Source Han Sans JP"/>
                          <a:ea typeface="Source Han Sans JP"/>
                          <a:cs typeface="Source Han Sans JP"/>
                        </a:rPr>
                        <a:t>40</a:t>
                      </a:r>
                      <a:r>
                        <a:rPr sz="1050" b="0" i="0" u="none" cap="none" spc="0">
                          <a:ln>
                            <a:noFill/>
                          </a:ln>
                          <a:solidFill>
                            <a:prstClr val="black"/>
                          </a:solidFill>
                          <a:latin typeface="Source Han Sans JP"/>
                          <a:ea typeface="Source Han Sans JP"/>
                          <a:cs typeface="Source Han Sans JP"/>
                        </a:rPr>
                        <a:t>代</a:t>
                      </a:r>
                      <a:endParaRPr sz="105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a:latin typeface="Source Han Sans JP"/>
                          <a:ea typeface="Source Han Sans JP"/>
                          <a:cs typeface="Source Han Sans JP"/>
                        </a:rPr>
                        <a:t>女性</a:t>
                      </a:r>
                      <a:r>
                        <a:rPr sz="1050" b="0" i="0" u="none" cap="none" spc="0">
                          <a:ln>
                            <a:noFill/>
                          </a:ln>
                          <a:solidFill>
                            <a:prstClr val="black"/>
                          </a:solidFill>
                          <a:latin typeface="Source Han Sans JP"/>
                          <a:ea typeface="Source Han Sans JP"/>
                          <a:cs typeface="Source Han Sans JP"/>
                        </a:rPr>
                        <a:t>50</a:t>
                      </a:r>
                      <a:r>
                        <a:rPr sz="1050" b="0" i="0" u="none" cap="none" spc="0">
                          <a:ln>
                            <a:noFill/>
                          </a:ln>
                          <a:solidFill>
                            <a:prstClr val="black"/>
                          </a:solidFill>
                          <a:latin typeface="Source Han Sans JP"/>
                          <a:ea typeface="Source Han Sans JP"/>
                          <a:cs typeface="Source Han Sans JP"/>
                        </a:rPr>
                        <a:t>代</a:t>
                      </a:r>
                      <a:endParaRPr sz="105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a:latin typeface="Source Han Sans JP"/>
                          <a:ea typeface="Source Han Sans JP"/>
                          <a:cs typeface="Source Han Sans JP"/>
                        </a:rPr>
                        <a:t>女性</a:t>
                      </a:r>
                      <a:r>
                        <a:rPr sz="1050" b="0" i="0" u="none" cap="none" spc="0">
                          <a:ln>
                            <a:noFill/>
                          </a:ln>
                          <a:solidFill>
                            <a:prstClr val="black"/>
                          </a:solidFill>
                          <a:latin typeface="Source Han Sans JP"/>
                          <a:ea typeface="Source Han Sans JP"/>
                          <a:cs typeface="Source Han Sans JP"/>
                        </a:rPr>
                        <a:t>60</a:t>
                      </a:r>
                      <a:r>
                        <a:rPr sz="1050" b="0" i="0" u="none" cap="none" spc="0">
                          <a:ln>
                            <a:noFill/>
                          </a:ln>
                          <a:solidFill>
                            <a:prstClr val="black"/>
                          </a:solidFill>
                          <a:latin typeface="Source Han Sans JP"/>
                          <a:ea typeface="Source Han Sans JP"/>
                          <a:cs typeface="Source Han Sans JP"/>
                        </a:rPr>
                        <a:t>代</a:t>
                      </a:r>
                      <a:endParaRPr sz="105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050">
                          <a:latin typeface="Source Han Sans JP"/>
                          <a:ea typeface="Source Han Sans JP"/>
                          <a:cs typeface="Source Han Sans JP"/>
                        </a:rPr>
                        <a:t>女性</a:t>
                      </a:r>
                      <a:r>
                        <a:rPr sz="1050" b="0" i="0" u="none" cap="none" spc="0">
                          <a:ln>
                            <a:noFill/>
                          </a:ln>
                          <a:solidFill>
                            <a:prstClr val="black"/>
                          </a:solidFill>
                          <a:latin typeface="Source Han Sans JP"/>
                          <a:ea typeface="Source Han Sans JP"/>
                          <a:cs typeface="Source Han Sans JP"/>
                        </a:rPr>
                        <a:t>70</a:t>
                      </a:r>
                      <a:r>
                        <a:rPr sz="1050" b="0" i="0" u="none" cap="none" spc="0">
                          <a:ln>
                            <a:noFill/>
                          </a:ln>
                          <a:solidFill>
                            <a:prstClr val="black"/>
                          </a:solidFill>
                          <a:latin typeface="Source Han Sans JP"/>
                          <a:ea typeface="Source Han Sans JP"/>
                          <a:cs typeface="Source Han Sans JP"/>
                        </a:rPr>
                        <a:t>代</a:t>
                      </a:r>
                      <a:endParaRPr sz="105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12700" cmpd="sng">
                      <a:solidFill>
                        <a:schemeClr val="bg2">
                          <a:lumMod val="50000"/>
                        </a:schemeClr>
                      </a:solidFill>
                      <a:prstDash val="solid"/>
                    </a:lnT>
                    <a:lnB w="9525" cmpd="sng">
                      <a:solidFill>
                        <a:srgbClr val="81569B"/>
                      </a:solidFill>
                      <a:prstDash val="solid"/>
                    </a:lnB>
                    <a:solidFill>
                      <a:srgbClr val="F5EDE9"/>
                    </a:solidFill>
                  </a:tcPr>
                </a:tc>
              </a:tr>
              <a:tr h="370840">
                <a:tc>
                  <a:txBody>
                    <a:bodyPr/>
                    <a:lstStyle/>
                    <a:p>
                      <a:pPr marL="0" marR="0" lvl="0" indent="0" algn="l" defTabSz="914400">
                        <a:lnSpc>
                          <a:spcPts val="1540"/>
                        </a:lnSpc>
                        <a:spcBef>
                          <a:spcPts val="0"/>
                        </a:spcBef>
                        <a:spcAft>
                          <a:spcPts val="0"/>
                        </a:spcAft>
                        <a:buClrTx/>
                        <a:buSzTx/>
                        <a:buFontTx/>
                        <a:buNone/>
                      </a:pPr>
                      <a:r>
                        <a:rPr sz="1050">
                          <a:solidFill>
                            <a:schemeClr val="tx1">
                              <a:lumMod val="85000"/>
                              <a:lumOff val="15000"/>
                            </a:schemeClr>
                          </a:solidFill>
                          <a:latin typeface="Source Han Sans JP"/>
                          <a:ea typeface="Source Han Sans JP"/>
                          <a:cs typeface="Source Han Sans JP"/>
                        </a:rPr>
                        <a:t>栄養バランスを</a:t>
                      </a:r>
                      <a:br/>
                      <a:r>
                        <a:rPr sz="1050">
                          <a:solidFill>
                            <a:srgbClr val="599975"/>
                          </a:solidFill>
                          <a:latin typeface="Source Han Sans JP"/>
                          <a:ea typeface="Source Han Sans JP"/>
                          <a:cs typeface="Source Han Sans JP"/>
                        </a:rPr>
                        <a:t>調整したい</a:t>
                      </a:r>
                      <a:endParaRPr sz="1050">
                        <a:solidFill>
                          <a:srgbClr val="599975"/>
                        </a:solidFill>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9525" cmpd="sng">
                      <a:solidFill>
                        <a:srgbClr val="81569B"/>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5EDE9"/>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9525" cmpd="sng">
                      <a:solidFill>
                        <a:srgbClr val="81569B"/>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9525" cmpd="sng">
                      <a:solidFill>
                        <a:srgbClr val="81569B"/>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9525" cmpd="sng">
                      <a:solidFill>
                        <a:srgbClr val="81569B"/>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9525" cmpd="sng">
                      <a:solidFill>
                        <a:srgbClr val="81569B"/>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r>
              <a:tr h="370840">
                <a:tc>
                  <a:txBody>
                    <a:bodyPr/>
                    <a:lstStyle/>
                    <a:p>
                      <a:pPr marL="0" marR="0" lvl="0" indent="0" algn="l" defTabSz="914400">
                        <a:lnSpc>
                          <a:spcPts val="1540"/>
                        </a:lnSpc>
                        <a:spcBef>
                          <a:spcPts val="0"/>
                        </a:spcBef>
                        <a:spcAft>
                          <a:spcPts val="0"/>
                        </a:spcAft>
                        <a:buClrTx/>
                        <a:buSzTx/>
                        <a:buFontTx/>
                        <a:buNone/>
                      </a:pPr>
                      <a:r>
                        <a:rPr sz="1050">
                          <a:solidFill>
                            <a:schemeClr val="tx1">
                              <a:lumMod val="85000"/>
                              <a:lumOff val="15000"/>
                            </a:schemeClr>
                          </a:solidFill>
                          <a:latin typeface="Source Han Sans JP"/>
                          <a:ea typeface="Source Han Sans JP"/>
                          <a:cs typeface="Source Han Sans JP"/>
                        </a:rPr>
                        <a:t>エネルギーを</a:t>
                      </a:r>
                      <a:br/>
                      <a:r>
                        <a:rPr sz="1050">
                          <a:solidFill>
                            <a:srgbClr val="387DC9"/>
                          </a:solidFill>
                          <a:latin typeface="Source Han Sans JP"/>
                          <a:ea typeface="Source Han Sans JP"/>
                          <a:cs typeface="Source Han Sans JP"/>
                        </a:rPr>
                        <a:t>増やしたい</a:t>
                      </a:r>
                      <a:endParaRPr sz="1050">
                        <a:solidFill>
                          <a:srgbClr val="387DC9"/>
                        </a:solidFill>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5EDE9"/>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FFFFF"/>
                    </a:solidFill>
                  </a:tcPr>
                </a:tc>
              </a:tr>
              <a:tr h="370840">
                <a:tc>
                  <a:txBody>
                    <a:bodyPr/>
                    <a:lstStyle/>
                    <a:p>
                      <a:pPr marL="0" marR="0" lvl="0" indent="0" algn="l" defTabSz="914400">
                        <a:lnSpc>
                          <a:spcPts val="1540"/>
                        </a:lnSpc>
                        <a:spcBef>
                          <a:spcPts val="0"/>
                        </a:spcBef>
                        <a:spcAft>
                          <a:spcPts val="0"/>
                        </a:spcAft>
                        <a:buClrTx/>
                        <a:buSzTx/>
                        <a:buFontTx/>
                        <a:buNone/>
                      </a:pPr>
                      <a:r>
                        <a:rPr sz="1050">
                          <a:solidFill>
                            <a:schemeClr val="tx1">
                              <a:lumMod val="85000"/>
                              <a:lumOff val="15000"/>
                            </a:schemeClr>
                          </a:solidFill>
                          <a:latin typeface="Source Han Sans JP"/>
                          <a:ea typeface="Source Han Sans JP"/>
                          <a:cs typeface="Source Han Sans JP"/>
                        </a:rPr>
                        <a:t>エネルギーを</a:t>
                      </a:r>
                      <a:br/>
                      <a:r>
                        <a:rPr sz="1050">
                          <a:solidFill>
                            <a:srgbClr val="CE4D44"/>
                          </a:solidFill>
                          <a:latin typeface="Source Han Sans JP"/>
                          <a:ea typeface="Source Han Sans JP"/>
                          <a:cs typeface="Source Han Sans JP"/>
                        </a:rPr>
                        <a:t>減らしたい</a:t>
                      </a:r>
                      <a:endParaRPr sz="1050">
                        <a:solidFill>
                          <a:srgbClr val="CE4D44"/>
                        </a:solidFill>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9525" cmpd="sng">
                      <a:solidFill>
                        <a:srgbClr val="81569B"/>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5EDE9"/>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9525" cmpd="sng">
                      <a:solidFill>
                        <a:srgbClr val="81569B"/>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9525" cmpd="sng">
                      <a:solidFill>
                        <a:srgbClr val="81569B"/>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9525" cmpd="sng">
                      <a:solidFill>
                        <a:srgbClr val="81569B"/>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CE4D44"/>
                          </a:solidFill>
                          <a:latin typeface="Source Han Sans JP"/>
                          <a:ea typeface="Source Han Sans JP"/>
                          <a:cs typeface="Source Han Sans JP"/>
                        </a:rPr>
                        <a:t>現：小さい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FFFFF"/>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FFFFF"/>
                    </a:solidFill>
                  </a:tcPr>
                </a:tc>
              </a:tr>
              <a:tr h="370840">
                <a:tc>
                  <a:txBody>
                    <a:bodyPr/>
                    <a:lstStyle/>
                    <a:p>
                      <a:pPr marL="0" marR="0" lvl="0" indent="0" algn="l" defTabSz="914400">
                        <a:lnSpc>
                          <a:spcPts val="1540"/>
                        </a:lnSpc>
                        <a:spcBef>
                          <a:spcPts val="0"/>
                        </a:spcBef>
                        <a:spcAft>
                          <a:spcPts val="0"/>
                        </a:spcAft>
                        <a:buClrTx/>
                        <a:buSzTx/>
                        <a:buFontTx/>
                        <a:buNone/>
                      </a:pPr>
                      <a:r>
                        <a:rPr sz="1050">
                          <a:solidFill>
                            <a:schemeClr val="tx1">
                              <a:lumMod val="85000"/>
                              <a:lumOff val="15000"/>
                            </a:schemeClr>
                          </a:solidFill>
                          <a:latin typeface="Source Han Sans JP"/>
                          <a:ea typeface="Source Han Sans JP"/>
                          <a:cs typeface="Source Han Sans JP"/>
                        </a:rPr>
                        <a:t>糖質を</a:t>
                      </a:r>
                      <a:r>
                        <a:rPr sz="1050">
                          <a:solidFill>
                            <a:srgbClr val="387DC9"/>
                          </a:solidFill>
                          <a:latin typeface="Source Han Sans JP"/>
                          <a:ea typeface="Source Han Sans JP"/>
                          <a:cs typeface="Source Han Sans JP"/>
                        </a:rPr>
                        <a:t>増やしたい</a:t>
                      </a:r>
                      <a:endParaRPr sz="1050">
                        <a:solidFill>
                          <a:srgbClr val="387DC9"/>
                        </a:solidFill>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12700" cmpd="sng">
                      <a:solidFill>
                        <a:schemeClr val="bg2">
                          <a:lumMod val="50000"/>
                        </a:schemeClr>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9F9F9"/>
                    </a:solidFill>
                  </a:tcPr>
                </a:tc>
              </a:tr>
              <a:tr h="370840">
                <a:tc>
                  <a:txBody>
                    <a:bodyPr/>
                    <a:lstStyle/>
                    <a:p>
                      <a:pPr marL="0" marR="0" lvl="0" indent="0" algn="l" defTabSz="914400">
                        <a:lnSpc>
                          <a:spcPts val="1540"/>
                        </a:lnSpc>
                        <a:spcBef>
                          <a:spcPts val="0"/>
                        </a:spcBef>
                        <a:spcAft>
                          <a:spcPts val="0"/>
                        </a:spcAft>
                        <a:buClrTx/>
                        <a:buSzTx/>
                        <a:buFontTx/>
                        <a:buNone/>
                      </a:pPr>
                      <a:r>
                        <a:rPr sz="1050">
                          <a:solidFill>
                            <a:schemeClr val="tx1">
                              <a:lumMod val="85000"/>
                              <a:lumOff val="15000"/>
                            </a:schemeClr>
                          </a:solidFill>
                          <a:latin typeface="Source Han Sans JP"/>
                          <a:ea typeface="Source Han Sans JP"/>
                          <a:cs typeface="Source Han Sans JP"/>
                        </a:rPr>
                        <a:t>糖質を</a:t>
                      </a:r>
                      <a:r>
                        <a:rPr sz="1050">
                          <a:solidFill>
                            <a:srgbClr val="CE4D44"/>
                          </a:solidFill>
                          <a:latin typeface="Source Han Sans JP"/>
                          <a:ea typeface="Source Han Sans JP"/>
                          <a:cs typeface="Source Han Sans JP"/>
                        </a:rPr>
                        <a:t>減らしたい</a:t>
                      </a:r>
                      <a:endParaRPr sz="1050">
                        <a:solidFill>
                          <a:srgbClr val="CE4D44"/>
                        </a:solidFill>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6350" cmpd="sng">
                      <a:solidFill>
                        <a:schemeClr val="bg2">
                          <a:lumMod val="50000"/>
                        </a:schemeClr>
                      </a:solidFill>
                      <a:prstDash val="solid"/>
                    </a:lnB>
                    <a:solidFill>
                      <a:srgbClr val="F9F9F9"/>
                    </a:solidFill>
                  </a:tcPr>
                </a:tc>
              </a:tr>
              <a:tr h="370840">
                <a:tc>
                  <a:txBody>
                    <a:bodyPr/>
                    <a:lstStyle/>
                    <a:p>
                      <a:pPr marL="0" marR="0" lvl="0" indent="0" algn="l" defTabSz="914400">
                        <a:lnSpc>
                          <a:spcPts val="1540"/>
                        </a:lnSpc>
                        <a:spcBef>
                          <a:spcPts val="0"/>
                        </a:spcBef>
                        <a:spcAft>
                          <a:spcPts val="0"/>
                        </a:spcAft>
                        <a:buClrTx/>
                        <a:buSzTx/>
                        <a:buFontTx/>
                        <a:buNone/>
                      </a:pPr>
                      <a:r>
                        <a:rPr sz="1050">
                          <a:solidFill>
                            <a:schemeClr val="tx1">
                              <a:lumMod val="85000"/>
                              <a:lumOff val="15000"/>
                            </a:schemeClr>
                          </a:solidFill>
                          <a:latin typeface="Source Han Sans JP"/>
                          <a:ea typeface="Source Han Sans JP"/>
                          <a:cs typeface="Source Han Sans JP"/>
                        </a:rPr>
                        <a:t>脂質を</a:t>
                      </a:r>
                      <a:r>
                        <a:rPr sz="1050">
                          <a:solidFill>
                            <a:srgbClr val="0070C0"/>
                          </a:solidFill>
                          <a:latin typeface="Source Han Sans JP"/>
                          <a:ea typeface="Source Han Sans JP"/>
                          <a:cs typeface="Source Han Sans JP"/>
                        </a:rPr>
                        <a:t>増やしたい</a:t>
                      </a:r>
                      <a:endParaRPr sz="1050">
                        <a:solidFill>
                          <a:srgbClr val="0070C0"/>
                        </a:solidFill>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200">
                          <a:latin typeface="Source Han Sans JP"/>
                          <a:ea typeface="Source Han Sans JP"/>
                          <a:cs typeface="Source Han Sans JP"/>
                        </a:rPr>
                        <a:t>/</a:t>
                      </a: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9525" cmpd="sng">
                      <a:solidFill>
                        <a:srgbClr val="81569B"/>
                      </a:solidFill>
                      <a:prstDash val="solid"/>
                    </a:lnB>
                    <a:solidFill>
                      <a:srgbClr val="F9F9F9"/>
                    </a:solidFill>
                  </a:tcPr>
                </a:tc>
              </a:tr>
              <a:tr h="370840">
                <a:tc>
                  <a:txBody>
                    <a:bodyPr/>
                    <a:lstStyle/>
                    <a:p>
                      <a:pPr marL="0" marR="0" lvl="0" indent="0" algn="l" defTabSz="914400">
                        <a:lnSpc>
                          <a:spcPts val="1540"/>
                        </a:lnSpc>
                        <a:spcBef>
                          <a:spcPts val="0"/>
                        </a:spcBef>
                        <a:spcAft>
                          <a:spcPts val="0"/>
                        </a:spcAft>
                        <a:buClrTx/>
                        <a:buSzTx/>
                        <a:buFontTx/>
                        <a:buNone/>
                      </a:pPr>
                      <a:r>
                        <a:rPr sz="1050">
                          <a:latin typeface="Source Han Sans JP"/>
                          <a:ea typeface="Source Han Sans JP"/>
                          <a:cs typeface="Source Han Sans JP"/>
                        </a:rPr>
                        <a:t>脂質を</a:t>
                      </a:r>
                      <a:r>
                        <a:rPr sz="1050">
                          <a:solidFill>
                            <a:srgbClr val="CE4D44"/>
                          </a:solidFill>
                          <a:latin typeface="Source Han Sans JP"/>
                          <a:ea typeface="Source Han Sans JP"/>
                          <a:cs typeface="Source Han Sans JP"/>
                        </a:rPr>
                        <a:t>減らしたい</a:t>
                      </a:r>
                      <a:endParaRPr sz="1050">
                        <a:solidFill>
                          <a:srgbClr val="CE4D44"/>
                        </a:solidFill>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9525" cmpd="sng">
                      <a:solidFill>
                        <a:srgbClr val="81569B"/>
                      </a:solidFill>
                      <a:prstDash val="solid"/>
                    </a:lnR>
                    <a:lnT w="12700" cmpd="sng">
                      <a:solidFill>
                        <a:schemeClr val="bg2">
                          <a:lumMod val="50000"/>
                        </a:schemeClr>
                      </a:solidFill>
                      <a:prstDash val="solid"/>
                    </a:lnT>
                    <a:lnB w="12700" cmpd="sng">
                      <a:solidFill>
                        <a:schemeClr val="bg2">
                          <a:lumMod val="50000"/>
                        </a:schemeClr>
                      </a:solidFill>
                      <a:prstDash val="solid"/>
                    </a:lnB>
                    <a:solidFill>
                      <a:srgbClr val="F5EDE9"/>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9525" cmpd="sng">
                      <a:solidFill>
                        <a:srgbClr val="81569B"/>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9525" cmpd="sng">
                      <a:solidFill>
                        <a:srgbClr val="81569B"/>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9525" cmpd="sng">
                      <a:solidFill>
                        <a:srgbClr val="81569B"/>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599975"/>
                          </a:solidFill>
                          <a:latin typeface="Source Han Sans JP"/>
                          <a:ea typeface="Source Han Sans JP"/>
                          <a:cs typeface="Source Han Sans JP"/>
                        </a:rPr>
                        <a:t>現：大きい</a:t>
                      </a:r>
                      <a:b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c>
                  <a:txBody>
                    <a:bodyPr/>
                    <a:lstStyle/>
                    <a:p>
                      <a:pPr marL="0" marR="0" lvl="0" indent="0" algn="l" defTabSz="914400">
                        <a:lnSpc>
                          <a:spcPts val="1540"/>
                        </a:lnSpc>
                        <a:spcBef>
                          <a:spcPts val="0"/>
                        </a:spcBef>
                        <a:spcAft>
                          <a:spcPts val="0"/>
                        </a:spcAft>
                        <a:buClrTx/>
                        <a:buSzTx/>
                        <a:buFontTx/>
                        <a:buNone/>
                      </a:pPr>
                      <a:r>
                        <a:rPr sz="1000" b="0" i="0" u="none" cap="none" spc="0">
                          <a:ln>
                            <a:noFill/>
                          </a:ln>
                          <a:solidFill>
                            <a:srgbClr val="E27A1C"/>
                          </a:solidFill>
                          <a:latin typeface="Source Han Sans JP"/>
                          <a:ea typeface="Source Han Sans JP"/>
                          <a:cs typeface="Source Han Sans JP"/>
                        </a:rPr>
                        <a:t>現：中程度</a:t>
                      </a:r>
                      <a:r>
                        <a:rPr sz="1000" b="0" i="0" u="none" cap="none" spc="0">
                          <a:ln>
                            <a:noFill/>
                          </a:ln>
                          <a:solidFill>
                            <a:srgbClr val="9564B1"/>
                          </a:solidFill>
                          <a:latin typeface="Source Han Sans JP"/>
                          <a:ea typeface="Source Han Sans JP"/>
                          <a:cs typeface="Source Han Sans JP"/>
                        </a:rPr>
                        <a:t>変：</a:t>
                      </a:r>
                      <a:r>
                        <a:rPr sz="1000" b="1" i="0" u="none" cap="none" spc="0">
                          <a:ln>
                            <a:noFill/>
                          </a:ln>
                          <a:solidFill>
                            <a:srgbClr val="9564B1"/>
                          </a:solidFill>
                          <a:latin typeface="Source Han Sans JP"/>
                          <a:ea typeface="Source Han Sans JP"/>
                          <a:cs typeface="Source Han Sans JP"/>
                        </a:rPr>
                        <a:t>↑</a:t>
                      </a:r>
                      <a:endParaRPr sz="1000" b="1" i="0" u="none" kern="1200" cap="none" spc="0" baseline="0">
                        <a:ln>
                          <a:noFill/>
                        </a:ln>
                        <a:solidFill>
                          <a:srgbClr val="9564B1"/>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9525" cmpd="sng">
                      <a:solidFill>
                        <a:srgbClr val="81569B"/>
                      </a:solidFill>
                      <a:prstDash val="solid"/>
                    </a:lnR>
                    <a:lnT w="9525" cmpd="sng">
                      <a:solidFill>
                        <a:srgbClr val="81569B"/>
                      </a:solidFill>
                      <a:prstDash val="solid"/>
                    </a:lnT>
                    <a:lnB w="9525" cmpd="sng">
                      <a:solidFill>
                        <a:srgbClr val="81569B"/>
                      </a:solidFill>
                      <a:prstDash val="solid"/>
                    </a:lnB>
                    <a:solidFill>
                      <a:srgbClr val="9564B1">
                        <a:alpha val="15294"/>
                      </a:srgbClr>
                    </a:solidFill>
                  </a:tcPr>
                </a:tc>
              </a:tr>
              <a:tr h="370840">
                <a:tc>
                  <a:txBody>
                    <a:bodyPr/>
                    <a:lstStyle/>
                    <a:p>
                      <a:pPr marL="0" marR="0" lvl="0" indent="0" algn="l" defTabSz="914400">
                        <a:lnSpc>
                          <a:spcPts val="1540"/>
                        </a:lnSpc>
                        <a:spcBef>
                          <a:spcPts val="0"/>
                        </a:spcBef>
                        <a:spcAft>
                          <a:spcPts val="0"/>
                        </a:spcAft>
                        <a:buClrTx/>
                        <a:buSzTx/>
                        <a:buFontTx/>
                        <a:buNone/>
                      </a:pPr>
                      <a:r>
                        <a:rPr sz="1050">
                          <a:latin typeface="Source Han Sans JP"/>
                          <a:ea typeface="Source Han Sans JP"/>
                          <a:cs typeface="Source Han Sans JP"/>
                        </a:rPr>
                        <a:t>タンパク質を</a:t>
                      </a:r>
                      <a:br/>
                      <a:r>
                        <a:rPr sz="1050">
                          <a:solidFill>
                            <a:srgbClr val="387DC9"/>
                          </a:solidFill>
                          <a:latin typeface="Source Han Sans JP"/>
                          <a:ea typeface="Source Han Sans JP"/>
                          <a:cs typeface="Source Han Sans JP"/>
                        </a:rPr>
                        <a:t>増やしたい</a:t>
                      </a:r>
                      <a:endParaRPr sz="1050">
                        <a:solidFill>
                          <a:srgbClr val="387DC9"/>
                        </a:solidFill>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12700" cmpd="sng">
                      <a:solidFill>
                        <a:schemeClr val="bg2">
                          <a:lumMod val="50000"/>
                        </a:schemeClr>
                      </a:solidFill>
                      <a:prstDash val="solid"/>
                    </a:lnR>
                    <a:lnT w="12700" cmpd="sng">
                      <a:solidFill>
                        <a:schemeClr val="bg2">
                          <a:lumMod val="50000"/>
                        </a:schemeClr>
                      </a:solidFill>
                      <a:prstDash val="solid"/>
                    </a:lnT>
                    <a:lnB w="6350" cmpd="sng">
                      <a:solidFill>
                        <a:schemeClr val="bg2">
                          <a:lumMod val="50000"/>
                        </a:schemeClr>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9525" cmpd="sng">
                      <a:solidFill>
                        <a:srgbClr val="81569B"/>
                      </a:solidFill>
                      <a:prstDash val="solid"/>
                    </a:lnT>
                    <a:lnB w="6350" cmpd="sng">
                      <a:solidFill>
                        <a:schemeClr val="bg2">
                          <a:lumMod val="50000"/>
                        </a:schemeClr>
                      </a:solidFill>
                      <a:prstDash val="solid"/>
                    </a:lnB>
                    <a:solidFill>
                      <a:srgbClr val="F9F9F9"/>
                    </a:solidFill>
                  </a:tcPr>
                </a:tc>
              </a:tr>
              <a:tr h="370840">
                <a:tc>
                  <a:txBody>
                    <a:bodyPr/>
                    <a:lstStyle/>
                    <a:p>
                      <a:pPr marL="0" marR="0" lvl="0" indent="0" algn="l" defTabSz="914400">
                        <a:lnSpc>
                          <a:spcPts val="1540"/>
                        </a:lnSpc>
                        <a:spcBef>
                          <a:spcPts val="0"/>
                        </a:spcBef>
                        <a:spcAft>
                          <a:spcPts val="0"/>
                        </a:spcAft>
                        <a:buClrTx/>
                        <a:buSzTx/>
                        <a:buFontTx/>
                        <a:buNone/>
                      </a:pPr>
                      <a:r>
                        <a:rPr sz="1050">
                          <a:solidFill>
                            <a:schemeClr val="tx1">
                              <a:lumMod val="85000"/>
                              <a:lumOff val="15000"/>
                            </a:schemeClr>
                          </a:solidFill>
                          <a:latin typeface="Source Han Sans JP"/>
                          <a:ea typeface="Source Han Sans JP"/>
                          <a:cs typeface="Source Han Sans JP"/>
                        </a:rPr>
                        <a:t>タンパク質を</a:t>
                      </a:r>
                      <a:br/>
                      <a:r>
                        <a:rPr sz="1050">
                          <a:solidFill>
                            <a:srgbClr val="CE4D44"/>
                          </a:solidFill>
                          <a:latin typeface="Source Han Sans JP"/>
                          <a:ea typeface="Source Han Sans JP"/>
                          <a:cs typeface="Source Han Sans JP"/>
                        </a:rPr>
                        <a:t>減らしたい</a:t>
                      </a:r>
                      <a:endParaRPr sz="1050">
                        <a:solidFill>
                          <a:srgbClr val="CE4D44"/>
                        </a:solidFill>
                        <a:latin typeface="Source Han Sans JP"/>
                        <a:ea typeface="Source Han Sans JP"/>
                        <a:cs typeface="Source Han Sans JP"/>
                      </a:endParaRPr>
                    </a:p>
                  </a:txBody>
                  <a:tcPr marL="91440" marR="91440" marT="46800" marB="45720" anchor="ctr">
                    <a:lnL w="1270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5EDE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1270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endParaRPr sz="1200" b="0" i="0" u="none" kern="1200" cap="none" spc="0" baseline="0">
                        <a:ln>
                          <a:noFill/>
                        </a:ln>
                        <a:solidFill>
                          <a:prstClr val="black"/>
                        </a:solidFill>
                        <a:latin typeface="Source Han Sans JP"/>
                        <a:ea typeface="Source Han Sans JP"/>
                        <a:cs typeface="Source Han Sans JP"/>
                      </a:endParaRPr>
                    </a:p>
                  </a:txBody>
                  <a:tcPr marL="91440" marR="91440" marT="45720" marB="45720" anchor="ctr">
                    <a:lnL w="6350" cmpd="sng">
                      <a:solidFill>
                        <a:schemeClr val="bg2">
                          <a:lumMod val="50000"/>
                        </a:schemeClr>
                      </a:solidFill>
                      <a:prstDash val="solid"/>
                    </a:lnL>
                    <a:lnR w="635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c>
                  <a:txBody>
                    <a:bodyPr/>
                    <a:lstStyle/>
                    <a:p>
                      <a:pPr marL="0" marR="0" lvl="0" indent="0" algn="ctr" defTabSz="914400">
                        <a:lnSpc>
                          <a:spcPts val="1540"/>
                        </a:lnSpc>
                        <a:spcBef>
                          <a:spcPts val="0"/>
                        </a:spcBef>
                        <a:spcAft>
                          <a:spcPts val="0"/>
                        </a:spcAft>
                        <a:buClrTx/>
                        <a:buSzTx/>
                        <a:buFontTx/>
                        <a:buNone/>
                      </a:pPr>
                      <a:r>
                        <a:rPr sz="1200" b="0" i="0" u="none" cap="none" spc="0">
                          <a:ln>
                            <a:noFill/>
                          </a:ln>
                          <a:solidFill>
                            <a:prstClr val="black"/>
                          </a:solidFill>
                          <a:latin typeface="Source Han Sans JP"/>
                          <a:ea typeface="Source Han Sans JP"/>
                          <a:cs typeface="Source Han Sans JP"/>
                        </a:rPr>
                        <a:t>/</a:t>
                      </a:r>
                    </a:p>
                  </a:txBody>
                  <a:tcPr marL="91440" marR="91440" marT="45720" marB="45720" anchor="ctr">
                    <a:lnL w="6350" cmpd="sng">
                      <a:solidFill>
                        <a:schemeClr val="bg2">
                          <a:lumMod val="50000"/>
                        </a:schemeClr>
                      </a:solidFill>
                      <a:prstDash val="solid"/>
                    </a:lnL>
                    <a:lnR w="12700" cmpd="sng">
                      <a:solidFill>
                        <a:schemeClr val="bg2">
                          <a:lumMod val="50000"/>
                        </a:schemeClr>
                      </a:solidFill>
                      <a:prstDash val="solid"/>
                    </a:lnR>
                    <a:lnT w="6350" cmpd="sng">
                      <a:solidFill>
                        <a:schemeClr val="bg2">
                          <a:lumMod val="50000"/>
                        </a:schemeClr>
                      </a:solidFill>
                      <a:prstDash val="solid"/>
                    </a:lnT>
                    <a:lnB w="12700" cmpd="sng">
                      <a:solidFill>
                        <a:schemeClr val="bg2">
                          <a:lumMod val="50000"/>
                        </a:schemeClr>
                      </a:solidFill>
                      <a:prstDash val="solid"/>
                    </a:lnB>
                    <a:solidFill>
                      <a:srgbClr val="F9F9F9"/>
                    </a:solidFill>
                  </a:tcPr>
                </a:tc>
              </a:tr>
            </a:tbl>
          </a:graphicData>
        </a:graphic>
      </p:graphicFrame>
      <p:sp>
        <p:nvSpPr>
          <p:cNvPr id="4" name="テキスト ボックス 3">
            <a:extLst xmlns:a="http://schemas.openxmlformats.org/drawingml/2006/main">
              <a:ext uri="{FF2B5EF4-FFF2-40B4-BE49-F238E27FC236}">
                <a16:creationId xmlns:a16="http://schemas.microsoft.com/office/drawing/2014/main" id="{14FB1F07-C308-F539-AAB9-CAB9E416C383}"/>
              </a:ext>
            </a:extLst>
          </p:cNvPr>
          <p:cNvSpPr>
            <a:spLocks xmlns:a="http://schemas.openxmlformats.org/drawingml/2006/main" noGrp="1"/>
          </p:cNvSpPr>
          <p:nvPr/>
        </p:nvSpPr>
        <p:spPr>
          <a:xfrm xmlns:a="http://schemas.openxmlformats.org/drawingml/2006/main">
            <a:off x="223842" y="455087"/>
            <a:ext cx="9137328" cy="507619"/>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sz="2200" b="1" spc="50">
                <a:solidFill>
                  <a:srgbClr val="42557A"/>
                </a:solidFill>
                <a:latin typeface="源ノ角ゴシック JP"/>
                <a:ea typeface="源ノ角ゴシック JP"/>
                <a:cs typeface="源ノ角ゴシック JP"/>
              </a:rPr>
              <a:t>現在のニーズが大きく、過去から増加した健康ニーズに対象を絞った</a:t>
            </a:r>
            <a:endParaRPr sz="2200" b="1" spc="50">
              <a:solidFill>
                <a:srgbClr val="42557A"/>
              </a:solidFill>
              <a:latin typeface="源ノ角ゴシック JP"/>
              <a:ea typeface="源ノ角ゴシック JP"/>
              <a:cs typeface="源ノ角ゴシック JP"/>
            </a:endParaRPr>
          </a:p>
        </p:txBody>
      </p:sp>
      <p:sp>
        <p:nvSpPr>
          <p:cNvPr id="8" name="正方形/長方形 7">
            <a:extLst xmlns:a="http://schemas.openxmlformats.org/drawingml/2006/main">
              <a:ext uri="{FF2B5EF4-FFF2-40B4-BE49-F238E27FC236}">
                <a16:creationId xmlns:a16="http://schemas.microsoft.com/office/drawing/2014/main" id="{32167CA3-9D5D-4DDD-6F1D-9B8ABD735B58}"/>
              </a:ext>
            </a:extLst>
          </p:cNvPr>
          <p:cNvSpPr>
            <a:spLocks xmlns:a="http://schemas.openxmlformats.org/drawingml/2006/main" noGrp="1"/>
          </p:cNvSpPr>
          <p:nvPr/>
        </p:nvSpPr>
        <p:spPr>
          <a:xfrm xmlns:a="http://schemas.openxmlformats.org/drawingml/2006/main" rot="0" flipH="0" flipV="0">
            <a:off x="477051" y="1019042"/>
            <a:ext cx="4129710" cy="842369"/>
          </a:xfrm>
          <a:prstGeom xmlns:a="http://schemas.openxmlformats.org/drawingml/2006/main" prst="rect">
            <a:avLst/>
          </a:prstGeom>
          <a:solidFill xmlns:a="http://schemas.openxmlformats.org/drawingml/2006/main">
            <a:schemeClr val="bg1">
              <a:lumMod val="95000"/>
              <a:alpha val="30000"/>
            </a:schemeClr>
          </a:solidFill>
          <a:ln xmlns:a="http://schemas.openxmlformats.org/drawingml/2006/main" w="12700">
            <a:solidFill>
              <a:schemeClr val="tx1">
                <a:lumMod val="65000"/>
                <a:lumOff val="3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n>
                <a:solidFill>
                  <a:schemeClr val="tx1">
                    <a:lumMod val="50000"/>
                    <a:lumOff val="50000"/>
                  </a:schemeClr>
                </a:solidFill>
              </a:ln>
            </a:endParaRPr>
          </a:p>
        </p:txBody>
      </p:sp>
      <p:sp>
        <p:nvSpPr>
          <p:cNvPr id="6" name="テキスト ボックス 5">
            <a:extLst xmlns:a="http://schemas.openxmlformats.org/drawingml/2006/main">
              <a:ext uri="{FF2B5EF4-FFF2-40B4-BE49-F238E27FC236}">
                <a16:creationId xmlns:a16="http://schemas.microsoft.com/office/drawing/2014/main" id="{AEF5DA56-4928-0281-005E-C97457F05447}"/>
              </a:ext>
            </a:extLst>
          </p:cNvPr>
          <p:cNvSpPr>
            <a:spLocks xmlns:a="http://schemas.openxmlformats.org/drawingml/2006/main" noGrp="1"/>
          </p:cNvSpPr>
          <p:nvPr/>
        </p:nvSpPr>
        <p:spPr>
          <a:xfrm xmlns:a="http://schemas.openxmlformats.org/drawingml/2006/main" rot="0" flipH="0" flipV="0">
            <a:off x="547039" y="1136408"/>
            <a:ext cx="3956852" cy="30008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350">
                <a:solidFill>
                  <a:srgbClr val="DCD8DC">
                    <a:lumMod val="25000"/>
                  </a:srgbClr>
                </a:solidFill>
                <a:latin typeface="源ノ角ゴシック JP"/>
                <a:ea typeface="源ノ角ゴシック JP"/>
                <a:cs typeface="源ノ角ゴシック JP"/>
              </a:rPr>
              <a:t>現在のニーズの</a:t>
            </a:r>
            <a:r>
              <a:rPr sz="1350" u="sng">
                <a:solidFill>
                  <a:srgbClr val="DCD8DC">
                    <a:lumMod val="25000"/>
                  </a:srgbClr>
                </a:solidFill>
                <a:latin typeface="源ノ角ゴシック JP"/>
                <a:ea typeface="源ノ角ゴシック JP"/>
                <a:cs typeface="源ノ角ゴシック JP"/>
              </a:rPr>
              <a:t>大きさ</a:t>
            </a:r>
            <a:r>
              <a:rPr sz="1350">
                <a:solidFill>
                  <a:srgbClr val="DCD8DC">
                    <a:lumMod val="25000"/>
                  </a:srgbClr>
                </a:solidFill>
                <a:latin typeface="源ノ角ゴシック JP"/>
                <a:ea typeface="源ノ角ゴシック JP"/>
                <a:cs typeface="源ノ角ゴシック JP"/>
              </a:rPr>
              <a:t>：</a:t>
            </a:r>
            <a:r>
              <a:rPr sz="1350">
                <a:solidFill>
                  <a:srgbClr val="DCD8DC">
                    <a:lumMod val="25000"/>
                  </a:srgbClr>
                </a:solidFill>
                <a:latin typeface="源ノ角ゴシック JP"/>
                <a:ea typeface="源ノ角ゴシック JP"/>
                <a:cs typeface="源ノ角ゴシック JP"/>
              </a:rPr>
              <a:t> </a:t>
            </a:r>
            <a:r>
              <a:rPr sz="1350">
                <a:solidFill>
                  <a:srgbClr val="599975"/>
                </a:solidFill>
                <a:latin typeface="源ノ角ゴシック JP"/>
                <a:ea typeface="源ノ角ゴシック JP"/>
                <a:cs typeface="源ノ角ゴシック JP"/>
              </a:rPr>
              <a:t>大きい</a:t>
            </a:r>
            <a:r>
              <a:rPr sz="1350">
                <a:solidFill>
                  <a:srgbClr val="DCD8DC">
                    <a:lumMod val="25000"/>
                  </a:srgbClr>
                </a:solidFill>
                <a:latin typeface="源ノ角ゴシック JP"/>
                <a:ea typeface="源ノ角ゴシック JP"/>
                <a:cs typeface="源ノ角ゴシック JP"/>
              </a:rPr>
              <a:t> / </a:t>
            </a:r>
            <a:r>
              <a:rPr sz="1350">
                <a:solidFill>
                  <a:srgbClr val="E27A1C"/>
                </a:solidFill>
                <a:latin typeface="源ノ角ゴシック JP"/>
                <a:ea typeface="源ノ角ゴシック JP"/>
                <a:cs typeface="源ノ角ゴシック JP"/>
              </a:rPr>
              <a:t>中程度</a:t>
            </a:r>
            <a:r>
              <a:rPr sz="1350">
                <a:solidFill>
                  <a:srgbClr val="E27A1C"/>
                </a:solidFill>
                <a:latin typeface="源ノ角ゴシック JP"/>
                <a:ea typeface="源ノ角ゴシック JP"/>
                <a:cs typeface="源ノ角ゴシック JP"/>
              </a:rPr>
              <a:t> </a:t>
            </a:r>
            <a:r>
              <a:rPr sz="1350">
                <a:solidFill>
                  <a:srgbClr val="DCD8DC">
                    <a:lumMod val="25000"/>
                  </a:srgbClr>
                </a:solidFill>
                <a:latin typeface="源ノ角ゴシック JP"/>
                <a:ea typeface="源ノ角ゴシック JP"/>
                <a:cs typeface="源ノ角ゴシック JP"/>
              </a:rPr>
              <a:t>/ </a:t>
            </a:r>
            <a:r>
              <a:rPr sz="1350">
                <a:solidFill>
                  <a:srgbClr val="CE4D44"/>
                </a:solidFill>
                <a:latin typeface="源ノ角ゴシック JP"/>
                <a:ea typeface="源ノ角ゴシック JP"/>
                <a:cs typeface="源ノ角ゴシック JP"/>
              </a:rPr>
              <a:t>小さい</a:t>
            </a:r>
            <a:r>
              <a:rPr sz="1350">
                <a:solidFill>
                  <a:srgbClr val="DCD8DC">
                    <a:lumMod val="25000"/>
                  </a:srgbClr>
                </a:solidFill>
                <a:latin typeface="源ノ角ゴシック JP"/>
                <a:ea typeface="源ノ角ゴシック JP"/>
                <a:cs typeface="源ノ角ゴシック JP"/>
              </a:rPr>
              <a:t> </a:t>
            </a:r>
          </a:p>
        </p:txBody>
      </p:sp>
      <p:sp>
        <p:nvSpPr>
          <p:cNvPr id="7" name="テキスト ボックス 6">
            <a:extLst xmlns:a="http://schemas.openxmlformats.org/drawingml/2006/main">
              <a:ext uri="{FF2B5EF4-FFF2-40B4-BE49-F238E27FC236}">
                <a16:creationId xmlns:a16="http://schemas.microsoft.com/office/drawing/2014/main" id="{969B9C75-F14F-6257-DBBA-428E4D892C71}"/>
              </a:ext>
            </a:extLst>
          </p:cNvPr>
          <p:cNvSpPr>
            <a:spLocks xmlns:a="http://schemas.openxmlformats.org/drawingml/2006/main" noGrp="1"/>
          </p:cNvSpPr>
          <p:nvPr/>
        </p:nvSpPr>
        <p:spPr>
          <a:xfrm xmlns:a="http://schemas.openxmlformats.org/drawingml/2006/main" rot="0" flipH="0" flipV="0">
            <a:off x="547039" y="1468346"/>
            <a:ext cx="3808262" cy="30008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350">
                <a:solidFill>
                  <a:srgbClr val="DCD8DC">
                    <a:lumMod val="25000"/>
                  </a:srgbClr>
                </a:solidFill>
                <a:latin typeface="源ノ角ゴシック JP"/>
                <a:ea typeface="源ノ角ゴシック JP"/>
                <a:cs typeface="源ノ角ゴシック JP"/>
              </a:rPr>
              <a:t>過去からニーズの</a:t>
            </a:r>
            <a:r>
              <a:rPr sz="1350" u="sng">
                <a:solidFill>
                  <a:srgbClr val="DCD8DC">
                    <a:lumMod val="25000"/>
                  </a:srgbClr>
                </a:solidFill>
                <a:latin typeface="源ノ角ゴシック JP"/>
                <a:ea typeface="源ノ角ゴシック JP"/>
                <a:cs typeface="源ノ角ゴシック JP"/>
              </a:rPr>
              <a:t>変化</a:t>
            </a:r>
            <a:r>
              <a:rPr sz="1350">
                <a:solidFill>
                  <a:srgbClr val="DCD8DC">
                    <a:lumMod val="25000"/>
                  </a:srgbClr>
                </a:solidFill>
                <a:latin typeface="源ノ角ゴシック JP"/>
                <a:ea typeface="源ノ角ゴシック JP"/>
                <a:cs typeface="源ノ角ゴシック JP"/>
              </a:rPr>
              <a:t>：</a:t>
            </a:r>
            <a:r>
              <a:rPr sz="1350">
                <a:solidFill>
                  <a:srgbClr val="DCD8DC">
                    <a:lumMod val="25000"/>
                  </a:srgbClr>
                </a:solidFill>
                <a:latin typeface="源ノ角ゴシック JP"/>
                <a:ea typeface="源ノ角ゴシック JP"/>
                <a:cs typeface="源ノ角ゴシック JP"/>
              </a:rPr>
              <a:t> </a:t>
            </a:r>
            <a:r>
              <a:rPr sz="1350" b="1">
                <a:solidFill>
                  <a:srgbClr val="9564B1"/>
                </a:solidFill>
                <a:latin typeface="源ノ角ゴシック JP"/>
                <a:ea typeface="源ノ角ゴシック JP"/>
                <a:cs typeface="源ノ角ゴシック JP"/>
              </a:rPr>
              <a:t>↑</a:t>
            </a:r>
            <a:r>
              <a:rPr sz="1350">
                <a:solidFill>
                  <a:srgbClr val="DCD8DC">
                    <a:lumMod val="25000"/>
                  </a:srgbClr>
                </a:solidFill>
                <a:latin typeface="源ノ角ゴシック JP"/>
                <a:ea typeface="源ノ角ゴシック JP"/>
                <a:cs typeface="源ノ角ゴシック JP"/>
              </a:rPr>
              <a:t> / </a:t>
            </a:r>
            <a:r>
              <a:rPr sz="1350" b="1">
                <a:solidFill>
                  <a:srgbClr val="9564B1"/>
                </a:solidFill>
                <a:latin typeface="源ノ角ゴシック JP"/>
                <a:ea typeface="源ノ角ゴシック JP"/>
                <a:cs typeface="源ノ角ゴシック JP"/>
              </a:rPr>
              <a:t>→</a:t>
            </a:r>
            <a:r>
              <a:rPr sz="1350">
                <a:solidFill>
                  <a:srgbClr val="DCD8DC">
                    <a:lumMod val="25000"/>
                  </a:srgbClr>
                </a:solidFill>
                <a:latin typeface="源ノ角ゴシック JP"/>
                <a:ea typeface="源ノ角ゴシック JP"/>
                <a:cs typeface="源ノ角ゴシック JP"/>
              </a:rPr>
              <a:t> / </a:t>
            </a:r>
            <a:r>
              <a:rPr sz="1350" b="1">
                <a:solidFill>
                  <a:srgbClr val="9564B1"/>
                </a:solidFill>
                <a:latin typeface="源ノ角ゴシック JP"/>
                <a:ea typeface="源ノ角ゴシック JP"/>
                <a:cs typeface="源ノ角ゴシック JP"/>
              </a:rPr>
              <a:t>↓</a:t>
            </a:r>
            <a:r>
              <a:rPr sz="1350">
                <a:solidFill>
                  <a:srgbClr val="DCD8DC">
                    <a:lumMod val="25000"/>
                  </a:srgbClr>
                </a:solidFill>
                <a:latin typeface="源ノ角ゴシック JP"/>
                <a:ea typeface="源ノ角ゴシック JP"/>
                <a:cs typeface="源ノ角ゴシック JP"/>
              </a:rPr>
              <a:t> </a:t>
            </a:r>
          </a:p>
        </p:txBody>
      </p:sp>
      <p:sp>
        <p:nvSpPr>
          <p:cNvPr id="10" name="テキスト ボックス 9">
            <a:extLst xmlns:a="http://schemas.openxmlformats.org/drawingml/2006/main">
              <a:ext uri="{FF2B5EF4-FFF2-40B4-BE49-F238E27FC236}">
                <a16:creationId xmlns:a16="http://schemas.microsoft.com/office/drawing/2014/main" id="{6C5E6136-8E8C-883B-52CE-2A6A47A85096}"/>
              </a:ext>
            </a:extLst>
          </p:cNvPr>
          <p:cNvSpPr>
            <a:spLocks xmlns:a="http://schemas.openxmlformats.org/drawingml/2006/main" noGrp="1"/>
          </p:cNvSpPr>
          <p:nvPr/>
        </p:nvSpPr>
        <p:spPr>
          <a:xfrm xmlns:a="http://schemas.openxmlformats.org/drawingml/2006/main">
            <a:off x="4710155" y="1331497"/>
            <a:ext cx="4742042" cy="2846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250">
                <a:solidFill>
                  <a:srgbClr val="DCD8DC">
                    <a:lumMod val="25000"/>
                  </a:srgbClr>
                </a:solidFill>
                <a:latin typeface="源ノ角ゴシック JP"/>
                <a:ea typeface="源ノ角ゴシック JP"/>
                <a:cs typeface="源ノ角ゴシック JP"/>
              </a:rPr>
              <a:t>※</a:t>
            </a:r>
            <a:r>
              <a:rPr sz="1250">
                <a:solidFill>
                  <a:srgbClr val="DCD8DC">
                    <a:lumMod val="25000"/>
                  </a:srgbClr>
                </a:solidFill>
                <a:latin typeface="源ノ角ゴシック JP"/>
                <a:ea typeface="源ノ角ゴシック JP"/>
                <a:cs typeface="源ノ角ゴシック JP"/>
              </a:rPr>
              <a:t> 現在時点は</a:t>
            </a:r>
            <a:r>
              <a:rPr sz="1250">
                <a:solidFill>
                  <a:srgbClr val="DCD8DC">
                    <a:lumMod val="25000"/>
                  </a:srgbClr>
                </a:solidFill>
                <a:latin typeface="源ノ角ゴシック JP"/>
                <a:ea typeface="源ノ角ゴシック JP"/>
                <a:cs typeface="源ノ角ゴシック JP"/>
              </a:rPr>
              <a:t> 2024</a:t>
            </a:r>
            <a:r>
              <a:rPr sz="1250">
                <a:solidFill>
                  <a:srgbClr val="DCD8DC">
                    <a:lumMod val="25000"/>
                  </a:srgbClr>
                </a:solidFill>
                <a:latin typeface="源ノ角ゴシック JP"/>
                <a:ea typeface="源ノ角ゴシック JP"/>
                <a:cs typeface="源ノ角ゴシック JP"/>
              </a:rPr>
              <a:t>年頃</a:t>
            </a: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を指す、過去時点は</a:t>
            </a:r>
            <a:r>
              <a:rPr sz="1250">
                <a:solidFill>
                  <a:srgbClr val="DCD8DC">
                    <a:lumMod val="25000"/>
                  </a:srgbClr>
                </a:solidFill>
                <a:latin typeface="源ノ角ゴシック JP"/>
                <a:ea typeface="源ノ角ゴシック JP"/>
                <a:cs typeface="源ノ角ゴシック JP"/>
              </a:rPr>
              <a:t> 2010</a:t>
            </a:r>
            <a:r>
              <a:rPr sz="1250">
                <a:solidFill>
                  <a:srgbClr val="DCD8DC">
                    <a:lumMod val="25000"/>
                  </a:srgbClr>
                </a:solidFill>
                <a:latin typeface="源ノ角ゴシック JP"/>
                <a:ea typeface="源ノ角ゴシック JP"/>
                <a:cs typeface="源ノ角ゴシック JP"/>
              </a:rPr>
              <a:t>年頃</a:t>
            </a: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を指す</a:t>
            </a:r>
            <a:endParaRPr sz="1250">
              <a:solidFill>
                <a:srgbClr val="DCD8DC">
                  <a:lumMod val="25000"/>
                </a:srgbClr>
              </a:solidFill>
              <a:latin typeface="源ノ角ゴシック JP"/>
              <a:ea typeface="源ノ角ゴシック JP"/>
              <a:cs typeface="源ノ角ゴシック JP"/>
            </a:endParaRPr>
          </a:p>
        </p:txBody>
      </p:sp>
      <p:sp>
        <p:nvSpPr>
          <p:cNvPr id="11" name="テキスト ボックス 10">
            <a:extLst xmlns:a="http://schemas.openxmlformats.org/drawingml/2006/main">
              <a:ext uri="{FF2B5EF4-FFF2-40B4-BE49-F238E27FC236}">
                <a16:creationId xmlns:a16="http://schemas.microsoft.com/office/drawing/2014/main" id="{2035F722-F55C-65C2-0E24-A4FC599CEBF9}"/>
              </a:ext>
            </a:extLst>
          </p:cNvPr>
          <p:cNvSpPr>
            <a:spLocks xmlns:a="http://schemas.openxmlformats.org/drawingml/2006/main" noGrp="1"/>
          </p:cNvSpPr>
          <p:nvPr/>
        </p:nvSpPr>
        <p:spPr>
          <a:xfrm xmlns:a="http://schemas.openxmlformats.org/drawingml/2006/main">
            <a:off x="4710155" y="1593123"/>
            <a:ext cx="5004932" cy="2846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250">
                <a:solidFill>
                  <a:srgbClr val="9564B1"/>
                </a:solidFill>
                <a:latin typeface="源ノ角ゴシック JP"/>
                <a:ea typeface="源ノ角ゴシック JP"/>
                <a:cs typeface="源ノ角ゴシック JP"/>
              </a:rPr>
              <a:t>※</a:t>
            </a:r>
            <a:r>
              <a:rPr sz="1250">
                <a:solidFill>
                  <a:srgbClr val="9564B1"/>
                </a:solidFill>
                <a:latin typeface="源ノ角ゴシック JP"/>
                <a:ea typeface="源ノ角ゴシック JP"/>
                <a:cs typeface="源ノ角ゴシック JP"/>
              </a:rPr>
              <a:t> むらさきのセルは、本プロジェクトで注力する健康ニーズを表す</a:t>
            </a:r>
            <a:endParaRPr sz="1250">
              <a:solidFill>
                <a:srgbClr val="9564B1"/>
              </a:solidFill>
              <a:latin typeface="源ノ角ゴシック JP"/>
              <a:ea typeface="源ノ角ゴシック JP"/>
              <a:cs typeface="源ノ角ゴシック JP"/>
            </a:endParaRPr>
          </a:p>
        </p:txBody>
      </p:sp>
      <p:sp>
        <p:nvSpPr>
          <p:cNvPr id="12" name="テキスト ボックス 11">
            <a:extLst xmlns:a="http://schemas.openxmlformats.org/drawingml/2006/main">
              <a:ext uri="{FF2B5EF4-FFF2-40B4-BE49-F238E27FC236}">
                <a16:creationId xmlns:a16="http://schemas.microsoft.com/office/drawing/2014/main" id="{46B34E5E-D490-7C09-FACF-6F582A1581E5}"/>
              </a:ext>
            </a:extLst>
          </p:cNvPr>
          <p:cNvSpPr>
            <a:spLocks xmlns:a="http://schemas.openxmlformats.org/drawingml/2006/main" noGrp="1"/>
          </p:cNvSpPr>
          <p:nvPr/>
        </p:nvSpPr>
        <p:spPr>
          <a:xfrm xmlns:a="http://schemas.openxmlformats.org/drawingml/2006/main">
            <a:off x="418249" y="6320646"/>
            <a:ext cx="11216310" cy="4085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280"/>
              </a:lnSpc>
              <a:buNone/>
            </a:pPr>
            <a:r>
              <a:rPr sz="800" spc="20">
                <a:solidFill>
                  <a:schemeClr val="tx1">
                    <a:lumMod val="50000"/>
                    <a:lumOff val="50000"/>
                    <a:alpha val="90000"/>
                  </a:schemeClr>
                </a:solidFill>
                <a:latin typeface="源ノ角ゴシック JP"/>
                <a:ea typeface="源ノ角ゴシック JP"/>
                <a:cs typeface="源ノ角ゴシック JP"/>
              </a:rPr>
              <a:t>[1] </a:t>
            </a:r>
            <a:r>
              <a:rPr sz="800" spc="20">
                <a:solidFill>
                  <a:schemeClr val="tx1">
                    <a:lumMod val="50000"/>
                    <a:lumOff val="50000"/>
                    <a:alpha val="90000"/>
                  </a:schemeClr>
                </a:solidFill>
                <a:latin typeface="源ノ角ゴシック JP"/>
                <a:ea typeface="源ノ角ゴシック JP"/>
                <a:cs typeface="源ノ角ゴシック JP"/>
              </a:rPr>
              <a:t>厚生労働省「平成</a:t>
            </a:r>
            <a:r>
              <a:rPr sz="800" spc="20">
                <a:solidFill>
                  <a:schemeClr val="tx1">
                    <a:lumMod val="50000"/>
                    <a:lumOff val="50000"/>
                    <a:alpha val="90000"/>
                  </a:schemeClr>
                </a:solidFill>
                <a:latin typeface="源ノ角ゴシック JP"/>
                <a:ea typeface="源ノ角ゴシック JP"/>
                <a:cs typeface="源ノ角ゴシック JP"/>
              </a:rPr>
              <a:t>22</a:t>
            </a:r>
            <a:r>
              <a:rPr sz="800" spc="20">
                <a:solidFill>
                  <a:schemeClr val="tx1">
                    <a:lumMod val="50000"/>
                    <a:lumOff val="50000"/>
                    <a:alpha val="90000"/>
                  </a:schemeClr>
                </a:solidFill>
                <a:latin typeface="源ノ角ゴシック JP"/>
                <a:ea typeface="源ノ角ゴシック JP"/>
                <a:cs typeface="源ノ角ゴシック JP"/>
              </a:rPr>
              <a:t>年国民健康・栄養調査報告」（</a:t>
            </a:r>
            <a:r>
              <a:rPr sz="800" spc="20">
                <a:solidFill>
                  <a:schemeClr val="tx1">
                    <a:lumMod val="50000"/>
                    <a:lumOff val="50000"/>
                    <a:alpha val="90000"/>
                  </a:schemeClr>
                </a:solidFill>
                <a:latin typeface="源ノ角ゴシック JP"/>
                <a:ea typeface="源ノ角ゴシック JP"/>
                <a:cs typeface="源ノ角ゴシック JP"/>
              </a:rPr>
              <a:t>2012</a:t>
            </a:r>
            <a:r>
              <a:rPr sz="800" spc="20">
                <a:solidFill>
                  <a:schemeClr val="tx1">
                    <a:lumMod val="50000"/>
                    <a:lumOff val="50000"/>
                    <a:alpha val="90000"/>
                  </a:schemeClr>
                </a:solidFill>
                <a:latin typeface="源ノ角ゴシック JP"/>
                <a:ea typeface="源ノ角ゴシック JP"/>
                <a:cs typeface="源ノ角ゴシック JP"/>
              </a:rPr>
              <a:t>）；</a:t>
            </a:r>
            <a:r>
              <a:rPr sz="800" spc="20">
                <a:solidFill>
                  <a:schemeClr val="tx1">
                    <a:lumMod val="50000"/>
                    <a:lumOff val="50000"/>
                    <a:alpha val="90000"/>
                  </a:schemeClr>
                </a:solidFill>
                <a:latin typeface="源ノ角ゴシック JP"/>
                <a:ea typeface="源ノ角ゴシック JP"/>
                <a:cs typeface="源ノ角ゴシック JP"/>
              </a:rPr>
              <a:t> [2] </a:t>
            </a:r>
            <a:r>
              <a:rPr sz="800" spc="20">
                <a:solidFill>
                  <a:schemeClr val="tx1">
                    <a:lumMod val="50000"/>
                    <a:lumOff val="50000"/>
                    <a:alpha val="90000"/>
                  </a:schemeClr>
                </a:solidFill>
                <a:latin typeface="源ノ角ゴシック JP"/>
                <a:ea typeface="源ノ角ゴシック JP"/>
                <a:cs typeface="源ノ角ゴシック JP"/>
              </a:rPr>
              <a:t>厚生労働省「令和</a:t>
            </a:r>
            <a:r>
              <a:rPr sz="800" spc="20">
                <a:solidFill>
                  <a:schemeClr val="tx1">
                    <a:lumMod val="50000"/>
                    <a:lumOff val="50000"/>
                    <a:alpha val="90000"/>
                  </a:schemeClr>
                </a:solidFill>
                <a:latin typeface="源ノ角ゴシック JP"/>
                <a:ea typeface="源ノ角ゴシック JP"/>
                <a:cs typeface="源ノ角ゴシック JP"/>
              </a:rPr>
              <a:t>6</a:t>
            </a:r>
            <a:r>
              <a:rPr sz="800" spc="20">
                <a:solidFill>
                  <a:schemeClr val="tx1">
                    <a:lumMod val="50000"/>
                    <a:lumOff val="50000"/>
                    <a:alpha val="90000"/>
                  </a:schemeClr>
                </a:solidFill>
                <a:latin typeface="源ノ角ゴシック JP"/>
                <a:ea typeface="源ノ角ゴシック JP"/>
                <a:cs typeface="源ノ角ゴシック JP"/>
              </a:rPr>
              <a:t>年国民健康・栄養調査報告」（</a:t>
            </a:r>
            <a:r>
              <a:rPr sz="800" spc="20">
                <a:solidFill>
                  <a:schemeClr val="tx1">
                    <a:lumMod val="50000"/>
                    <a:lumOff val="50000"/>
                    <a:alpha val="90000"/>
                  </a:schemeClr>
                </a:solidFill>
                <a:latin typeface="源ノ角ゴシック JP"/>
                <a:ea typeface="源ノ角ゴシック JP"/>
                <a:cs typeface="源ノ角ゴシック JP"/>
              </a:rPr>
              <a:t>2026</a:t>
            </a:r>
            <a:r>
              <a:rPr sz="800" spc="20">
                <a:solidFill>
                  <a:schemeClr val="tx1">
                    <a:lumMod val="50000"/>
                    <a:lumOff val="50000"/>
                    <a:alpha val="90000"/>
                  </a:schemeClr>
                </a:solidFill>
                <a:latin typeface="源ノ角ゴシック JP"/>
                <a:ea typeface="源ノ角ゴシック JP"/>
                <a:cs typeface="源ノ角ゴシック JP"/>
              </a:rPr>
              <a:t>）；</a:t>
            </a:r>
            <a:r>
              <a:rPr sz="800" spc="20">
                <a:solidFill>
                  <a:schemeClr val="tx1">
                    <a:lumMod val="50000"/>
                    <a:lumOff val="50000"/>
                    <a:alpha val="90000"/>
                  </a:schemeClr>
                </a:solidFill>
                <a:latin typeface="源ノ角ゴシック JP"/>
                <a:ea typeface="源ノ角ゴシック JP"/>
                <a:cs typeface="源ノ角ゴシック JP"/>
              </a:rPr>
              <a:t> [3] </a:t>
            </a:r>
            <a:r>
              <a:rPr sz="800" spc="20">
                <a:solidFill>
                  <a:schemeClr val="tx1">
                    <a:lumMod val="50000"/>
                    <a:lumOff val="50000"/>
                    <a:alpha val="90000"/>
                  </a:schemeClr>
                </a:solidFill>
                <a:latin typeface="源ノ角ゴシック JP"/>
                <a:ea typeface="源ノ角ゴシック JP"/>
                <a:cs typeface="源ノ角ゴシック JP"/>
              </a:rPr>
              <a:t>厚生労働省「日本人の食事摂取基準（</a:t>
            </a:r>
            <a:r>
              <a:rPr sz="800" spc="20">
                <a:solidFill>
                  <a:schemeClr val="tx1">
                    <a:lumMod val="50000"/>
                    <a:lumOff val="50000"/>
                    <a:alpha val="90000"/>
                  </a:schemeClr>
                </a:solidFill>
                <a:latin typeface="源ノ角ゴシック JP"/>
                <a:ea typeface="源ノ角ゴシック JP"/>
                <a:cs typeface="源ノ角ゴシック JP"/>
              </a:rPr>
              <a:t>2010</a:t>
            </a:r>
            <a:r>
              <a:rPr sz="800" spc="20">
                <a:solidFill>
                  <a:schemeClr val="tx1">
                    <a:lumMod val="50000"/>
                    <a:lumOff val="50000"/>
                    <a:alpha val="90000"/>
                  </a:schemeClr>
                </a:solidFill>
                <a:latin typeface="源ノ角ゴシック JP"/>
                <a:ea typeface="源ノ角ゴシック JP"/>
                <a:cs typeface="源ノ角ゴシック JP"/>
              </a:rPr>
              <a:t>年度版）」（</a:t>
            </a:r>
            <a:r>
              <a:rPr sz="800" spc="20">
                <a:solidFill>
                  <a:schemeClr val="tx1">
                    <a:lumMod val="50000"/>
                    <a:lumOff val="50000"/>
                    <a:alpha val="90000"/>
                  </a:schemeClr>
                </a:solidFill>
                <a:latin typeface="源ノ角ゴシック JP"/>
                <a:ea typeface="源ノ角ゴシック JP"/>
                <a:cs typeface="源ノ角ゴシック JP"/>
              </a:rPr>
              <a:t>2009</a:t>
            </a:r>
            <a:r>
              <a:rPr sz="800" spc="20">
                <a:solidFill>
                  <a:schemeClr val="tx1">
                    <a:lumMod val="50000"/>
                    <a:lumOff val="50000"/>
                    <a:alpha val="90000"/>
                  </a:schemeClr>
                </a:solidFill>
                <a:latin typeface="源ノ角ゴシック JP"/>
                <a:ea typeface="源ノ角ゴシック JP"/>
                <a:cs typeface="源ノ角ゴシック JP"/>
              </a:rPr>
              <a:t>）；</a:t>
            </a:r>
            <a:endParaRPr sz="800" spc="20">
              <a:solidFill>
                <a:schemeClr val="tx1">
                  <a:lumMod val="50000"/>
                  <a:lumOff val="50000"/>
                  <a:alpha val="90000"/>
                </a:schemeClr>
              </a:solidFill>
              <a:latin typeface="源ノ角ゴシック JP"/>
              <a:ea typeface="源ノ角ゴシック JP"/>
              <a:cs typeface="源ノ角ゴシック JP"/>
            </a:endParaRPr>
          </a:p>
          <a:p xmlns:a="http://schemas.openxmlformats.org/drawingml/2006/main">
            <a:pPr>
              <a:lnSpc>
                <a:spcPts val="1280"/>
              </a:lnSpc>
              <a:buNone/>
            </a:pPr>
            <a:r>
              <a:rPr sz="800" spc="20">
                <a:solidFill>
                  <a:schemeClr val="tx1">
                    <a:lumMod val="50000"/>
                    <a:lumOff val="50000"/>
                    <a:alpha val="90000"/>
                  </a:schemeClr>
                </a:solidFill>
                <a:latin typeface="源ノ角ゴシック JP"/>
                <a:ea typeface="源ノ角ゴシック JP"/>
                <a:cs typeface="源ノ角ゴシック JP"/>
              </a:rPr>
              <a:t>[4] </a:t>
            </a:r>
            <a:r>
              <a:rPr sz="800" spc="20">
                <a:solidFill>
                  <a:schemeClr val="tx1">
                    <a:lumMod val="50000"/>
                    <a:lumOff val="50000"/>
                    <a:alpha val="90000"/>
                  </a:schemeClr>
                </a:solidFill>
                <a:latin typeface="源ノ角ゴシック JP"/>
                <a:ea typeface="源ノ角ゴシック JP"/>
                <a:cs typeface="源ノ角ゴシック JP"/>
              </a:rPr>
              <a:t>厚生労働省「日本人の食事摂取基準（</a:t>
            </a:r>
            <a:r>
              <a:rPr sz="800" spc="20">
                <a:solidFill>
                  <a:schemeClr val="tx1">
                    <a:lumMod val="50000"/>
                    <a:lumOff val="50000"/>
                    <a:alpha val="90000"/>
                  </a:schemeClr>
                </a:solidFill>
                <a:latin typeface="源ノ角ゴシック JP"/>
                <a:ea typeface="源ノ角ゴシック JP"/>
                <a:cs typeface="源ノ角ゴシック JP"/>
              </a:rPr>
              <a:t>2025</a:t>
            </a:r>
            <a:r>
              <a:rPr sz="800" spc="20">
                <a:solidFill>
                  <a:schemeClr val="tx1">
                    <a:lumMod val="50000"/>
                    <a:lumOff val="50000"/>
                    <a:alpha val="90000"/>
                  </a:schemeClr>
                </a:solidFill>
                <a:latin typeface="源ノ角ゴシック JP"/>
                <a:ea typeface="源ノ角ゴシック JP"/>
                <a:cs typeface="源ノ角ゴシック JP"/>
              </a:rPr>
              <a:t>年度版）」（</a:t>
            </a:r>
            <a:r>
              <a:rPr sz="800" spc="20">
                <a:solidFill>
                  <a:schemeClr val="tx1">
                    <a:lumMod val="50000"/>
                    <a:lumOff val="50000"/>
                    <a:alpha val="90000"/>
                  </a:schemeClr>
                </a:solidFill>
                <a:latin typeface="源ノ角ゴシック JP"/>
                <a:ea typeface="源ノ角ゴシック JP"/>
                <a:cs typeface="源ノ角ゴシック JP"/>
              </a:rPr>
              <a:t>2024</a:t>
            </a:r>
            <a:r>
              <a:rPr sz="800" spc="20">
                <a:solidFill>
                  <a:schemeClr val="tx1">
                    <a:lumMod val="50000"/>
                    <a:lumOff val="50000"/>
                    <a:alpha val="90000"/>
                  </a:schemeClr>
                </a:solidFill>
                <a:latin typeface="源ノ角ゴシック JP"/>
                <a:ea typeface="源ノ角ゴシック JP"/>
                <a:cs typeface="源ノ角ゴシック JP"/>
              </a:rPr>
              <a:t>）：</a:t>
            </a:r>
            <a:r>
              <a:rPr sz="800" spc="20">
                <a:solidFill>
                  <a:schemeClr val="tx1">
                    <a:lumMod val="50000"/>
                    <a:lumOff val="50000"/>
                    <a:alpha val="90000"/>
                  </a:schemeClr>
                </a:solidFill>
                <a:latin typeface="源ノ角ゴシック JP"/>
                <a:ea typeface="源ノ角ゴシック JP"/>
                <a:cs typeface="源ノ角ゴシック JP"/>
              </a:rPr>
              <a:t> [5] </a:t>
            </a:r>
            <a:r>
              <a:rPr sz="800" spc="20">
                <a:solidFill>
                  <a:schemeClr val="tx1">
                    <a:lumMod val="50000"/>
                    <a:lumOff val="50000"/>
                    <a:alpha val="90000"/>
                  </a:schemeClr>
                </a:solidFill>
                <a:latin typeface="源ノ角ゴシック JP"/>
                <a:ea typeface="源ノ角ゴシック JP"/>
                <a:cs typeface="源ノ角ゴシック JP"/>
              </a:rPr>
              <a:t>農林水産省「平成</a:t>
            </a:r>
            <a:r>
              <a:rPr sz="800" spc="20">
                <a:solidFill>
                  <a:schemeClr val="tx1">
                    <a:lumMod val="50000"/>
                    <a:lumOff val="50000"/>
                    <a:alpha val="90000"/>
                  </a:schemeClr>
                </a:solidFill>
                <a:latin typeface="源ノ角ゴシック JP"/>
                <a:ea typeface="源ノ角ゴシック JP"/>
                <a:cs typeface="源ノ角ゴシック JP"/>
              </a:rPr>
              <a:t>27</a:t>
            </a:r>
            <a:r>
              <a:rPr sz="800" spc="20">
                <a:solidFill>
                  <a:schemeClr val="tx1">
                    <a:lumMod val="50000"/>
                    <a:lumOff val="50000"/>
                    <a:alpha val="90000"/>
                  </a:schemeClr>
                </a:solidFill>
                <a:latin typeface="源ノ角ゴシック JP"/>
                <a:ea typeface="源ノ角ゴシック JP"/>
                <a:cs typeface="源ノ角ゴシック JP"/>
              </a:rPr>
              <a:t>年度食育推進施策」（</a:t>
            </a:r>
            <a:r>
              <a:rPr sz="800" spc="20">
                <a:solidFill>
                  <a:schemeClr val="tx1">
                    <a:lumMod val="50000"/>
                    <a:lumOff val="50000"/>
                    <a:alpha val="90000"/>
                  </a:schemeClr>
                </a:solidFill>
                <a:latin typeface="源ノ角ゴシック JP"/>
                <a:ea typeface="源ノ角ゴシック JP"/>
                <a:cs typeface="源ノ角ゴシック JP"/>
              </a:rPr>
              <a:t>2016</a:t>
            </a:r>
            <a:r>
              <a:rPr sz="800" spc="20">
                <a:solidFill>
                  <a:schemeClr val="tx1">
                    <a:lumMod val="50000"/>
                    <a:lumOff val="50000"/>
                    <a:alpha val="90000"/>
                  </a:schemeClr>
                </a:solidFill>
                <a:latin typeface="源ノ角ゴシック JP"/>
                <a:ea typeface="源ノ角ゴシック JP"/>
                <a:cs typeface="源ノ角ゴシック JP"/>
              </a:rPr>
              <a:t>）；</a:t>
            </a:r>
            <a:r>
              <a:rPr sz="800" spc="20">
                <a:solidFill>
                  <a:schemeClr val="tx1">
                    <a:lumMod val="50000"/>
                    <a:lumOff val="50000"/>
                    <a:alpha val="90000"/>
                  </a:schemeClr>
                </a:solidFill>
                <a:latin typeface="源ノ角ゴシック JP"/>
                <a:ea typeface="源ノ角ゴシック JP"/>
                <a:cs typeface="源ノ角ゴシック JP"/>
              </a:rPr>
              <a:t> [6] </a:t>
            </a:r>
            <a:r>
              <a:rPr sz="800" spc="20">
                <a:solidFill>
                  <a:schemeClr val="tx1">
                    <a:lumMod val="50000"/>
                    <a:lumOff val="50000"/>
                    <a:alpha val="90000"/>
                  </a:schemeClr>
                </a:solidFill>
                <a:latin typeface="源ノ角ゴシック JP"/>
                <a:ea typeface="源ノ角ゴシック JP"/>
                <a:cs typeface="源ノ角ゴシック JP"/>
              </a:rPr>
              <a:t>農林水産省「食育に関する意識調査」（</a:t>
            </a:r>
            <a:r>
              <a:rPr sz="800" spc="20">
                <a:solidFill>
                  <a:schemeClr val="tx1">
                    <a:lumMod val="50000"/>
                    <a:lumOff val="50000"/>
                    <a:alpha val="90000"/>
                  </a:schemeClr>
                </a:solidFill>
                <a:latin typeface="源ノ角ゴシック JP"/>
                <a:ea typeface="源ノ角ゴシック JP"/>
                <a:cs typeface="源ノ角ゴシック JP"/>
              </a:rPr>
              <a:t>2025</a:t>
            </a:r>
            <a:r>
              <a:rPr sz="800" spc="20">
                <a:solidFill>
                  <a:schemeClr val="tx1">
                    <a:lumMod val="50000"/>
                    <a:lumOff val="50000"/>
                    <a:alpha val="90000"/>
                  </a:schemeClr>
                </a:solidFill>
                <a:latin typeface="源ノ角ゴシック JP"/>
                <a:ea typeface="源ノ角ゴシック JP"/>
                <a:cs typeface="源ノ角ゴシック JP"/>
              </a:rPr>
              <a:t>）</a:t>
            </a:r>
            <a:endParaRPr sz="800" spc="20">
              <a:solidFill>
                <a:schemeClr val="tx1">
                  <a:lumMod val="50000"/>
                  <a:lumOff val="50000"/>
                  <a:alpha val="90000"/>
                </a:schemeClr>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2163455981"/>
      </p:ext>
    </p:extLst>
  </p:cSld>
</p:sld>
</file>

<file path=ppt/slides/slide4.xml><?xml version="1.0" encoding="utf-8"?>
<p:sld xmlns:p="http://schemas.openxmlformats.org/presentationml/2006/main">
  <p:cSld>
    <p:bg>
      <p:bgPr>
        <a:solidFill xmlns:a="http://schemas.openxmlformats.org/drawingml/2006/main">
          <a:srgbClr val="F5EDE9">
            <a:alpha val="4000"/>
          </a:srgbClr>
        </a:solidFill>
      </p:bgPr>
    </p:bg>
    <p:spTree>
      <p:nvGrpSpPr>
        <p:cNvPr id="1" name=""/>
        <p:cNvGrpSpPr/>
        <p:nvPr/>
      </p:nvGrpSpPr>
      <p:grpSpPr>
        <a:xfrm xmlns:a="http://schemas.openxmlformats.org/drawingml/2006/main"/>
      </p:grpSpPr>
      <p:sp>
        <p:nvSpPr>
          <p:cNvPr id="3" name="テキスト ボックス 2">
            <a:extLst xmlns:a="http://schemas.openxmlformats.org/drawingml/2006/main">
              <a:ext uri="{FF2B5EF4-FFF2-40B4-BE49-F238E27FC236}">
                <a16:creationId xmlns:a16="http://schemas.microsoft.com/office/drawing/2014/main" id="{C85AC804-4942-CCB1-B480-C9F165DDD4AE}"/>
              </a:ext>
            </a:extLst>
          </p:cNvPr>
          <p:cNvSpPr>
            <a:spLocks xmlns:a="http://schemas.openxmlformats.org/drawingml/2006/main" noGrp="1"/>
          </p:cNvSpPr>
          <p:nvPr/>
        </p:nvSpPr>
        <p:spPr>
          <a:xfrm xmlns:a="http://schemas.openxmlformats.org/drawingml/2006/main">
            <a:off x="223842" y="455087"/>
            <a:ext cx="9137328" cy="507619"/>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sz="2200" b="1" spc="50">
                <a:solidFill>
                  <a:srgbClr val="42557A"/>
                </a:solidFill>
                <a:latin typeface="源ノ角ゴシック JP"/>
                <a:ea typeface="源ノ角ゴシック JP"/>
                <a:cs typeface="源ノ角ゴシック JP"/>
              </a:rPr>
              <a:t>現在のニーズが大きく、過去から増加した健康ニーズに対象を絞った</a:t>
            </a:r>
            <a:endParaRPr sz="2200" b="1" spc="50">
              <a:solidFill>
                <a:srgbClr val="42557A"/>
              </a:solidFill>
              <a:latin typeface="源ノ角ゴシック JP"/>
              <a:ea typeface="源ノ角ゴシック JP"/>
              <a:cs typeface="源ノ角ゴシック JP"/>
            </a:endParaRPr>
          </a:p>
        </p:txBody>
      </p:sp>
      <p:sp>
        <p:nvSpPr>
          <p:cNvPr id="25" name="テキスト ボックス 24">
            <a:extLst xmlns:a="http://schemas.openxmlformats.org/drawingml/2006/main">
              <a:ext uri="{FF2B5EF4-FFF2-40B4-BE49-F238E27FC236}">
                <a16:creationId xmlns:a16="http://schemas.microsoft.com/office/drawing/2014/main" id="{468E1679-EEAB-2B5D-D574-1FF0A22E0497}"/>
              </a:ext>
            </a:extLst>
          </p:cNvPr>
          <p:cNvSpPr>
            <a:spLocks xmlns:a="http://schemas.openxmlformats.org/drawingml/2006/main" noGrp="1"/>
          </p:cNvSpPr>
          <p:nvPr/>
        </p:nvSpPr>
        <p:spPr>
          <a:xfrm xmlns:a="http://schemas.openxmlformats.org/drawingml/2006/main" rot="0" flipH="0" flipV="0">
            <a:off x="2295235" y="1116375"/>
            <a:ext cx="3611329" cy="3336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600" b="1">
                <a:solidFill>
                  <a:schemeClr val="bg2">
                    <a:lumMod val="25000"/>
                  </a:schemeClr>
                </a:solidFill>
                <a:latin typeface="源ノ角ゴシック JP"/>
                <a:ea typeface="源ノ角ゴシック JP"/>
                <a:cs typeface="源ノ角ゴシック JP"/>
              </a:rPr>
              <a:t>健康ニーズの大きさを評価する方法</a:t>
            </a:r>
            <a:endParaRPr sz="1600" b="1">
              <a:solidFill>
                <a:schemeClr val="bg2">
                  <a:lumMod val="25000"/>
                </a:schemeClr>
              </a:solidFill>
              <a:latin typeface="源ノ角ゴシック JP"/>
              <a:ea typeface="源ノ角ゴシック JP"/>
              <a:cs typeface="源ノ角ゴシック JP"/>
            </a:endParaRPr>
          </a:p>
        </p:txBody>
      </p:sp>
      <p:sp>
        <p:nvSpPr>
          <p:cNvPr id="26" name="テキスト ボックス 25">
            <a:extLst xmlns:a="http://schemas.openxmlformats.org/drawingml/2006/main">
              <a:ext uri="{FF2B5EF4-FFF2-40B4-BE49-F238E27FC236}">
                <a16:creationId xmlns:a16="http://schemas.microsoft.com/office/drawing/2014/main" id="{C089C610-F885-011F-1E68-94F01F1F430B}"/>
              </a:ext>
            </a:extLst>
          </p:cNvPr>
          <p:cNvSpPr>
            <a:spLocks xmlns:a="http://schemas.openxmlformats.org/drawingml/2006/main" noGrp="1"/>
          </p:cNvSpPr>
          <p:nvPr/>
        </p:nvSpPr>
        <p:spPr>
          <a:xfrm xmlns:a="http://schemas.openxmlformats.org/drawingml/2006/main" rot="0" flipH="0" flipV="0">
            <a:off x="2322945" y="1470780"/>
            <a:ext cx="3786791" cy="5794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980"/>
              </a:lnSpc>
              <a:buNone/>
            </a:pPr>
            <a:r>
              <a:rPr sz="1250">
                <a:solidFill>
                  <a:srgbClr val="DCD8DC">
                    <a:lumMod val="25000"/>
                  </a:srgbClr>
                </a:solidFill>
                <a:latin typeface="源ノ角ゴシック JP"/>
                <a:ea typeface="源ノ角ゴシック JP"/>
                <a:cs typeface="源ノ角ゴシック JP"/>
              </a:rPr>
              <a:t>→ </a:t>
            </a:r>
            <a:r>
              <a:rPr sz="1250" u="sng">
                <a:solidFill>
                  <a:srgbClr val="DCD8DC">
                    <a:lumMod val="25000"/>
                  </a:srgbClr>
                </a:solidFill>
                <a:latin typeface="源ノ角ゴシック JP"/>
                <a:ea typeface="源ノ角ゴシック JP"/>
                <a:cs typeface="源ノ角ゴシック JP"/>
              </a:rPr>
              <a:t>健康上の問題を抱える人の割合</a:t>
            </a:r>
            <a:r>
              <a:rPr sz="1250">
                <a:solidFill>
                  <a:srgbClr val="DCD8DC">
                    <a:lumMod val="25000"/>
                  </a:srgbClr>
                </a:solidFill>
                <a:latin typeface="源ノ角ゴシック JP"/>
                <a:ea typeface="源ノ角ゴシック JP"/>
                <a:cs typeface="源ノ角ゴシック JP"/>
              </a:rPr>
              <a:t>を算出し、　　</a:t>
            </a:r>
            <a:endParaRPr sz="1250">
              <a:solidFill>
                <a:srgbClr val="DCD8DC">
                  <a:lumMod val="25000"/>
                </a:srgbClr>
              </a:solidFill>
              <a:latin typeface="源ノ角ゴシック JP"/>
              <a:ea typeface="源ノ角ゴシック JP"/>
              <a:cs typeface="源ノ角ゴシック JP"/>
            </a:endParaRPr>
          </a:p>
          <a:p xmlns:a="http://schemas.openxmlformats.org/drawingml/2006/main">
            <a:pPr>
              <a:lnSpc>
                <a:spcPts val="1980"/>
              </a:lnSpc>
              <a:buNone/>
            </a:pP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その割合に基づき、ニーズの大きさを評価する</a:t>
            </a:r>
            <a:endParaRPr sz="1250">
              <a:solidFill>
                <a:srgbClr val="DCD8DC">
                  <a:lumMod val="25000"/>
                </a:srgbClr>
              </a:solidFill>
              <a:latin typeface="源ノ角ゴシック JP"/>
              <a:ea typeface="源ノ角ゴシック JP"/>
              <a:cs typeface="源ノ角ゴシック JP"/>
            </a:endParaRPr>
          </a:p>
        </p:txBody>
      </p:sp>
      <p:sp>
        <p:nvSpPr>
          <p:cNvPr id="7" name="テキスト ボックス 6">
            <a:extLst xmlns:a="http://schemas.openxmlformats.org/drawingml/2006/main">
              <a:ext uri="{FF2B5EF4-FFF2-40B4-BE49-F238E27FC236}">
                <a16:creationId xmlns:a16="http://schemas.microsoft.com/office/drawing/2014/main" id="{F07CEB2D-4431-A807-B6D7-6AC5CB261F35}"/>
              </a:ext>
            </a:extLst>
          </p:cNvPr>
          <p:cNvSpPr>
            <a:spLocks xmlns:a="http://schemas.openxmlformats.org/drawingml/2006/main" noGrp="1"/>
          </p:cNvSpPr>
          <p:nvPr/>
        </p:nvSpPr>
        <p:spPr>
          <a:xfrm xmlns:a="http://schemas.openxmlformats.org/drawingml/2006/main" rot="0" flipH="0" flipV="0">
            <a:off x="2419382" y="2013768"/>
            <a:ext cx="2861798" cy="2846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250">
                <a:solidFill>
                  <a:srgbClr val="DCD8DC">
                    <a:lumMod val="25000"/>
                  </a:srgbClr>
                </a:solidFill>
                <a:latin typeface="源ノ角ゴシック JP"/>
                <a:ea typeface="源ノ角ゴシック JP"/>
                <a:cs typeface="源ノ角ゴシック JP"/>
              </a:rPr>
              <a:t>（</a:t>
            </a: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大きい</a:t>
            </a:r>
            <a:r>
              <a:rPr sz="1250">
                <a:solidFill>
                  <a:srgbClr val="DCD8DC">
                    <a:lumMod val="25000"/>
                  </a:srgbClr>
                </a:solidFill>
                <a:latin typeface="源ノ角ゴシック JP"/>
                <a:ea typeface="源ノ角ゴシック JP"/>
                <a:cs typeface="源ノ角ゴシック JP"/>
              </a:rPr>
              <a:t> / </a:t>
            </a:r>
            <a:r>
              <a:rPr sz="1250">
                <a:solidFill>
                  <a:srgbClr val="DCD8DC">
                    <a:lumMod val="25000"/>
                  </a:srgbClr>
                </a:solidFill>
                <a:latin typeface="源ノ角ゴシック JP"/>
                <a:ea typeface="源ノ角ゴシック JP"/>
                <a:cs typeface="源ノ角ゴシック JP"/>
              </a:rPr>
              <a:t>中程度</a:t>
            </a:r>
            <a:r>
              <a:rPr sz="1250">
                <a:solidFill>
                  <a:srgbClr val="DCD8DC">
                    <a:lumMod val="25000"/>
                  </a:srgbClr>
                </a:solidFill>
                <a:latin typeface="源ノ角ゴシック JP"/>
                <a:ea typeface="源ノ角ゴシック JP"/>
                <a:cs typeface="源ノ角ゴシック JP"/>
              </a:rPr>
              <a:t> / </a:t>
            </a:r>
            <a:r>
              <a:rPr sz="1250">
                <a:solidFill>
                  <a:srgbClr val="DCD8DC">
                    <a:lumMod val="25000"/>
                  </a:srgbClr>
                </a:solidFill>
                <a:latin typeface="源ノ角ゴシック JP"/>
                <a:ea typeface="源ノ角ゴシック JP"/>
                <a:cs typeface="源ノ角ゴシック JP"/>
              </a:rPr>
              <a:t>小さい</a:t>
            </a:r>
            <a:r>
              <a:rPr sz="1250">
                <a:solidFill>
                  <a:srgbClr val="DCD8DC">
                    <a:lumMod val="25000"/>
                  </a:srgbClr>
                </a:solidFill>
                <a:latin typeface="源ノ角ゴシック JP"/>
                <a:ea typeface="源ノ角ゴシック JP"/>
                <a:cs typeface="源ノ角ゴシック JP"/>
              </a:rPr>
              <a:t> / </a:t>
            </a:r>
            <a:r>
              <a:rPr sz="1250">
                <a:solidFill>
                  <a:srgbClr val="DCD8DC">
                    <a:lumMod val="25000"/>
                  </a:srgbClr>
                </a:solidFill>
                <a:latin typeface="源ノ角ゴシック JP"/>
                <a:ea typeface="源ノ角ゴシック JP"/>
                <a:cs typeface="源ノ角ゴシック JP"/>
              </a:rPr>
              <a:t>？</a:t>
            </a: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a:t>
            </a:r>
            <a:endParaRPr sz="1250">
              <a:solidFill>
                <a:srgbClr val="DCD8DC">
                  <a:lumMod val="25000"/>
                </a:srgbClr>
              </a:solidFill>
              <a:latin typeface="源ノ角ゴシック JP"/>
              <a:ea typeface="源ノ角ゴシック JP"/>
              <a:cs typeface="源ノ角ゴシック JP"/>
            </a:endParaRPr>
          </a:p>
        </p:txBody>
      </p:sp>
      <p:sp>
        <p:nvSpPr>
          <p:cNvPr id="27" name="テキスト ボックス 26">
            <a:extLst xmlns:a="http://schemas.openxmlformats.org/drawingml/2006/main">
              <a:ext uri="{FF2B5EF4-FFF2-40B4-BE49-F238E27FC236}">
                <a16:creationId xmlns:a16="http://schemas.microsoft.com/office/drawing/2014/main" id="{66EAEC2C-4F61-DA7C-D929-97DED62013B0}"/>
              </a:ext>
            </a:extLst>
          </p:cNvPr>
          <p:cNvSpPr>
            <a:spLocks xmlns:a="http://schemas.openxmlformats.org/drawingml/2006/main" noGrp="1"/>
          </p:cNvSpPr>
          <p:nvPr/>
        </p:nvSpPr>
        <p:spPr>
          <a:xfrm xmlns:a="http://schemas.openxmlformats.org/drawingml/2006/main" rot="0" flipH="0" flipV="0">
            <a:off x="2322945" y="2363073"/>
            <a:ext cx="3754427" cy="3214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980"/>
              </a:lnSpc>
              <a:buNone/>
            </a:pPr>
            <a:r>
              <a:rPr sz="1200">
                <a:solidFill>
                  <a:schemeClr val="tx1">
                    <a:lumMod val="50000"/>
                    <a:lumOff val="50000"/>
                  </a:schemeClr>
                </a:solidFill>
                <a:latin typeface="源ノ角ゴシック JP"/>
                <a:ea typeface="源ノ角ゴシック JP"/>
                <a:cs typeface="源ノ角ゴシック JP"/>
              </a:rPr>
              <a:t>例：「男性</a:t>
            </a:r>
            <a:r>
              <a:rPr sz="1200">
                <a:solidFill>
                  <a:schemeClr val="tx1">
                    <a:lumMod val="50000"/>
                    <a:lumOff val="50000"/>
                  </a:schemeClr>
                </a:solidFill>
                <a:latin typeface="源ノ角ゴシック JP"/>
                <a:ea typeface="源ノ角ゴシック JP"/>
                <a:cs typeface="源ノ角ゴシック JP"/>
              </a:rPr>
              <a:t>20</a:t>
            </a:r>
            <a:r>
              <a:rPr sz="1200">
                <a:solidFill>
                  <a:schemeClr val="tx1">
                    <a:lumMod val="50000"/>
                    <a:lumOff val="50000"/>
                  </a:schemeClr>
                </a:solidFill>
                <a:latin typeface="源ノ角ゴシック JP"/>
                <a:ea typeface="源ノ角ゴシック JP"/>
                <a:cs typeface="源ノ角ゴシック JP"/>
              </a:rPr>
              <a:t>代・エネルギーを</a:t>
            </a:r>
            <a:r>
              <a:rPr sz="1200">
                <a:solidFill>
                  <a:srgbClr val="CE4D44">
                    <a:alpha val="85000"/>
                  </a:srgbClr>
                </a:solidFill>
                <a:latin typeface="源ノ角ゴシック JP"/>
                <a:ea typeface="源ノ角ゴシック JP"/>
                <a:cs typeface="源ノ角ゴシック JP"/>
              </a:rPr>
              <a:t>減らしたい</a:t>
            </a:r>
            <a:r>
              <a:rPr sz="1200">
                <a:solidFill>
                  <a:schemeClr val="tx1">
                    <a:lumMod val="50000"/>
                    <a:lumOff val="50000"/>
                  </a:schemeClr>
                </a:solidFill>
                <a:latin typeface="源ノ角ゴシック JP"/>
                <a:ea typeface="源ノ角ゴシック JP"/>
                <a:cs typeface="源ノ角ゴシック JP"/>
              </a:rPr>
              <a:t>」ニーズ</a:t>
            </a:r>
            <a:endParaRPr sz="1200">
              <a:solidFill>
                <a:schemeClr val="tx1">
                  <a:lumMod val="50000"/>
                  <a:lumOff val="50000"/>
                </a:schemeClr>
              </a:solidFill>
              <a:latin typeface="源ノ角ゴシック JP"/>
              <a:ea typeface="源ノ角ゴシック JP"/>
              <a:cs typeface="源ノ角ゴシック JP"/>
            </a:endParaRPr>
          </a:p>
        </p:txBody>
      </p:sp>
      <p:sp>
        <p:nvSpPr>
          <p:cNvPr id="28" name="テキスト ボックス 27">
            <a:extLst xmlns:a="http://schemas.openxmlformats.org/drawingml/2006/main">
              <a:ext uri="{FF2B5EF4-FFF2-40B4-BE49-F238E27FC236}">
                <a16:creationId xmlns:a16="http://schemas.microsoft.com/office/drawing/2014/main" id="{27EB779C-C580-F765-EFE8-4261BD48B2A7}"/>
              </a:ext>
            </a:extLst>
          </p:cNvPr>
          <p:cNvSpPr>
            <a:spLocks xmlns:a="http://schemas.openxmlformats.org/drawingml/2006/main" noGrp="1"/>
          </p:cNvSpPr>
          <p:nvPr/>
        </p:nvSpPr>
        <p:spPr>
          <a:xfrm xmlns:a="http://schemas.openxmlformats.org/drawingml/2006/main" rot="0" flipH="0" flipV="0">
            <a:off x="2322945" y="2684508"/>
            <a:ext cx="3754427" cy="510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700"/>
              </a:lnSpc>
              <a:buNone/>
            </a:pPr>
            <a:r>
              <a:rPr sz="1200">
                <a:solidFill>
                  <a:schemeClr val="tx1">
                    <a:lumMod val="50000"/>
                    <a:lumOff val="50000"/>
                  </a:schemeClr>
                </a:solidFill>
                <a:latin typeface="源ノ角ゴシック JP"/>
                <a:ea typeface="源ノ角ゴシック JP"/>
                <a:cs typeface="源ノ角ゴシック JP"/>
              </a:rPr>
              <a:t>男性</a:t>
            </a:r>
            <a:r>
              <a:rPr sz="1200">
                <a:solidFill>
                  <a:schemeClr val="tx1">
                    <a:lumMod val="50000"/>
                    <a:lumOff val="50000"/>
                  </a:schemeClr>
                </a:solidFill>
                <a:latin typeface="源ノ角ゴシック JP"/>
                <a:ea typeface="源ノ角ゴシック JP"/>
                <a:cs typeface="源ノ角ゴシック JP"/>
              </a:rPr>
              <a:t>20</a:t>
            </a:r>
            <a:r>
              <a:rPr sz="1200">
                <a:solidFill>
                  <a:schemeClr val="tx1">
                    <a:lumMod val="50000"/>
                    <a:lumOff val="50000"/>
                  </a:schemeClr>
                </a:solidFill>
                <a:latin typeface="源ノ角ゴシック JP"/>
                <a:ea typeface="源ノ角ゴシック JP"/>
                <a:cs typeface="源ノ角ゴシック JP"/>
              </a:rPr>
              <a:t>代において、</a:t>
            </a:r>
            <a:br/>
            <a:r>
              <a:rPr sz="1200">
                <a:solidFill>
                  <a:schemeClr val="tx1">
                    <a:lumMod val="50000"/>
                    <a:lumOff val="50000"/>
                  </a:schemeClr>
                </a:solidFill>
                <a:latin typeface="源ノ角ゴシック JP"/>
                <a:ea typeface="源ノ角ゴシック JP"/>
                <a:cs typeface="源ノ角ゴシック JP"/>
              </a:rPr>
              <a:t>「カロリーを</a:t>
            </a:r>
            <a:r>
              <a:rPr sz="1200">
                <a:solidFill>
                  <a:srgbClr val="CE4D44">
                    <a:alpha val="85000"/>
                  </a:srgbClr>
                </a:solidFill>
                <a:latin typeface="源ノ角ゴシック JP"/>
                <a:ea typeface="源ノ角ゴシック JP"/>
                <a:cs typeface="源ノ角ゴシック JP"/>
              </a:rPr>
              <a:t>摂りすぎている</a:t>
            </a:r>
            <a:r>
              <a:rPr sz="1200">
                <a:solidFill>
                  <a:schemeClr val="tx1">
                    <a:lumMod val="50000"/>
                    <a:lumOff val="50000"/>
                  </a:schemeClr>
                </a:solidFill>
                <a:latin typeface="源ノ角ゴシック JP"/>
                <a:ea typeface="源ノ角ゴシック JP"/>
                <a:cs typeface="源ノ角ゴシック JP"/>
              </a:rPr>
              <a:t>」人の割合を算出する</a:t>
            </a:r>
            <a:endParaRPr sz="1200">
              <a:solidFill>
                <a:schemeClr val="tx1">
                  <a:lumMod val="50000"/>
                  <a:lumOff val="50000"/>
                </a:schemeClr>
              </a:solidFill>
              <a:latin typeface="源ノ角ゴシック JP"/>
              <a:ea typeface="源ノ角ゴシック JP"/>
              <a:cs typeface="源ノ角ゴシック JP"/>
            </a:endParaRPr>
          </a:p>
        </p:txBody>
      </p:sp>
      <p:sp>
        <p:nvSpPr>
          <p:cNvPr id="4" name="テキスト ボックス 3">
            <a:extLst xmlns:a="http://schemas.openxmlformats.org/drawingml/2006/main">
              <a:ext uri="{FF2B5EF4-FFF2-40B4-BE49-F238E27FC236}">
                <a16:creationId xmlns:a16="http://schemas.microsoft.com/office/drawing/2014/main" id="{2B548829-1067-5325-D903-3D5479BF9C55}"/>
              </a:ext>
            </a:extLst>
          </p:cNvPr>
          <p:cNvSpPr>
            <a:spLocks xmlns:a="http://schemas.openxmlformats.org/drawingml/2006/main" noGrp="1"/>
          </p:cNvSpPr>
          <p:nvPr/>
        </p:nvSpPr>
        <p:spPr>
          <a:xfrm xmlns:a="http://schemas.openxmlformats.org/drawingml/2006/main" rot="0" flipH="0" flipV="0">
            <a:off x="2322944" y="3195125"/>
            <a:ext cx="3417019" cy="302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800"/>
              </a:lnSpc>
              <a:buNone/>
            </a:pPr>
            <a:r>
              <a:rPr sz="1200">
                <a:solidFill>
                  <a:schemeClr val="tx1">
                    <a:lumMod val="50000"/>
                    <a:lumOff val="50000"/>
                  </a:schemeClr>
                </a:solidFill>
                <a:latin typeface="源ノ角ゴシック JP"/>
                <a:ea typeface="源ノ角ゴシック JP"/>
                <a:cs typeface="源ノ角ゴシック JP"/>
              </a:rPr>
              <a:t>現時点（</a:t>
            </a:r>
            <a:r>
              <a:rPr sz="1200">
                <a:solidFill>
                  <a:schemeClr val="tx1">
                    <a:lumMod val="50000"/>
                    <a:lumOff val="50000"/>
                  </a:schemeClr>
                </a:solidFill>
                <a:latin typeface="源ノ角ゴシック JP"/>
                <a:ea typeface="源ノ角ゴシック JP"/>
                <a:cs typeface="源ノ角ゴシック JP"/>
              </a:rPr>
              <a:t>2024</a:t>
            </a:r>
            <a:r>
              <a:rPr sz="1200">
                <a:solidFill>
                  <a:schemeClr val="tx1">
                    <a:lumMod val="50000"/>
                    <a:lumOff val="50000"/>
                  </a:schemeClr>
                </a:solidFill>
                <a:latin typeface="源ノ角ゴシック JP"/>
                <a:ea typeface="源ノ角ゴシック JP"/>
                <a:cs typeface="源ノ角ゴシック JP"/>
              </a:rPr>
              <a:t>年</a:t>
            </a:r>
            <a:r>
              <a:rPr sz="1200">
                <a:solidFill>
                  <a:schemeClr val="tx1">
                    <a:lumMod val="50000"/>
                    <a:lumOff val="50000"/>
                  </a:schemeClr>
                </a:solidFill>
                <a:latin typeface="源ノ角ゴシック JP"/>
                <a:ea typeface="源ノ角ゴシック JP"/>
                <a:cs typeface="源ノ角ゴシック JP"/>
              </a:rPr>
              <a:t>）</a:t>
            </a:r>
            <a:r>
              <a:rPr sz="1200">
                <a:solidFill>
                  <a:schemeClr val="tx1">
                    <a:lumMod val="50000"/>
                    <a:lumOff val="50000"/>
                  </a:schemeClr>
                </a:solidFill>
                <a:latin typeface="源ノ角ゴシック JP"/>
                <a:ea typeface="源ノ角ゴシック JP"/>
                <a:cs typeface="源ノ角ゴシック JP"/>
              </a:rPr>
              <a:t>での該当者の割合：</a:t>
            </a:r>
            <a:r>
              <a:rPr sz="1200">
                <a:solidFill>
                  <a:srgbClr val="CE4D44">
                    <a:alpha val="85000"/>
                  </a:srgbClr>
                </a:solidFill>
                <a:latin typeface="源ノ角ゴシック JP"/>
                <a:ea typeface="源ノ角ゴシック JP"/>
                <a:cs typeface="源ノ角ゴシック JP"/>
              </a:rPr>
              <a:t>21%</a:t>
            </a:r>
            <a:r>
              <a:rPr sz="1200">
                <a:solidFill>
                  <a:schemeClr val="bg2">
                    <a:lumMod val="75000"/>
                  </a:schemeClr>
                </a:solidFill>
                <a:latin typeface="源ノ角ゴシック JP"/>
                <a:ea typeface="源ノ角ゴシック JP"/>
                <a:cs typeface="源ノ角ゴシック JP"/>
              </a:rPr>
              <a:t> </a:t>
            </a:r>
            <a:r>
              <a:rPr sz="1000">
                <a:solidFill>
                  <a:schemeClr val="tx1">
                    <a:lumMod val="50000"/>
                    <a:lumOff val="50000"/>
                  </a:schemeClr>
                </a:solidFill>
                <a:latin typeface="源ノ角ゴシック JP"/>
                <a:ea typeface="源ノ角ゴシック JP"/>
                <a:cs typeface="源ノ角ゴシック JP"/>
              </a:rPr>
              <a:t>[2]</a:t>
            </a:r>
            <a:r>
              <a:rPr sz="1200">
                <a:solidFill>
                  <a:schemeClr val="tx1">
                    <a:lumMod val="50000"/>
                    <a:lumOff val="50000"/>
                  </a:schemeClr>
                </a:solidFill>
                <a:latin typeface="源ノ角ゴシック JP"/>
                <a:ea typeface="源ノ角ゴシック JP"/>
                <a:cs typeface="源ノ角ゴシック JP"/>
              </a:rPr>
              <a:t> </a:t>
            </a:r>
            <a:endParaRPr sz="1200">
              <a:solidFill>
                <a:schemeClr val="tx1">
                  <a:lumMod val="50000"/>
                  <a:lumOff val="50000"/>
                </a:schemeClr>
              </a:solidFill>
              <a:latin typeface="源ノ角ゴシック JP"/>
              <a:ea typeface="源ノ角ゴシック JP"/>
              <a:cs typeface="源ノ角ゴシック JP"/>
            </a:endParaRPr>
          </a:p>
        </p:txBody>
      </p:sp>
      <p:sp>
        <p:nvSpPr>
          <p:cNvPr id="9" name="テキスト ボックス 8">
            <a:extLst xmlns:a="http://schemas.openxmlformats.org/drawingml/2006/main">
              <a:ext uri="{FF2B5EF4-FFF2-40B4-BE49-F238E27FC236}">
                <a16:creationId xmlns:a16="http://schemas.microsoft.com/office/drawing/2014/main" id="{802C3DA9-DF11-00BB-A12A-7787022E12B7}"/>
              </a:ext>
            </a:extLst>
          </p:cNvPr>
          <p:cNvSpPr>
            <a:spLocks xmlns:a="http://schemas.openxmlformats.org/drawingml/2006/main" noGrp="1"/>
          </p:cNvSpPr>
          <p:nvPr/>
        </p:nvSpPr>
        <p:spPr>
          <a:xfrm xmlns:a="http://schemas.openxmlformats.org/drawingml/2006/main" rot="0" flipH="0" flipV="0">
            <a:off x="2322944" y="3458018"/>
            <a:ext cx="3553473" cy="302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800"/>
              </a:lnSpc>
              <a:buNone/>
            </a:pPr>
            <a:r>
              <a:rPr sz="1200">
                <a:solidFill>
                  <a:schemeClr val="tx1">
                    <a:lumMod val="50000"/>
                    <a:lumOff val="50000"/>
                  </a:schemeClr>
                </a:solidFill>
                <a:latin typeface="源ノ角ゴシック JP"/>
                <a:ea typeface="源ノ角ゴシック JP"/>
                <a:cs typeface="源ノ角ゴシック JP"/>
              </a:rPr>
              <a:t>現在のニーズの大きさは</a:t>
            </a:r>
            <a:r>
              <a:rPr sz="1200">
                <a:solidFill>
                  <a:srgbClr val="CF6F19">
                    <a:alpha val="85000"/>
                  </a:srgbClr>
                </a:solidFill>
                <a:latin typeface="源ノ角ゴシック JP"/>
                <a:ea typeface="源ノ角ゴシック JP"/>
                <a:cs typeface="源ノ角ゴシック JP"/>
              </a:rPr>
              <a:t>「中程度」</a:t>
            </a:r>
            <a:r>
              <a:rPr sz="1200">
                <a:solidFill>
                  <a:schemeClr val="tx1">
                    <a:lumMod val="50000"/>
                    <a:lumOff val="50000"/>
                  </a:schemeClr>
                </a:solidFill>
                <a:latin typeface="源ノ角ゴシック JP"/>
                <a:ea typeface="源ノ角ゴシック JP"/>
                <a:cs typeface="源ノ角ゴシック JP"/>
              </a:rPr>
              <a:t>と評価される</a:t>
            </a:r>
          </a:p>
        </p:txBody>
      </p:sp>
      <p:sp>
        <p:nvSpPr>
          <p:cNvPr id="34" name="テキスト ボックス 33">
            <a:extLst xmlns:a="http://schemas.openxmlformats.org/drawingml/2006/main">
              <a:ext uri="{FF2B5EF4-FFF2-40B4-BE49-F238E27FC236}">
                <a16:creationId xmlns:a16="http://schemas.microsoft.com/office/drawing/2014/main" id="{28E2D262-4B68-17D9-CFEF-CE768DB93E1D}"/>
              </a:ext>
            </a:extLst>
          </p:cNvPr>
          <p:cNvSpPr>
            <a:spLocks xmlns:a="http://schemas.openxmlformats.org/drawingml/2006/main" noGrp="1"/>
          </p:cNvSpPr>
          <p:nvPr/>
        </p:nvSpPr>
        <p:spPr>
          <a:xfrm xmlns:a="http://schemas.openxmlformats.org/drawingml/2006/main" rot="0" flipH="0" flipV="0">
            <a:off x="2295235" y="4007941"/>
            <a:ext cx="3313481" cy="3336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600" b="1">
                <a:solidFill>
                  <a:schemeClr val="bg2">
                    <a:lumMod val="25000"/>
                  </a:schemeClr>
                </a:solidFill>
                <a:latin typeface="源ノ角ゴシック JP"/>
                <a:ea typeface="源ノ角ゴシック JP"/>
                <a:cs typeface="源ノ角ゴシック JP"/>
              </a:rPr>
              <a:t>健康ニーズの変化を評価する方法</a:t>
            </a:r>
            <a:endParaRPr sz="1600" b="1">
              <a:solidFill>
                <a:schemeClr val="bg2">
                  <a:lumMod val="25000"/>
                </a:schemeClr>
              </a:solidFill>
              <a:latin typeface="源ノ角ゴシック JP"/>
              <a:ea typeface="源ノ角ゴシック JP"/>
              <a:cs typeface="源ノ角ゴシック JP"/>
            </a:endParaRPr>
          </a:p>
        </p:txBody>
      </p:sp>
      <p:sp>
        <p:nvSpPr>
          <p:cNvPr id="12" name="テキスト ボックス 11">
            <a:extLst xmlns:a="http://schemas.openxmlformats.org/drawingml/2006/main">
              <a:ext uri="{FF2B5EF4-FFF2-40B4-BE49-F238E27FC236}">
                <a16:creationId xmlns:a16="http://schemas.microsoft.com/office/drawing/2014/main" id="{6A4ED74B-1B66-E606-CE20-F26AC6B36EDB}"/>
              </a:ext>
            </a:extLst>
          </p:cNvPr>
          <p:cNvSpPr>
            <a:spLocks xmlns:a="http://schemas.openxmlformats.org/drawingml/2006/main" noGrp="1"/>
          </p:cNvSpPr>
          <p:nvPr/>
        </p:nvSpPr>
        <p:spPr>
          <a:xfrm xmlns:a="http://schemas.openxmlformats.org/drawingml/2006/main" rot="0" flipH="0" flipV="0">
            <a:off x="2336800" y="4375912"/>
            <a:ext cx="3967397" cy="83593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980"/>
              </a:lnSpc>
              <a:buNone/>
            </a:pPr>
            <a:r>
              <a:rPr sz="1250">
                <a:solidFill>
                  <a:srgbClr val="DCD8DC">
                    <a:lumMod val="25000"/>
                  </a:srgbClr>
                </a:solidFill>
                <a:latin typeface="源ノ角ゴシック JP"/>
                <a:ea typeface="源ノ角ゴシック JP"/>
                <a:cs typeface="源ノ角ゴシック JP"/>
              </a:rPr>
              <a:t>→ 過去時点（</a:t>
            </a:r>
            <a:r>
              <a:rPr sz="1250">
                <a:solidFill>
                  <a:srgbClr val="DCD8DC">
                    <a:lumMod val="25000"/>
                  </a:srgbClr>
                </a:solidFill>
                <a:latin typeface="源ノ角ゴシック JP"/>
                <a:ea typeface="源ノ角ゴシック JP"/>
                <a:cs typeface="源ノ角ゴシック JP"/>
              </a:rPr>
              <a:t>2010</a:t>
            </a:r>
            <a:r>
              <a:rPr sz="1250">
                <a:solidFill>
                  <a:srgbClr val="DCD8DC">
                    <a:lumMod val="25000"/>
                  </a:srgbClr>
                </a:solidFill>
                <a:latin typeface="源ノ角ゴシック JP"/>
                <a:ea typeface="源ノ角ゴシック JP"/>
                <a:cs typeface="源ノ角ゴシック JP"/>
              </a:rPr>
              <a:t>年頃）から現在（</a:t>
            </a:r>
            <a:r>
              <a:rPr sz="1250">
                <a:solidFill>
                  <a:srgbClr val="DCD8DC">
                    <a:lumMod val="25000"/>
                  </a:srgbClr>
                </a:solidFill>
                <a:latin typeface="源ノ角ゴシック JP"/>
                <a:ea typeface="源ノ角ゴシック JP"/>
                <a:cs typeface="源ノ角ゴシック JP"/>
              </a:rPr>
              <a:t>2024</a:t>
            </a:r>
            <a:r>
              <a:rPr sz="1250">
                <a:solidFill>
                  <a:srgbClr val="DCD8DC">
                    <a:lumMod val="25000"/>
                  </a:srgbClr>
                </a:solidFill>
                <a:latin typeface="源ノ角ゴシック JP"/>
                <a:ea typeface="源ノ角ゴシック JP"/>
                <a:cs typeface="源ノ角ゴシック JP"/>
              </a:rPr>
              <a:t>年頃）への</a:t>
            </a:r>
            <a:endParaRPr sz="1250">
              <a:solidFill>
                <a:srgbClr val="DCD8DC">
                  <a:lumMod val="25000"/>
                </a:srgbClr>
              </a:solidFill>
              <a:latin typeface="源ノ角ゴシック JP"/>
              <a:ea typeface="源ノ角ゴシック JP"/>
              <a:cs typeface="源ノ角ゴシック JP"/>
            </a:endParaRPr>
          </a:p>
          <a:p xmlns:a="http://schemas.openxmlformats.org/drawingml/2006/main">
            <a:pPr>
              <a:lnSpc>
                <a:spcPts val="1980"/>
              </a:lnSpc>
              <a:buNone/>
            </a:pP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 </a:t>
            </a:r>
            <a:r>
              <a:rPr sz="1250" u="sng">
                <a:solidFill>
                  <a:srgbClr val="DCD8DC">
                    <a:lumMod val="25000"/>
                  </a:srgbClr>
                </a:solidFill>
                <a:latin typeface="源ノ角ゴシック JP"/>
                <a:ea typeface="源ノ角ゴシック JP"/>
                <a:cs typeface="源ノ角ゴシック JP"/>
              </a:rPr>
              <a:t>該当者割合の変化量</a:t>
            </a:r>
            <a:r>
              <a:rPr sz="1250">
                <a:solidFill>
                  <a:srgbClr val="DCD8DC">
                    <a:lumMod val="25000"/>
                  </a:srgbClr>
                </a:solidFill>
                <a:latin typeface="源ノ角ゴシック JP"/>
                <a:ea typeface="源ノ角ゴシック JP"/>
                <a:cs typeface="源ノ角ゴシック JP"/>
              </a:rPr>
              <a:t>を算出し、　</a:t>
            </a:r>
            <a:endParaRPr sz="1250">
              <a:solidFill>
                <a:srgbClr val="DCD8DC">
                  <a:lumMod val="25000"/>
                </a:srgbClr>
              </a:solidFill>
              <a:latin typeface="源ノ角ゴシック JP"/>
              <a:ea typeface="源ノ角ゴシック JP"/>
              <a:cs typeface="源ノ角ゴシック JP"/>
            </a:endParaRPr>
          </a:p>
          <a:p xmlns:a="http://schemas.openxmlformats.org/drawingml/2006/main">
            <a:pPr>
              <a:lnSpc>
                <a:spcPts val="1980"/>
              </a:lnSpc>
              <a:buNone/>
            </a:pP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その値に基づき、ニーズ変化の方向性を評価する</a:t>
            </a:r>
            <a:endParaRPr sz="1250">
              <a:solidFill>
                <a:srgbClr val="DCD8DC">
                  <a:lumMod val="25000"/>
                </a:srgbClr>
              </a:solidFill>
              <a:latin typeface="源ノ角ゴシック JP"/>
              <a:ea typeface="源ノ角ゴシック JP"/>
              <a:cs typeface="源ノ角ゴシック JP"/>
            </a:endParaRPr>
          </a:p>
        </p:txBody>
      </p:sp>
      <p:sp>
        <p:nvSpPr>
          <p:cNvPr id="14" name="テキスト ボックス 13">
            <a:extLst xmlns:a="http://schemas.openxmlformats.org/drawingml/2006/main">
              <a:ext uri="{FF2B5EF4-FFF2-40B4-BE49-F238E27FC236}">
                <a16:creationId xmlns:a16="http://schemas.microsoft.com/office/drawing/2014/main" id="{93C3BF67-4683-A9B0-586A-4BF3DEEE3BD3}"/>
              </a:ext>
            </a:extLst>
          </p:cNvPr>
          <p:cNvSpPr>
            <a:spLocks xmlns:a="http://schemas.openxmlformats.org/drawingml/2006/main" noGrp="1"/>
          </p:cNvSpPr>
          <p:nvPr/>
        </p:nvSpPr>
        <p:spPr>
          <a:xfrm xmlns:a="http://schemas.openxmlformats.org/drawingml/2006/main" rot="0" flipH="0" flipV="0">
            <a:off x="2437176" y="5192819"/>
            <a:ext cx="1793019" cy="2923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250">
                <a:solidFill>
                  <a:srgbClr val="DCD8DC">
                    <a:lumMod val="25000"/>
                  </a:srgbClr>
                </a:solidFill>
                <a:latin typeface="源ノ角ゴシック JP"/>
                <a:ea typeface="源ノ角ゴシック JP"/>
                <a:cs typeface="源ノ角ゴシック JP"/>
              </a:rPr>
              <a:t>（</a:t>
            </a: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a:t>
            </a:r>
            <a:r>
              <a:rPr sz="1250">
                <a:solidFill>
                  <a:srgbClr val="DCD8DC">
                    <a:lumMod val="25000"/>
                  </a:srgbClr>
                </a:solidFill>
                <a:latin typeface="源ノ角ゴシック JP"/>
                <a:ea typeface="源ノ角ゴシック JP"/>
                <a:cs typeface="源ノ角ゴシック JP"/>
              </a:rPr>
              <a:t> / </a:t>
            </a:r>
            <a:r>
              <a:rPr sz="1250">
                <a:solidFill>
                  <a:srgbClr val="DCD8DC">
                    <a:lumMod val="25000"/>
                  </a:srgbClr>
                </a:solidFill>
                <a:latin typeface="源ノ角ゴシック JP"/>
                <a:ea typeface="源ノ角ゴシック JP"/>
                <a:cs typeface="源ノ角ゴシック JP"/>
              </a:rPr>
              <a:t>→</a:t>
            </a:r>
            <a:r>
              <a:rPr sz="1250">
                <a:solidFill>
                  <a:srgbClr val="DCD8DC">
                    <a:lumMod val="25000"/>
                  </a:srgbClr>
                </a:solidFill>
                <a:latin typeface="源ノ角ゴシック JP"/>
                <a:ea typeface="源ノ角ゴシック JP"/>
                <a:cs typeface="源ノ角ゴシック JP"/>
              </a:rPr>
              <a:t> / </a:t>
            </a:r>
            <a:r>
              <a:rPr sz="1250">
                <a:solidFill>
                  <a:srgbClr val="DCD8DC">
                    <a:lumMod val="25000"/>
                  </a:srgbClr>
                </a:solidFill>
                <a:latin typeface="源ノ角ゴシック JP"/>
                <a:ea typeface="源ノ角ゴシック JP"/>
                <a:cs typeface="源ノ角ゴシック JP"/>
              </a:rPr>
              <a:t>↓</a:t>
            </a:r>
            <a:r>
              <a:rPr sz="1250">
                <a:solidFill>
                  <a:srgbClr val="DCD8DC">
                    <a:lumMod val="25000"/>
                  </a:srgbClr>
                </a:solidFill>
                <a:latin typeface="源ノ角ゴシック JP"/>
                <a:ea typeface="源ノ角ゴシック JP"/>
                <a:cs typeface="源ノ角ゴシック JP"/>
              </a:rPr>
              <a:t> / </a:t>
            </a:r>
            <a:r>
              <a:rPr sz="1250">
                <a:solidFill>
                  <a:srgbClr val="DCD8DC">
                    <a:lumMod val="25000"/>
                  </a:srgbClr>
                </a:solidFill>
                <a:latin typeface="源ノ角ゴシック JP"/>
                <a:ea typeface="源ノ角ゴシック JP"/>
                <a:cs typeface="源ノ角ゴシック JP"/>
              </a:rPr>
              <a:t>？</a:t>
            </a:r>
            <a:r>
              <a:rPr sz="1250">
                <a:solidFill>
                  <a:srgbClr val="DCD8DC">
                    <a:lumMod val="25000"/>
                  </a:srgbClr>
                </a:solidFill>
                <a:latin typeface="源ノ角ゴシック JP"/>
                <a:ea typeface="源ノ角ゴシック JP"/>
                <a:cs typeface="源ノ角ゴシック JP"/>
              </a:rPr>
              <a:t> </a:t>
            </a:r>
            <a:r>
              <a:rPr sz="1250">
                <a:solidFill>
                  <a:srgbClr val="DCD8DC">
                    <a:lumMod val="25000"/>
                  </a:srgbClr>
                </a:solidFill>
                <a:latin typeface="源ノ角ゴシック JP"/>
                <a:ea typeface="源ノ角ゴシック JP"/>
                <a:cs typeface="源ノ角ゴシック JP"/>
              </a:rPr>
              <a:t>）</a:t>
            </a:r>
            <a:endParaRPr sz="1250">
              <a:solidFill>
                <a:srgbClr val="DCD8DC">
                  <a:lumMod val="25000"/>
                </a:srgbClr>
              </a:solidFill>
              <a:latin typeface="源ノ角ゴシック JP"/>
              <a:ea typeface="源ノ角ゴシック JP"/>
              <a:cs typeface="源ノ角ゴシック JP"/>
            </a:endParaRPr>
          </a:p>
        </p:txBody>
      </p:sp>
      <p:sp>
        <p:nvSpPr>
          <p:cNvPr id="16" name="テキスト ボックス 15">
            <a:extLst xmlns:a="http://schemas.openxmlformats.org/drawingml/2006/main">
              <a:ext uri="{FF2B5EF4-FFF2-40B4-BE49-F238E27FC236}">
                <a16:creationId xmlns:a16="http://schemas.microsoft.com/office/drawing/2014/main" id="{426DD056-7E46-D789-6AF4-C5AF8D39802F}"/>
              </a:ext>
            </a:extLst>
          </p:cNvPr>
          <p:cNvSpPr>
            <a:spLocks xmlns:a="http://schemas.openxmlformats.org/drawingml/2006/main" noGrp="1"/>
          </p:cNvSpPr>
          <p:nvPr/>
        </p:nvSpPr>
        <p:spPr>
          <a:xfrm xmlns:a="http://schemas.openxmlformats.org/drawingml/2006/main" rot="0" flipH="0" flipV="0">
            <a:off x="2336800" y="5832854"/>
            <a:ext cx="3967396" cy="302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800"/>
              </a:lnSpc>
              <a:buNone/>
            </a:pPr>
            <a:r>
              <a:rPr sz="1200">
                <a:solidFill>
                  <a:schemeClr val="tx1">
                    <a:lumMod val="50000"/>
                    <a:lumOff val="50000"/>
                  </a:schemeClr>
                </a:solidFill>
                <a:latin typeface="源ノ角ゴシック JP"/>
                <a:ea typeface="源ノ角ゴシック JP"/>
                <a:cs typeface="源ノ角ゴシック JP"/>
              </a:rPr>
              <a:t>過去時点から現在への変化：</a:t>
            </a:r>
            <a:r>
              <a:rPr sz="1200">
                <a:solidFill>
                  <a:schemeClr val="tx1">
                    <a:lumMod val="50000"/>
                    <a:lumOff val="50000"/>
                  </a:schemeClr>
                </a:solidFill>
                <a:latin typeface="源ノ角ゴシック JP"/>
                <a:ea typeface="源ノ角ゴシック JP"/>
                <a:cs typeface="源ノ角ゴシック JP"/>
              </a:rPr>
              <a:t>21 – 19.5 = </a:t>
            </a:r>
            <a:r>
              <a:rPr sz="1200">
                <a:solidFill>
                  <a:srgbClr val="CE4D44">
                    <a:alpha val="85000"/>
                  </a:srgbClr>
                </a:solidFill>
                <a:latin typeface="源ノ角ゴシック JP"/>
                <a:ea typeface="源ノ角ゴシック JP"/>
                <a:cs typeface="源ノ角ゴシック JP"/>
              </a:rPr>
              <a:t>1.5 pt </a:t>
            </a:r>
            <a:r>
              <a:rPr sz="1200">
                <a:solidFill>
                  <a:srgbClr val="CE4D44">
                    <a:alpha val="85000"/>
                  </a:srgbClr>
                </a:solidFill>
                <a:latin typeface="源ノ角ゴシック JP"/>
                <a:ea typeface="源ノ角ゴシック JP"/>
                <a:cs typeface="源ノ角ゴシック JP"/>
              </a:rPr>
              <a:t>上昇</a:t>
            </a:r>
          </a:p>
        </p:txBody>
      </p:sp>
      <p:sp>
        <p:nvSpPr>
          <p:cNvPr id="17" name="テキスト ボックス 16">
            <a:extLst xmlns:a="http://schemas.openxmlformats.org/drawingml/2006/main">
              <a:ext uri="{FF2B5EF4-FFF2-40B4-BE49-F238E27FC236}">
                <a16:creationId xmlns:a16="http://schemas.microsoft.com/office/drawing/2014/main" id="{A5158C93-0E51-D681-33B8-D38E10CA0F3A}"/>
              </a:ext>
            </a:extLst>
          </p:cNvPr>
          <p:cNvSpPr>
            <a:spLocks xmlns:a="http://schemas.openxmlformats.org/drawingml/2006/main" noGrp="1"/>
          </p:cNvSpPr>
          <p:nvPr/>
        </p:nvSpPr>
        <p:spPr>
          <a:xfrm xmlns:a="http://schemas.openxmlformats.org/drawingml/2006/main" rot="0" flipH="0" flipV="0">
            <a:off x="2336800" y="6089333"/>
            <a:ext cx="3313481" cy="302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800"/>
              </a:lnSpc>
              <a:buNone/>
            </a:pPr>
            <a:r>
              <a:rPr sz="1200">
                <a:solidFill>
                  <a:schemeClr val="tx1">
                    <a:lumMod val="50000"/>
                    <a:lumOff val="50000"/>
                  </a:schemeClr>
                </a:solidFill>
                <a:latin typeface="源ノ角ゴシック JP"/>
                <a:ea typeface="源ノ角ゴシック JP"/>
                <a:cs typeface="源ノ角ゴシック JP"/>
              </a:rPr>
              <a:t>過去からの変化は</a:t>
            </a:r>
            <a:r>
              <a:rPr sz="1200">
                <a:solidFill>
                  <a:srgbClr val="9564B1">
                    <a:alpha val="90000"/>
                  </a:srgbClr>
                </a:solidFill>
                <a:latin typeface="源ノ角ゴシック JP"/>
                <a:ea typeface="源ノ角ゴシック JP"/>
                <a:cs typeface="源ノ角ゴシック JP"/>
              </a:rPr>
              <a:t>「→」</a:t>
            </a:r>
            <a:r>
              <a:rPr sz="1200">
                <a:solidFill>
                  <a:schemeClr val="tx1">
                    <a:lumMod val="50000"/>
                    <a:lumOff val="50000"/>
                  </a:schemeClr>
                </a:solidFill>
                <a:latin typeface="源ノ角ゴシック JP"/>
                <a:ea typeface="源ノ角ゴシック JP"/>
                <a:cs typeface="源ノ角ゴシック JP"/>
              </a:rPr>
              <a:t>と評価する</a:t>
            </a:r>
          </a:p>
        </p:txBody>
      </p:sp>
      <p:sp>
        <p:nvSpPr>
          <p:cNvPr id="21" name="テキスト ボックス 20">
            <a:extLst xmlns:a="http://schemas.openxmlformats.org/drawingml/2006/main">
              <a:ext uri="{FF2B5EF4-FFF2-40B4-BE49-F238E27FC236}">
                <a16:creationId xmlns:a16="http://schemas.microsoft.com/office/drawing/2014/main" id="{AFB53878-C2EB-AB24-41B2-A3DF052DE3C1}"/>
              </a:ext>
            </a:extLst>
          </p:cNvPr>
          <p:cNvSpPr>
            <a:spLocks xmlns:a="http://schemas.openxmlformats.org/drawingml/2006/main" noGrp="1"/>
          </p:cNvSpPr>
          <p:nvPr/>
        </p:nvSpPr>
        <p:spPr>
          <a:xfrm xmlns:a="http://schemas.openxmlformats.org/drawingml/2006/main" rot="0" flipH="0" flipV="0">
            <a:off x="2336799" y="5578028"/>
            <a:ext cx="3611330" cy="302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800"/>
              </a:lnSpc>
              <a:buNone/>
            </a:pPr>
            <a:r>
              <a:rPr sz="1200">
                <a:solidFill>
                  <a:schemeClr val="tx1">
                    <a:lumMod val="50000"/>
                    <a:lumOff val="50000"/>
                  </a:schemeClr>
                </a:solidFill>
                <a:latin typeface="源ノ角ゴシック JP"/>
                <a:ea typeface="源ノ角ゴシック JP"/>
                <a:cs typeface="源ノ角ゴシック JP"/>
              </a:rPr>
              <a:t>過去時点（</a:t>
            </a:r>
            <a:r>
              <a:rPr sz="1200">
                <a:solidFill>
                  <a:schemeClr val="tx1">
                    <a:lumMod val="50000"/>
                    <a:lumOff val="50000"/>
                  </a:schemeClr>
                </a:solidFill>
                <a:latin typeface="源ノ角ゴシック JP"/>
                <a:ea typeface="源ノ角ゴシック JP"/>
                <a:cs typeface="源ノ角ゴシック JP"/>
              </a:rPr>
              <a:t>2010</a:t>
            </a:r>
            <a:r>
              <a:rPr sz="1200">
                <a:solidFill>
                  <a:schemeClr val="tx1">
                    <a:lumMod val="50000"/>
                    <a:lumOff val="50000"/>
                  </a:schemeClr>
                </a:solidFill>
                <a:latin typeface="源ノ角ゴシック JP"/>
                <a:ea typeface="源ノ角ゴシック JP"/>
                <a:cs typeface="源ノ角ゴシック JP"/>
              </a:rPr>
              <a:t>年</a:t>
            </a:r>
            <a:r>
              <a:rPr sz="1200">
                <a:solidFill>
                  <a:schemeClr val="tx1">
                    <a:lumMod val="50000"/>
                    <a:lumOff val="50000"/>
                  </a:schemeClr>
                </a:solidFill>
                <a:latin typeface="源ノ角ゴシック JP"/>
                <a:ea typeface="源ノ角ゴシック JP"/>
                <a:cs typeface="源ノ角ゴシック JP"/>
              </a:rPr>
              <a:t>）</a:t>
            </a:r>
            <a:r>
              <a:rPr sz="1200">
                <a:solidFill>
                  <a:schemeClr val="tx1">
                    <a:lumMod val="50000"/>
                    <a:lumOff val="50000"/>
                  </a:schemeClr>
                </a:solidFill>
                <a:latin typeface="源ノ角ゴシック JP"/>
                <a:ea typeface="源ノ角ゴシック JP"/>
                <a:cs typeface="源ノ角ゴシック JP"/>
              </a:rPr>
              <a:t>での該当者の割合：</a:t>
            </a:r>
            <a:r>
              <a:rPr sz="1200">
                <a:solidFill>
                  <a:schemeClr val="tx1">
                    <a:lumMod val="50000"/>
                    <a:lumOff val="50000"/>
                  </a:schemeClr>
                </a:solidFill>
                <a:latin typeface="源ノ角ゴシック JP"/>
                <a:ea typeface="源ノ角ゴシック JP"/>
                <a:cs typeface="源ノ角ゴシック JP"/>
              </a:rPr>
              <a:t>19.5% </a:t>
            </a:r>
            <a:r>
              <a:rPr sz="1000">
                <a:solidFill>
                  <a:schemeClr val="tx1">
                    <a:lumMod val="50000"/>
                    <a:lumOff val="50000"/>
                  </a:schemeClr>
                </a:solidFill>
                <a:latin typeface="源ノ角ゴシック JP"/>
                <a:ea typeface="源ノ角ゴシック JP"/>
                <a:cs typeface="源ノ角ゴシック JP"/>
              </a:rPr>
              <a:t>[1] </a:t>
            </a:r>
            <a:endParaRPr sz="1000">
              <a:solidFill>
                <a:schemeClr val="tx1">
                  <a:lumMod val="50000"/>
                  <a:lumOff val="50000"/>
                </a:schemeClr>
              </a:solidFill>
              <a:latin typeface="源ノ角ゴシック JP"/>
              <a:ea typeface="源ノ角ゴシック JP"/>
              <a:cs typeface="源ノ角ゴシック JP"/>
            </a:endParaRPr>
          </a:p>
        </p:txBody>
      </p:sp>
      <p:pic>
        <p:nvPicPr>
          <p:cNvPr id="56" name="図 22"/>
          <p:cNvPicPr>
            <a:picLocks xmlns:a="http://schemas.openxmlformats.org/drawingml/2006/main" noChangeAspect="1"/>
          </p:cNvPicPr>
          <p:nvPr/>
        </p:nvPicPr>
        <p:blipFill>
          <a:blip xmlns:r="http://schemas.openxmlformats.org/officeDocument/2006/relationships" xmlns:a="http://schemas.openxmlformats.org/drawingml/2006/main" r:embed="R4f2a68d3c99f4fc8"/>
          <a:srcRect xmlns:a="http://schemas.openxmlformats.org/drawingml/2006/main" l="0" t="3391" r="687" b="2798"/>
          <a:stretch xmlns:a="http://schemas.openxmlformats.org/drawingml/2006/main">
            <a:fillRect l="0" t="0" r="0" b="0"/>
          </a:stretch>
        </p:blipFill>
        <p:spPr>
          <a:xfrm xmlns:a="http://schemas.openxmlformats.org/drawingml/2006/main" rot="0" flipH="0" flipV="0">
            <a:off x="6936596" y="1252461"/>
            <a:ext cx="2812443" cy="786512"/>
          </a:xfrm>
          <a:prstGeom xmlns:a="http://schemas.openxmlformats.org/drawingml/2006/main" prst="rect">
            <a:avLst/>
          </a:prstGeom>
          <a:effectLst xmlns:a="http://schemas.openxmlformats.org/drawingml/2006/main">
            <a:glow rad="12700">
              <a:schemeClr val="tx1">
                <a:lumMod val="50000"/>
                <a:lumOff val="50000"/>
              </a:schemeClr>
            </a:glow>
          </a:effectLst>
        </p:spPr>
      </p:pic>
      <p:sp>
        <p:nvSpPr>
          <p:cNvPr id="24" name="円/楕円 23">
            <a:extLst xmlns:a="http://schemas.openxmlformats.org/drawingml/2006/main">
              <a:ext uri="{FF2B5EF4-FFF2-40B4-BE49-F238E27FC236}">
                <a16:creationId xmlns:a16="http://schemas.microsoft.com/office/drawing/2014/main" id="{5BE0DE37-CA28-2A0C-8232-BD4DEBE8F435}"/>
              </a:ext>
            </a:extLst>
          </p:cNvPr>
          <p:cNvSpPr>
            <a:spLocks xmlns:a="http://schemas.openxmlformats.org/drawingml/2006/main" noGrp="1"/>
          </p:cNvSpPr>
          <p:nvPr/>
        </p:nvSpPr>
        <p:spPr>
          <a:xfrm xmlns:a="http://schemas.openxmlformats.org/drawingml/2006/main" rot="0" flipH="0" flipV="0">
            <a:off x="9244158" y="1308957"/>
            <a:ext cx="567965" cy="224883"/>
          </a:xfrm>
          <a:prstGeom xmlns:a="http://schemas.openxmlformats.org/drawingml/2006/main" prst="ellipse">
            <a:avLst/>
          </a:prstGeom>
          <a:noFill xmlns:a="http://schemas.openxmlformats.org/drawingml/2006/main"/>
          <a:ln xmlns:a="http://schemas.openxmlformats.org/drawingml/2006/main" w="28575">
            <a:solidFill>
              <a:srgbClr val="C00000"/>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8" name="図 30"/>
          <p:cNvPicPr>
            <a:picLocks xmlns:a="http://schemas.openxmlformats.org/drawingml/2006/main" noChangeAspect="1"/>
          </p:cNvPicPr>
          <p:nvPr/>
        </p:nvPicPr>
        <p:blipFill>
          <a:blip xmlns:r="http://schemas.openxmlformats.org/officeDocument/2006/relationships" xmlns:a="http://schemas.openxmlformats.org/drawingml/2006/main" r:embed="R388862bfa6664309"/>
          <a:srcRect xmlns:a="http://schemas.openxmlformats.org/drawingml/2006/main" l="3420" t="3471" r="5515" b="4067"/>
          <a:stretch xmlns:a="http://schemas.openxmlformats.org/drawingml/2006/main">
            <a:fillRect l="0" t="0" r="0" b="0"/>
          </a:stretch>
        </p:blipFill>
        <p:spPr>
          <a:xfrm xmlns:a="http://schemas.openxmlformats.org/drawingml/2006/main" rot="0" flipH="0" flipV="0">
            <a:off x="6910478" y="2459734"/>
            <a:ext cx="2810958" cy="1918302"/>
          </a:xfrm>
          <a:prstGeom xmlns:a="http://schemas.openxmlformats.org/drawingml/2006/main" prst="rect">
            <a:avLst/>
          </a:prstGeom>
          <a:effectLst xmlns:a="http://schemas.openxmlformats.org/drawingml/2006/main">
            <a:glow rad="12700">
              <a:schemeClr val="tx1">
                <a:lumMod val="50000"/>
                <a:lumOff val="50000"/>
              </a:schemeClr>
            </a:glow>
          </a:effectLst>
        </p:spPr>
      </p:pic>
      <p:pic>
        <p:nvPicPr>
          <p:cNvPr id="59" name="図 34"/>
          <p:cNvPicPr>
            <a:picLocks xmlns:a="http://schemas.openxmlformats.org/drawingml/2006/main" noChangeAspect="1"/>
          </p:cNvPicPr>
          <p:nvPr/>
        </p:nvPicPr>
        <p:blipFill>
          <a:blip xmlns:r="http://schemas.openxmlformats.org/officeDocument/2006/relationships" xmlns:a="http://schemas.openxmlformats.org/drawingml/2006/main" r:embed="R26368bb386264fc7"/>
          <a:srcRect xmlns:a="http://schemas.openxmlformats.org/drawingml/2006/main" l="3918" t="3443" r="3918" b="5538"/>
          <a:stretch xmlns:a="http://schemas.openxmlformats.org/drawingml/2006/main">
            <a:fillRect l="0" t="0" r="0" b="0"/>
          </a:stretch>
        </p:blipFill>
        <p:spPr>
          <a:xfrm xmlns:a="http://schemas.openxmlformats.org/drawingml/2006/main" rot="0" flipH="0" flipV="0">
            <a:off x="6910478" y="4674439"/>
            <a:ext cx="2810958" cy="1717093"/>
          </a:xfrm>
          <a:prstGeom xmlns:a="http://schemas.openxmlformats.org/drawingml/2006/main" prst="rect">
            <a:avLst/>
          </a:prstGeom>
          <a:effectLst xmlns:a="http://schemas.openxmlformats.org/drawingml/2006/main">
            <a:glow rad="12700">
              <a:schemeClr val="tx1">
                <a:lumMod val="50000"/>
                <a:lumOff val="50000"/>
              </a:schemeClr>
            </a:glow>
          </a:effectLst>
        </p:spPr>
      </p:pic>
      <p:sp>
        <p:nvSpPr>
          <p:cNvPr id="38" name="テキスト ボックス 37">
            <a:extLst xmlns:a="http://schemas.openxmlformats.org/drawingml/2006/main">
              <a:ext uri="{FF2B5EF4-FFF2-40B4-BE49-F238E27FC236}">
                <a16:creationId xmlns:a16="http://schemas.microsoft.com/office/drawing/2014/main" id="{1B8F7937-F094-2013-71AE-6E20566C74EE}"/>
              </a:ext>
            </a:extLst>
          </p:cNvPr>
          <p:cNvSpPr>
            <a:spLocks xmlns:a="http://schemas.openxmlformats.org/drawingml/2006/main" noGrp="1"/>
          </p:cNvSpPr>
          <p:nvPr/>
        </p:nvSpPr>
        <p:spPr>
          <a:xfrm xmlns:a="http://schemas.openxmlformats.org/drawingml/2006/main" rot="0" flipH="0" flipV="0">
            <a:off x="6854188" y="2055609"/>
            <a:ext cx="3042576" cy="21544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800" b="0" i="0" u="none" cap="none" spc="20">
                <a:ln>
                  <a:noFill/>
                </a:ln>
                <a:solidFill>
                  <a:prstClr val="black">
                    <a:lumMod val="50000"/>
                    <a:lumOff val="50000"/>
                    <a:alpha val="90000"/>
                  </a:prstClr>
                </a:solidFill>
                <a:latin typeface="源ノ角ゴシック JP"/>
                <a:ea typeface="源ノ角ゴシック JP"/>
                <a:cs typeface="源ノ角ゴシック JP"/>
              </a:rPr>
              <a:t>[2] </a:t>
            </a:r>
            <a:r>
              <a:rPr sz="800" b="0" i="0" u="none" cap="none" spc="20">
                <a:ln>
                  <a:noFill/>
                </a:ln>
                <a:solidFill>
                  <a:prstClr val="black">
                    <a:lumMod val="50000"/>
                    <a:lumOff val="50000"/>
                    <a:alpha val="90000"/>
                  </a:prstClr>
                </a:solidFill>
                <a:latin typeface="源ノ角ゴシック JP"/>
                <a:ea typeface="源ノ角ゴシック JP"/>
                <a:cs typeface="源ノ角ゴシック JP"/>
              </a:rPr>
              <a:t>厚生労働省「令和</a:t>
            </a:r>
            <a:r>
              <a:rPr sz="800" b="0" i="0" u="none" cap="none" spc="20">
                <a:ln>
                  <a:noFill/>
                </a:ln>
                <a:solidFill>
                  <a:prstClr val="black">
                    <a:lumMod val="50000"/>
                    <a:lumOff val="50000"/>
                    <a:alpha val="90000"/>
                  </a:prstClr>
                </a:solidFill>
                <a:latin typeface="源ノ角ゴシック JP"/>
                <a:ea typeface="源ノ角ゴシック JP"/>
                <a:cs typeface="源ノ角ゴシック JP"/>
              </a:rPr>
              <a:t>6</a:t>
            </a:r>
            <a:r>
              <a:rPr sz="800" b="0" i="0" u="none" cap="none" spc="20">
                <a:ln>
                  <a:noFill/>
                </a:ln>
                <a:solidFill>
                  <a:prstClr val="black">
                    <a:lumMod val="50000"/>
                    <a:lumOff val="50000"/>
                    <a:alpha val="90000"/>
                  </a:prstClr>
                </a:solidFill>
                <a:latin typeface="源ノ角ゴシック JP"/>
                <a:ea typeface="源ノ角ゴシック JP"/>
                <a:cs typeface="源ノ角ゴシック JP"/>
              </a:rPr>
              <a:t>年国民健康・栄養調査報告」（</a:t>
            </a:r>
            <a:r>
              <a:rPr sz="800" b="0" i="0" u="none" cap="none" spc="20">
                <a:ln>
                  <a:noFill/>
                </a:ln>
                <a:solidFill>
                  <a:prstClr val="black">
                    <a:lumMod val="50000"/>
                    <a:lumOff val="50000"/>
                    <a:alpha val="90000"/>
                  </a:prstClr>
                </a:solidFill>
                <a:latin typeface="源ノ角ゴシック JP"/>
                <a:ea typeface="源ノ角ゴシック JP"/>
                <a:cs typeface="源ノ角ゴシック JP"/>
              </a:rPr>
              <a:t>2026</a:t>
            </a:r>
            <a:r>
              <a:rPr sz="800" spc="20">
                <a:solidFill>
                  <a:prstClr val="black">
                    <a:lumMod val="50000"/>
                    <a:lumOff val="50000"/>
                    <a:alpha val="90000"/>
                  </a:prstClr>
                </a:solidFill>
                <a:latin typeface="源ノ角ゴシック JP"/>
                <a:ea typeface="源ノ角ゴシック JP"/>
                <a:cs typeface="源ノ角ゴシック JP"/>
              </a:rPr>
              <a:t>）</a:t>
            </a:r>
            <a:endParaRPr/>
          </a:p>
        </p:txBody>
      </p:sp>
    </p:spTree>
    <p:extLst>
      <p:ext uri="{BB962C8B-B14F-4D97-AF65-F5344CB8AC3E}">
        <p14:creationId xmlns:p14="http://schemas.microsoft.com/office/powerpoint/2010/main" val="143850847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角丸四角形 2">
            <a:extLst xmlns:a="http://schemas.openxmlformats.org/drawingml/2006/main">
              <a:ext uri="{FF2B5EF4-FFF2-40B4-BE49-F238E27FC236}">
                <a16:creationId xmlns:a16="http://schemas.microsoft.com/office/drawing/2014/main" id="{3E93BAB1-B33A-5470-D22A-5E9F27636749}"/>
              </a:ext>
            </a:extLst>
          </p:cNvPr>
          <p:cNvSpPr>
            <a:spLocks xmlns:a="http://schemas.openxmlformats.org/drawingml/2006/main" noGrp="1"/>
          </p:cNvSpPr>
          <p:nvPr/>
        </p:nvSpPr>
        <p:spPr>
          <a:xfrm xmlns:a="http://schemas.openxmlformats.org/drawingml/2006/main" rot="0" flipH="0" flipV="0">
            <a:off x="1439814" y="1468628"/>
            <a:ext cx="3862043" cy="1404812"/>
          </a:xfrm>
          <a:prstGeom xmlns:a="http://schemas.openxmlformats.org/drawingml/2006/main" prst="roundRect">
            <a:avLst/>
          </a:prstGeom>
          <a:solidFill xmlns:a="http://schemas.openxmlformats.org/drawingml/2006/main">
            <a:srgbClr val="F9F2F0"/>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テキスト ボックス 4">
            <a:extLst xmlns:a="http://schemas.openxmlformats.org/drawingml/2006/main">
              <a:ext uri="{FF2B5EF4-FFF2-40B4-BE49-F238E27FC236}">
                <a16:creationId xmlns:a16="http://schemas.microsoft.com/office/drawing/2014/main" id="{79EAA34C-179D-1E4A-D7D8-37675CB651D6}"/>
              </a:ext>
            </a:extLst>
          </p:cNvPr>
          <p:cNvSpPr>
            <a:spLocks xmlns:a="http://schemas.openxmlformats.org/drawingml/2006/main" noGrp="1"/>
          </p:cNvSpPr>
          <p:nvPr/>
        </p:nvSpPr>
        <p:spPr>
          <a:xfrm xmlns:a="http://schemas.openxmlformats.org/drawingml/2006/main" rot="0" flipH="0" flipV="0">
            <a:off x="1514166" y="1572237"/>
            <a:ext cx="3741197" cy="112569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780"/>
              </a:lnSpc>
              <a:buNone/>
            </a:pPr>
            <a:r>
              <a:rPr sz="1500">
                <a:solidFill>
                  <a:srgbClr val="DCD8DC">
                    <a:lumMod val="25000"/>
                  </a:srgbClr>
                </a:solidFill>
                <a:latin typeface="源ノ角ゴシック JP"/>
                <a:ea typeface="源ノ角ゴシック JP"/>
                <a:cs typeface="源ノ角ゴシック JP"/>
              </a:rPr>
              <a:t>・「栄養バランスを</a:t>
            </a:r>
            <a:r>
              <a:rPr sz="1500">
                <a:solidFill>
                  <a:srgbClr val="599975"/>
                </a:solidFill>
                <a:latin typeface="源ノ角ゴシック JP"/>
                <a:ea typeface="源ノ角ゴシック JP"/>
                <a:cs typeface="源ノ角ゴシック JP"/>
              </a:rPr>
              <a:t>調整したい</a:t>
            </a:r>
            <a:r>
              <a:rPr sz="1500">
                <a:solidFill>
                  <a:srgbClr val="DCD8DC">
                    <a:lumMod val="25000"/>
                  </a:srgbClr>
                </a:solidFill>
                <a:latin typeface="源ノ角ゴシック JP"/>
                <a:ea typeface="源ノ角ゴシック JP"/>
                <a:cs typeface="源ノ角ゴシック JP"/>
              </a:rPr>
              <a:t>」ニーズ</a:t>
            </a:r>
            <a:endParaRPr sz="1500">
              <a:solidFill>
                <a:srgbClr val="DCD8DC">
                  <a:lumMod val="25000"/>
                </a:srgbClr>
              </a:solidFill>
              <a:latin typeface="源ノ角ゴシック JP"/>
              <a:ea typeface="源ノ角ゴシック JP"/>
              <a:cs typeface="源ノ角ゴシック JP"/>
            </a:endParaRPr>
          </a:p>
          <a:p xmlns:a="http://schemas.openxmlformats.org/drawingml/2006/main">
            <a:pPr>
              <a:lnSpc>
                <a:spcPts val="2780"/>
              </a:lnSpc>
              <a:buNone/>
            </a:pPr>
            <a:r>
              <a:rPr sz="1500">
                <a:solidFill>
                  <a:srgbClr val="DCD8DC">
                    <a:lumMod val="25000"/>
                  </a:srgbClr>
                </a:solidFill>
                <a:latin typeface="源ノ角ゴシック JP"/>
                <a:ea typeface="源ノ角ゴシック JP"/>
                <a:cs typeface="源ノ角ゴシック JP"/>
              </a:rPr>
              <a:t>・「エネルギーを</a:t>
            </a:r>
            <a:r>
              <a:rPr sz="1500">
                <a:solidFill>
                  <a:srgbClr val="CE4D44"/>
                </a:solidFill>
                <a:latin typeface="源ノ角ゴシック JP"/>
                <a:ea typeface="源ノ角ゴシック JP"/>
                <a:cs typeface="源ノ角ゴシック JP"/>
              </a:rPr>
              <a:t>減らしたい</a:t>
            </a:r>
            <a:r>
              <a:rPr sz="1500">
                <a:solidFill>
                  <a:srgbClr val="DCD8DC">
                    <a:lumMod val="25000"/>
                  </a:srgbClr>
                </a:solidFill>
                <a:latin typeface="源ノ角ゴシック JP"/>
                <a:ea typeface="源ノ角ゴシック JP"/>
                <a:cs typeface="源ノ角ゴシック JP"/>
              </a:rPr>
              <a:t>」ニーズ</a:t>
            </a:r>
            <a:endParaRPr sz="1500">
              <a:solidFill>
                <a:srgbClr val="DCD8DC">
                  <a:lumMod val="25000"/>
                </a:srgbClr>
              </a:solidFill>
              <a:latin typeface="源ノ角ゴシック JP"/>
              <a:ea typeface="源ノ角ゴシック JP"/>
              <a:cs typeface="源ノ角ゴシック JP"/>
            </a:endParaRPr>
          </a:p>
          <a:p xmlns:a="http://schemas.openxmlformats.org/drawingml/2006/main">
            <a:pPr>
              <a:lnSpc>
                <a:spcPts val="2780"/>
              </a:lnSpc>
              <a:buNone/>
            </a:pPr>
            <a:r>
              <a:rPr sz="1500">
                <a:solidFill>
                  <a:srgbClr val="DCD8DC">
                    <a:lumMod val="25000"/>
                  </a:srgbClr>
                </a:solidFill>
                <a:latin typeface="源ノ角ゴシック JP"/>
                <a:ea typeface="源ノ角ゴシック JP"/>
                <a:cs typeface="源ノ角ゴシック JP"/>
              </a:rPr>
              <a:t>・「脂質を</a:t>
            </a:r>
            <a:r>
              <a:rPr sz="1500">
                <a:solidFill>
                  <a:srgbClr val="CE4D44"/>
                </a:solidFill>
                <a:latin typeface="源ノ角ゴシック JP"/>
                <a:ea typeface="源ノ角ゴシック JP"/>
                <a:cs typeface="源ノ角ゴシック JP"/>
              </a:rPr>
              <a:t>減らしたい</a:t>
            </a:r>
            <a:r>
              <a:rPr sz="1500">
                <a:solidFill>
                  <a:srgbClr val="DCD8DC">
                    <a:lumMod val="25000"/>
                  </a:srgbClr>
                </a:solidFill>
                <a:latin typeface="源ノ角ゴシック JP"/>
                <a:ea typeface="源ノ角ゴシック JP"/>
                <a:cs typeface="源ノ角ゴシック JP"/>
              </a:rPr>
              <a:t>」ニーズ</a:t>
            </a:r>
            <a:endParaRPr sz="1500">
              <a:solidFill>
                <a:srgbClr val="DCD8DC">
                  <a:lumMod val="25000"/>
                </a:srgbClr>
              </a:solidFill>
              <a:latin typeface="源ノ角ゴシック JP"/>
              <a:ea typeface="源ノ角ゴシック JP"/>
              <a:cs typeface="源ノ角ゴシック JP"/>
            </a:endParaRPr>
          </a:p>
        </p:txBody>
      </p:sp>
      <p:sp>
        <p:nvSpPr>
          <p:cNvPr id="8" name="テキスト ボックス 7">
            <a:extLst xmlns:a="http://schemas.openxmlformats.org/drawingml/2006/main">
              <a:ext uri="{FF2B5EF4-FFF2-40B4-BE49-F238E27FC236}">
                <a16:creationId xmlns:a16="http://schemas.microsoft.com/office/drawing/2014/main" id="{0912175A-F35B-621B-70CB-7BFFE6C39996}"/>
              </a:ext>
            </a:extLst>
          </p:cNvPr>
          <p:cNvSpPr>
            <a:spLocks xmlns:a="http://schemas.openxmlformats.org/drawingml/2006/main" noGrp="1"/>
          </p:cNvSpPr>
          <p:nvPr/>
        </p:nvSpPr>
        <p:spPr>
          <a:xfrm xmlns:a="http://schemas.openxmlformats.org/drawingml/2006/main" rot="0" flipH="0" flipV="0">
            <a:off x="1352669" y="1130862"/>
            <a:ext cx="2586680" cy="3488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700" b="1" spc="40">
                <a:solidFill>
                  <a:schemeClr val="bg2">
                    <a:lumMod val="25000"/>
                  </a:schemeClr>
                </a:solidFill>
                <a:latin typeface="源ノ角ゴシック JP"/>
                <a:ea typeface="源ノ角ゴシック JP"/>
                <a:cs typeface="源ノ角ゴシック JP"/>
              </a:rPr>
              <a:t>注力すべき健康ニーズ</a:t>
            </a:r>
            <a:endParaRPr sz="1700" b="1" spc="40">
              <a:solidFill>
                <a:schemeClr val="bg2">
                  <a:lumMod val="25000"/>
                </a:schemeClr>
              </a:solidFill>
              <a:latin typeface="源ノ角ゴシック JP"/>
              <a:ea typeface="源ノ角ゴシック JP"/>
              <a:cs typeface="源ノ角ゴシック JP"/>
            </a:endParaRPr>
          </a:p>
        </p:txBody>
      </p:sp>
      <p:sp>
        <p:nvSpPr>
          <p:cNvPr id="25" name="テキスト ボックス 24">
            <a:extLst xmlns:a="http://schemas.openxmlformats.org/drawingml/2006/main">
              <a:ext uri="{FF2B5EF4-FFF2-40B4-BE49-F238E27FC236}">
                <a16:creationId xmlns:a16="http://schemas.microsoft.com/office/drawing/2014/main" id="{12062FA4-7432-75EA-5673-977DE980E688}"/>
              </a:ext>
            </a:extLst>
          </p:cNvPr>
          <p:cNvSpPr>
            <a:spLocks xmlns:a="http://schemas.openxmlformats.org/drawingml/2006/main" noGrp="1"/>
          </p:cNvSpPr>
          <p:nvPr/>
        </p:nvSpPr>
        <p:spPr>
          <a:xfrm xmlns:a="http://schemas.openxmlformats.org/drawingml/2006/main">
            <a:off x="223842" y="485067"/>
            <a:ext cx="9378948" cy="507619"/>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sz="2200" b="1" spc="50">
                <a:solidFill>
                  <a:srgbClr val="42557A"/>
                </a:solidFill>
                <a:latin typeface="源ノ角ゴシック JP"/>
                <a:ea typeface="源ノ角ゴシック JP"/>
                <a:cs typeface="源ノ角ゴシック JP"/>
              </a:rPr>
              <a:t>３つの健康ニーズに対するセブンイレブンの「対応」を２軸で評価する</a:t>
            </a:r>
            <a:endParaRPr sz="2200" b="1" spc="50">
              <a:solidFill>
                <a:srgbClr val="42557A"/>
              </a:solidFill>
              <a:latin typeface="源ノ角ゴシック JP"/>
              <a:ea typeface="源ノ角ゴシック JP"/>
              <a:cs typeface="源ノ角ゴシック JP"/>
            </a:endParaRPr>
          </a:p>
        </p:txBody>
      </p:sp>
      <p:sp>
        <p:nvSpPr>
          <p:cNvPr id="27" name="テキスト ボックス 26">
            <a:extLst xmlns:a="http://schemas.openxmlformats.org/drawingml/2006/main">
              <a:ext uri="{FF2B5EF4-FFF2-40B4-BE49-F238E27FC236}">
                <a16:creationId xmlns:a16="http://schemas.microsoft.com/office/drawing/2014/main" id="{E651C672-211C-99D4-4678-5D8A1B0E96F4}"/>
              </a:ext>
            </a:extLst>
          </p:cNvPr>
          <p:cNvSpPr>
            <a:spLocks xmlns:a="http://schemas.openxmlformats.org/drawingml/2006/main" noGrp="1"/>
          </p:cNvSpPr>
          <p:nvPr/>
        </p:nvSpPr>
        <p:spPr>
          <a:xfrm xmlns:a="http://schemas.openxmlformats.org/drawingml/2006/main" rot="0" flipH="0" flipV="0">
            <a:off x="1261032" y="3178147"/>
            <a:ext cx="2220529" cy="3488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700" b="1" spc="40">
                <a:solidFill>
                  <a:schemeClr val="bg2">
                    <a:lumMod val="25000"/>
                  </a:schemeClr>
                </a:solidFill>
                <a:latin typeface="源ノ角ゴシック JP"/>
                <a:ea typeface="源ノ角ゴシック JP"/>
                <a:cs typeface="源ノ角ゴシック JP"/>
              </a:rPr>
              <a:t>「対応」の定義</a:t>
            </a:r>
            <a:endParaRPr sz="1700" b="1" spc="40">
              <a:solidFill>
                <a:schemeClr val="bg2">
                  <a:lumMod val="25000"/>
                </a:schemeClr>
              </a:solidFill>
              <a:latin typeface="源ノ角ゴシック JP"/>
              <a:ea typeface="源ノ角ゴシック JP"/>
              <a:cs typeface="源ノ角ゴシック JP"/>
            </a:endParaRPr>
          </a:p>
        </p:txBody>
      </p:sp>
      <p:sp>
        <p:nvSpPr>
          <p:cNvPr id="28" name="テキスト ボックス 27">
            <a:extLst xmlns:a="http://schemas.openxmlformats.org/drawingml/2006/main">
              <a:ext uri="{FF2B5EF4-FFF2-40B4-BE49-F238E27FC236}">
                <a16:creationId xmlns:a16="http://schemas.microsoft.com/office/drawing/2014/main" id="{E68268A1-F617-AE16-1AB0-051E847D166C}"/>
              </a:ext>
            </a:extLst>
          </p:cNvPr>
          <p:cNvSpPr>
            <a:spLocks xmlns:a="http://schemas.openxmlformats.org/drawingml/2006/main" noGrp="1"/>
          </p:cNvSpPr>
          <p:nvPr/>
        </p:nvSpPr>
        <p:spPr>
          <a:xfrm xmlns:a="http://schemas.openxmlformats.org/drawingml/2006/main" rot="0" flipH="0" flipV="0">
            <a:off x="1382401" y="3530026"/>
            <a:ext cx="4570673" cy="67986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500" spc="40">
                <a:solidFill>
                  <a:srgbClr val="DCD8DC">
                    <a:lumMod val="25000"/>
                  </a:srgbClr>
                </a:solidFill>
                <a:latin typeface="源ノ角ゴシック JP"/>
                <a:ea typeface="源ノ角ゴシック JP"/>
                <a:cs typeface="源ノ角ゴシック JP"/>
              </a:rPr>
              <a:t>上記それぞれのニーズを満たすことができる</a:t>
            </a:r>
            <a:endParaRPr sz="1500" spc="40">
              <a:solidFill>
                <a:srgbClr val="DCD8DC">
                  <a:lumMod val="25000"/>
                </a:srgbClr>
              </a:solidFill>
              <a:latin typeface="源ノ角ゴシック JP"/>
              <a:ea typeface="源ノ角ゴシック JP"/>
              <a:cs typeface="源ノ角ゴシック JP"/>
            </a:endParaRPr>
          </a:p>
          <a:p xmlns:a="http://schemas.openxmlformats.org/drawingml/2006/main">
            <a:pPr>
              <a:lnSpc>
                <a:spcPts val="2380"/>
              </a:lnSpc>
              <a:buNone/>
            </a:pPr>
            <a:r>
              <a:rPr sz="1500" u="sng" spc="40">
                <a:solidFill>
                  <a:srgbClr val="DCD8DC">
                    <a:lumMod val="25000"/>
                  </a:srgbClr>
                </a:solidFill>
                <a:latin typeface="源ノ角ゴシック JP"/>
                <a:ea typeface="源ノ角ゴシック JP"/>
                <a:cs typeface="源ノ角ゴシック JP"/>
              </a:rPr>
              <a:t>コンビニオリジナル商品</a:t>
            </a:r>
            <a:r>
              <a:rPr sz="1500" spc="40">
                <a:solidFill>
                  <a:srgbClr val="DCD8DC">
                    <a:lumMod val="25000"/>
                  </a:srgbClr>
                </a:solidFill>
                <a:latin typeface="源ノ角ゴシック JP"/>
                <a:ea typeface="源ノ角ゴシック JP"/>
                <a:cs typeface="源ノ角ゴシック JP"/>
              </a:rPr>
              <a:t>を新たに発売すること</a:t>
            </a:r>
            <a:endParaRPr sz="1500" spc="40">
              <a:solidFill>
                <a:srgbClr val="DCD8DC">
                  <a:lumMod val="25000"/>
                </a:srgbClr>
              </a:solidFill>
              <a:latin typeface="源ノ角ゴシック JP"/>
              <a:ea typeface="源ノ角ゴシック JP"/>
              <a:cs typeface="源ノ角ゴシック JP"/>
            </a:endParaRPr>
          </a:p>
        </p:txBody>
      </p:sp>
      <p:sp>
        <p:nvSpPr>
          <p:cNvPr id="16" name="テキスト ボックス 15">
            <a:extLst xmlns:a="http://schemas.openxmlformats.org/drawingml/2006/main">
              <a:ext uri="{FF2B5EF4-FFF2-40B4-BE49-F238E27FC236}">
                <a16:creationId xmlns:a16="http://schemas.microsoft.com/office/drawing/2014/main" id="{F5B1F3ED-3A59-3844-7EEA-C053CF957BDF}"/>
              </a:ext>
            </a:extLst>
          </p:cNvPr>
          <p:cNvSpPr>
            <a:spLocks xmlns:a="http://schemas.openxmlformats.org/drawingml/2006/main" noGrp="1"/>
          </p:cNvSpPr>
          <p:nvPr/>
        </p:nvSpPr>
        <p:spPr>
          <a:xfrm xmlns:a="http://schemas.openxmlformats.org/drawingml/2006/main" rot="0" flipH="0" flipV="0">
            <a:off x="6112202" y="3540355"/>
            <a:ext cx="2231712" cy="343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80"/>
              </a:lnSpc>
              <a:buNone/>
            </a:pPr>
            <a:r>
              <a:rPr sz="1500" spc="30">
                <a:solidFill>
                  <a:srgbClr val="DCD8DC">
                    <a:lumMod val="25000"/>
                  </a:srgbClr>
                </a:solidFill>
                <a:latin typeface="源ノ角ゴシック JP"/>
                <a:ea typeface="源ノ角ゴシック JP"/>
                <a:cs typeface="源ノ角ゴシック JP"/>
              </a:rPr>
              <a:t>・「対応」の実施量</a:t>
            </a:r>
            <a:endParaRPr sz="1500" spc="30">
              <a:solidFill>
                <a:srgbClr val="DCD8DC">
                  <a:lumMod val="25000"/>
                </a:srgbClr>
              </a:solidFill>
              <a:latin typeface="源ノ角ゴシック JP"/>
              <a:ea typeface="源ノ角ゴシック JP"/>
              <a:cs typeface="源ノ角ゴシック JP"/>
            </a:endParaRPr>
          </a:p>
        </p:txBody>
      </p:sp>
      <p:sp>
        <p:nvSpPr>
          <p:cNvPr id="17" name="テキスト ボックス 16">
            <a:extLst xmlns:a="http://schemas.openxmlformats.org/drawingml/2006/main">
              <a:ext uri="{FF2B5EF4-FFF2-40B4-BE49-F238E27FC236}">
                <a16:creationId xmlns:a16="http://schemas.microsoft.com/office/drawing/2014/main" id="{E9EE6BD3-01FF-6A6A-AF54-1D216920427E}"/>
              </a:ext>
            </a:extLst>
          </p:cNvPr>
          <p:cNvSpPr>
            <a:spLocks xmlns:a="http://schemas.openxmlformats.org/drawingml/2006/main" noGrp="1"/>
          </p:cNvSpPr>
          <p:nvPr/>
        </p:nvSpPr>
        <p:spPr>
          <a:xfrm xmlns:a="http://schemas.openxmlformats.org/drawingml/2006/main" rot="0" flipH="0" flipV="0">
            <a:off x="6112202" y="3866657"/>
            <a:ext cx="2231712" cy="343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80"/>
              </a:lnSpc>
              <a:buNone/>
            </a:pPr>
            <a:r>
              <a:rPr sz="1500" spc="30">
                <a:solidFill>
                  <a:srgbClr val="DCD8DC">
                    <a:lumMod val="25000"/>
                  </a:srgbClr>
                </a:solidFill>
                <a:latin typeface="源ノ角ゴシック JP"/>
                <a:ea typeface="源ノ角ゴシック JP"/>
                <a:cs typeface="源ノ角ゴシック JP"/>
              </a:rPr>
              <a:t>・「対応」の適切さ</a:t>
            </a:r>
            <a:endParaRPr sz="1500" spc="30">
              <a:solidFill>
                <a:srgbClr val="DCD8DC">
                  <a:lumMod val="25000"/>
                </a:srgbClr>
              </a:solidFill>
              <a:latin typeface="源ノ角ゴシック JP"/>
              <a:ea typeface="源ノ角ゴシック JP"/>
              <a:cs typeface="源ノ角ゴシック JP"/>
            </a:endParaRPr>
          </a:p>
        </p:txBody>
      </p:sp>
      <p:sp>
        <p:nvSpPr>
          <p:cNvPr id="29" name="テキスト ボックス 28">
            <a:extLst xmlns:a="http://schemas.openxmlformats.org/drawingml/2006/main">
              <a:ext uri="{FF2B5EF4-FFF2-40B4-BE49-F238E27FC236}">
                <a16:creationId xmlns:a16="http://schemas.microsoft.com/office/drawing/2014/main" id="{123F45C0-284E-1FC6-A2C2-857210287289}"/>
              </a:ext>
            </a:extLst>
          </p:cNvPr>
          <p:cNvSpPr>
            <a:spLocks xmlns:a="http://schemas.openxmlformats.org/drawingml/2006/main" noGrp="1"/>
          </p:cNvSpPr>
          <p:nvPr/>
        </p:nvSpPr>
        <p:spPr>
          <a:xfrm xmlns:a="http://schemas.openxmlformats.org/drawingml/2006/main" rot="0" flipH="0" flipV="0">
            <a:off x="6096000" y="3178147"/>
            <a:ext cx="3756435" cy="3488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700" b="1" spc="40">
                <a:solidFill>
                  <a:schemeClr val="bg2">
                    <a:lumMod val="25000"/>
                  </a:schemeClr>
                </a:solidFill>
                <a:latin typeface="源ノ角ゴシック JP"/>
                <a:ea typeface="源ノ角ゴシック JP"/>
                <a:cs typeface="源ノ角ゴシック JP"/>
              </a:rPr>
              <a:t>２軸を用いた評価</a:t>
            </a:r>
            <a:endParaRPr sz="1700" b="1" spc="40">
              <a:solidFill>
                <a:schemeClr val="bg2">
                  <a:lumMod val="25000"/>
                </a:schemeClr>
              </a:solidFill>
              <a:latin typeface="源ノ角ゴシック JP"/>
              <a:ea typeface="源ノ角ゴシック JP"/>
              <a:cs typeface="源ノ角ゴシック JP"/>
            </a:endParaRPr>
          </a:p>
        </p:txBody>
      </p:sp>
      <p:sp>
        <p:nvSpPr>
          <p:cNvPr id="9" name="テキスト ボックス 8">
            <a:extLst xmlns:a="http://schemas.openxmlformats.org/drawingml/2006/main">
              <a:ext uri="{FF2B5EF4-FFF2-40B4-BE49-F238E27FC236}">
                <a16:creationId xmlns:a16="http://schemas.microsoft.com/office/drawing/2014/main" id="{26FB4272-A04A-11A2-8E01-F533F9135852}"/>
              </a:ext>
            </a:extLst>
          </p:cNvPr>
          <p:cNvSpPr>
            <a:spLocks xmlns:a="http://schemas.openxmlformats.org/drawingml/2006/main" noGrp="1"/>
          </p:cNvSpPr>
          <p:nvPr/>
        </p:nvSpPr>
        <p:spPr>
          <a:xfrm xmlns:a="http://schemas.openxmlformats.org/drawingml/2006/main" rot="0" flipH="0" flipV="0">
            <a:off x="6110047" y="1480347"/>
            <a:ext cx="2220529" cy="33361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600" spc="40">
                <a:solidFill>
                  <a:schemeClr val="bg2">
                    <a:lumMod val="25000"/>
                  </a:schemeClr>
                </a:solidFill>
                <a:latin typeface="源ノ角ゴシック JP"/>
                <a:ea typeface="源ノ角ゴシック JP"/>
                <a:cs typeface="源ノ角ゴシック JP"/>
              </a:rPr>
              <a:t>比較対象</a:t>
            </a:r>
            <a:endParaRPr sz="1600" spc="40">
              <a:solidFill>
                <a:schemeClr val="bg2">
                  <a:lumMod val="25000"/>
                </a:schemeClr>
              </a:solidFill>
              <a:latin typeface="源ノ角ゴシック JP"/>
              <a:ea typeface="源ノ角ゴシック JP"/>
              <a:cs typeface="源ノ角ゴシック JP"/>
            </a:endParaRPr>
          </a:p>
        </p:txBody>
      </p:sp>
      <p:sp>
        <p:nvSpPr>
          <p:cNvPr id="13" name="角丸四角形 12">
            <a:extLst xmlns:a="http://schemas.openxmlformats.org/drawingml/2006/main">
              <a:ext uri="{FF2B5EF4-FFF2-40B4-BE49-F238E27FC236}">
                <a16:creationId xmlns:a16="http://schemas.microsoft.com/office/drawing/2014/main" id="{8F2F86A2-A677-C37E-BB2F-F3EED9B7FFD5}"/>
              </a:ext>
            </a:extLst>
          </p:cNvPr>
          <p:cNvSpPr>
            <a:spLocks xmlns:a="http://schemas.openxmlformats.org/drawingml/2006/main" noGrp="1"/>
          </p:cNvSpPr>
          <p:nvPr/>
        </p:nvSpPr>
        <p:spPr>
          <a:xfrm xmlns:a="http://schemas.openxmlformats.org/drawingml/2006/main" rot="0" flipH="0" flipV="0">
            <a:off x="6192985" y="1826659"/>
            <a:ext cx="2137591" cy="1002603"/>
          </a:xfrm>
          <a:prstGeom xmlns:a="http://schemas.openxmlformats.org/drawingml/2006/main" prst="roundRect">
            <a:avLst/>
          </a:prstGeom>
          <a:solidFill xmlns:a="http://schemas.openxmlformats.org/drawingml/2006/main">
            <a:schemeClr val="bg1">
              <a:lumMod val="85000"/>
              <a:alpha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テキスト ボックス 9">
            <a:extLst xmlns:a="http://schemas.openxmlformats.org/drawingml/2006/main">
              <a:ext uri="{FF2B5EF4-FFF2-40B4-BE49-F238E27FC236}">
                <a16:creationId xmlns:a16="http://schemas.microsoft.com/office/drawing/2014/main" id="{DF7F7544-0FFB-8D99-21BA-AAEB8A5E56BC}"/>
              </a:ext>
            </a:extLst>
          </p:cNvPr>
          <p:cNvSpPr>
            <a:spLocks xmlns:a="http://schemas.openxmlformats.org/drawingml/2006/main" noGrp="1"/>
          </p:cNvSpPr>
          <p:nvPr/>
        </p:nvSpPr>
        <p:spPr>
          <a:xfrm xmlns:a="http://schemas.openxmlformats.org/drawingml/2006/main" rot="0" flipH="0" flipV="0">
            <a:off x="6272472" y="1909377"/>
            <a:ext cx="1916624" cy="7666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780"/>
              </a:lnSpc>
              <a:buNone/>
            </a:pPr>
            <a:r>
              <a:rPr sz="1500">
                <a:solidFill>
                  <a:srgbClr val="DCD8DC">
                    <a:lumMod val="25000"/>
                  </a:srgbClr>
                </a:solidFill>
                <a:latin typeface="源ノ角ゴシック JP"/>
                <a:ea typeface="源ノ角ゴシック JP"/>
                <a:cs typeface="源ノ角ゴシック JP"/>
              </a:rPr>
              <a:t>・ローソン</a:t>
            </a:r>
            <a:endParaRPr sz="1500">
              <a:solidFill>
                <a:srgbClr val="DCD8DC">
                  <a:lumMod val="25000"/>
                </a:srgbClr>
              </a:solidFill>
              <a:latin typeface="源ノ角ゴシック JP"/>
              <a:ea typeface="源ノ角ゴシック JP"/>
              <a:cs typeface="源ノ角ゴシック JP"/>
            </a:endParaRPr>
          </a:p>
          <a:p xmlns:a="http://schemas.openxmlformats.org/drawingml/2006/main">
            <a:pPr>
              <a:lnSpc>
                <a:spcPts val="2780"/>
              </a:lnSpc>
              <a:buNone/>
            </a:pPr>
            <a:r>
              <a:rPr sz="1500">
                <a:solidFill>
                  <a:srgbClr val="DCD8DC">
                    <a:lumMod val="25000"/>
                  </a:srgbClr>
                </a:solidFill>
                <a:latin typeface="源ノ角ゴシック JP"/>
                <a:ea typeface="源ノ角ゴシック JP"/>
                <a:cs typeface="源ノ角ゴシック JP"/>
              </a:rPr>
              <a:t>・ファミリーマート</a:t>
            </a:r>
            <a:endParaRPr sz="1500">
              <a:solidFill>
                <a:srgbClr val="DCD8DC">
                  <a:lumMod val="25000"/>
                </a:srgbClr>
              </a:solidFill>
              <a:latin typeface="源ノ角ゴシック JP"/>
              <a:ea typeface="源ノ角ゴシック JP"/>
              <a:cs typeface="源ノ角ゴシック JP"/>
            </a:endParaRPr>
          </a:p>
        </p:txBody>
      </p:sp>
      <p:sp>
        <p:nvSpPr>
          <p:cNvPr id="4" name="テキスト ボックス 3">
            <a:extLst xmlns:a="http://schemas.openxmlformats.org/drawingml/2006/main">
              <a:ext uri="{FF2B5EF4-FFF2-40B4-BE49-F238E27FC236}">
                <a16:creationId xmlns:a16="http://schemas.microsoft.com/office/drawing/2014/main" id="{779DA406-B7C4-87B7-019E-F61696B3CC9F}"/>
              </a:ext>
            </a:extLst>
          </p:cNvPr>
          <p:cNvSpPr>
            <a:spLocks xmlns:a="http://schemas.openxmlformats.org/drawingml/2006/main" noGrp="1"/>
          </p:cNvSpPr>
          <p:nvPr/>
        </p:nvSpPr>
        <p:spPr>
          <a:xfrm xmlns:a="http://schemas.openxmlformats.org/drawingml/2006/main" rot="0" flipH="0" flipV="0">
            <a:off x="6096000" y="1130862"/>
            <a:ext cx="4036481" cy="3488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700" b="1" spc="40">
                <a:solidFill>
                  <a:schemeClr val="bg2">
                    <a:lumMod val="25000"/>
                  </a:schemeClr>
                </a:solidFill>
                <a:latin typeface="源ノ角ゴシック JP"/>
                <a:ea typeface="源ノ角ゴシック JP"/>
                <a:cs typeface="源ノ角ゴシック JP"/>
              </a:rPr>
              <a:t>セブンイレブンの「対応」を評価</a:t>
            </a:r>
            <a:endParaRPr sz="1700" b="1" spc="40">
              <a:solidFill>
                <a:schemeClr val="bg2">
                  <a:lumMod val="25000"/>
                </a:schemeClr>
              </a:solidFill>
              <a:latin typeface="源ノ角ゴシック JP"/>
              <a:ea typeface="源ノ角ゴシック JP"/>
              <a:cs typeface="源ノ角ゴシック JP"/>
            </a:endParaRPr>
          </a:p>
        </p:txBody>
      </p:sp>
      <p:sp>
        <p:nvSpPr>
          <p:cNvPr id="18" name="テキスト ボックス 17">
            <a:extLst xmlns:a="http://schemas.openxmlformats.org/drawingml/2006/main">
              <a:ext uri="{FF2B5EF4-FFF2-40B4-BE49-F238E27FC236}">
                <a16:creationId xmlns:a16="http://schemas.microsoft.com/office/drawing/2014/main" id="{FE6C6C62-DF61-E4F2-E852-9F1412947C32}"/>
              </a:ext>
            </a:extLst>
          </p:cNvPr>
          <p:cNvSpPr>
            <a:spLocks xmlns:a="http://schemas.openxmlformats.org/drawingml/2006/main" noGrp="1"/>
          </p:cNvSpPr>
          <p:nvPr/>
        </p:nvSpPr>
        <p:spPr>
          <a:xfrm xmlns:a="http://schemas.openxmlformats.org/drawingml/2006/main" rot="0" flipH="0" flipV="0">
            <a:off x="1352669" y="4514600"/>
            <a:ext cx="2048767" cy="3813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700" b="1">
                <a:solidFill>
                  <a:srgbClr val="C00000"/>
                </a:solidFill>
                <a:latin typeface="源ノ角ゴシック JP"/>
                <a:ea typeface="源ノ角ゴシック JP"/>
                <a:cs typeface="源ノ角ゴシック JP"/>
              </a:rPr>
              <a:t>特定された問題</a:t>
            </a:r>
            <a:endParaRPr sz="1700" b="1">
              <a:solidFill>
                <a:srgbClr val="C00000"/>
              </a:solidFill>
              <a:latin typeface="源ノ角ゴシック JP"/>
              <a:ea typeface="源ノ角ゴシック JP"/>
              <a:cs typeface="源ノ角ゴシック JP"/>
            </a:endParaRPr>
          </a:p>
        </p:txBody>
      </p:sp>
      <p:sp>
        <p:nvSpPr>
          <p:cNvPr id="15" name="角丸四角形 14">
            <a:extLst xmlns:a="http://schemas.openxmlformats.org/drawingml/2006/main">
              <a:ext uri="{FF2B5EF4-FFF2-40B4-BE49-F238E27FC236}">
                <a16:creationId xmlns:a16="http://schemas.microsoft.com/office/drawing/2014/main" id="{68006638-DD77-38FE-8AB7-3CC8AB80DC52}"/>
              </a:ext>
            </a:extLst>
          </p:cNvPr>
          <p:cNvSpPr>
            <a:spLocks xmlns:a="http://schemas.openxmlformats.org/drawingml/2006/main" noGrp="1"/>
          </p:cNvSpPr>
          <p:nvPr/>
        </p:nvSpPr>
        <p:spPr>
          <a:xfrm xmlns:a="http://schemas.openxmlformats.org/drawingml/2006/main" rot="0" flipH="0" flipV="0">
            <a:off x="1439814" y="4897773"/>
            <a:ext cx="9399517" cy="1529907"/>
          </a:xfrm>
          <a:prstGeom xmlns:a="http://schemas.openxmlformats.org/drawingml/2006/main" prst="roundRect">
            <a:avLst/>
          </a:prstGeom>
          <a:solidFill xmlns:a="http://schemas.openxmlformats.org/drawingml/2006/main">
            <a:srgbClr val="CE4D44">
              <a:alpha val="15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テキスト ボックス 6">
            <a:extLst xmlns:a="http://schemas.openxmlformats.org/drawingml/2006/main">
              <a:ext uri="{FF2B5EF4-FFF2-40B4-BE49-F238E27FC236}">
                <a16:creationId xmlns:a16="http://schemas.microsoft.com/office/drawing/2014/main" id="{CD044B6F-1824-C97F-C6DA-0911DC16DE74}"/>
              </a:ext>
            </a:extLst>
          </p:cNvPr>
          <p:cNvSpPr>
            <a:spLocks xmlns:a="http://schemas.openxmlformats.org/drawingml/2006/main" noGrp="1"/>
          </p:cNvSpPr>
          <p:nvPr/>
        </p:nvSpPr>
        <p:spPr>
          <a:xfrm xmlns:a="http://schemas.openxmlformats.org/drawingml/2006/main" rot="0" flipH="0" flipV="0">
            <a:off x="1597921" y="5022664"/>
            <a:ext cx="9018417" cy="119930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980"/>
              </a:lnSpc>
              <a:buNone/>
            </a:pPr>
            <a:r>
              <a:rPr sz="1550" spc="30">
                <a:solidFill>
                  <a:srgbClr val="DCD8DC">
                    <a:lumMod val="25000"/>
                  </a:srgbClr>
                </a:solidFill>
                <a:latin typeface="源ノ角ゴシック JP"/>
                <a:ea typeface="源ノ角ゴシック JP"/>
                <a:cs typeface="源ノ角ゴシック JP"/>
              </a:rPr>
              <a:t>・男女</a:t>
            </a:r>
            <a:r>
              <a:rPr sz="1550" spc="30">
                <a:solidFill>
                  <a:srgbClr val="DCD8DC">
                    <a:lumMod val="25000"/>
                  </a:srgbClr>
                </a:solidFill>
                <a:latin typeface="源ノ角ゴシック JP"/>
                <a:ea typeface="源ノ角ゴシック JP"/>
                <a:cs typeface="源ノ角ゴシック JP"/>
              </a:rPr>
              <a:t>20-30</a:t>
            </a:r>
            <a:r>
              <a:rPr sz="1550" spc="30">
                <a:solidFill>
                  <a:srgbClr val="DCD8DC">
                    <a:lumMod val="25000"/>
                  </a:srgbClr>
                </a:solidFill>
                <a:latin typeface="源ノ角ゴシック JP"/>
                <a:ea typeface="源ノ角ゴシック JP"/>
                <a:cs typeface="源ノ角ゴシック JP"/>
              </a:rPr>
              <a:t>代を中心に、「栄養バランスを</a:t>
            </a:r>
            <a:r>
              <a:rPr sz="1550" spc="30">
                <a:solidFill>
                  <a:srgbClr val="599975"/>
                </a:solidFill>
                <a:latin typeface="源ノ角ゴシック JP"/>
                <a:ea typeface="源ノ角ゴシック JP"/>
                <a:cs typeface="源ノ角ゴシック JP"/>
              </a:rPr>
              <a:t>調整したい</a:t>
            </a:r>
            <a:r>
              <a:rPr sz="1550" spc="30">
                <a:solidFill>
                  <a:srgbClr val="DCD8DC">
                    <a:lumMod val="25000"/>
                  </a:srgbClr>
                </a:solidFill>
                <a:latin typeface="源ノ角ゴシック JP"/>
                <a:ea typeface="源ノ角ゴシック JP"/>
                <a:cs typeface="源ノ角ゴシック JP"/>
              </a:rPr>
              <a:t>」ニーズに対する「対応」の</a:t>
            </a:r>
            <a:r>
              <a:rPr sz="1550" u="sng" spc="30">
                <a:solidFill>
                  <a:srgbClr val="DCD8DC">
                    <a:lumMod val="25000"/>
                  </a:srgbClr>
                </a:solidFill>
                <a:latin typeface="源ノ角ゴシック JP"/>
                <a:ea typeface="源ノ角ゴシック JP"/>
                <a:cs typeface="源ノ角ゴシック JP"/>
              </a:rPr>
              <a:t>適切さが低い</a:t>
            </a:r>
            <a:endParaRPr sz="1550" u="sng" spc="30">
              <a:solidFill>
                <a:srgbClr val="DCD8DC">
                  <a:lumMod val="25000"/>
                </a:srgbClr>
              </a:solidFill>
              <a:latin typeface="源ノ角ゴシック JP"/>
              <a:ea typeface="源ノ角ゴシック JP"/>
              <a:cs typeface="源ノ角ゴシック JP"/>
            </a:endParaRPr>
          </a:p>
          <a:p xmlns:a="http://schemas.openxmlformats.org/drawingml/2006/main">
            <a:pPr>
              <a:lnSpc>
                <a:spcPts val="2980"/>
              </a:lnSpc>
              <a:buNone/>
            </a:pPr>
            <a:r>
              <a:rPr sz="1550" spc="30">
                <a:solidFill>
                  <a:srgbClr val="DCD8DC">
                    <a:lumMod val="25000"/>
                  </a:srgbClr>
                </a:solidFill>
                <a:latin typeface="源ノ角ゴシック JP"/>
                <a:ea typeface="源ノ角ゴシック JP"/>
                <a:cs typeface="源ノ角ゴシック JP"/>
              </a:rPr>
              <a:t>・男性</a:t>
            </a:r>
            <a:r>
              <a:rPr sz="1550" spc="30">
                <a:solidFill>
                  <a:srgbClr val="DCD8DC">
                    <a:lumMod val="25000"/>
                  </a:srgbClr>
                </a:solidFill>
                <a:latin typeface="源ノ角ゴシック JP"/>
                <a:ea typeface="源ノ角ゴシック JP"/>
                <a:cs typeface="源ノ角ゴシック JP"/>
              </a:rPr>
              <a:t>20-30</a:t>
            </a:r>
            <a:r>
              <a:rPr sz="1550" spc="30">
                <a:solidFill>
                  <a:srgbClr val="DCD8DC">
                    <a:lumMod val="25000"/>
                  </a:srgbClr>
                </a:solidFill>
                <a:latin typeface="源ノ角ゴシック JP"/>
                <a:ea typeface="源ノ角ゴシック JP"/>
                <a:cs typeface="源ノ角ゴシック JP"/>
              </a:rPr>
              <a:t>代において、「エネルギーを</a:t>
            </a:r>
            <a:r>
              <a:rPr sz="1550" spc="30">
                <a:solidFill>
                  <a:srgbClr val="CE4D44"/>
                </a:solidFill>
                <a:latin typeface="源ノ角ゴシック JP"/>
                <a:ea typeface="源ノ角ゴシック JP"/>
                <a:cs typeface="源ノ角ゴシック JP"/>
              </a:rPr>
              <a:t>減らしたい</a:t>
            </a:r>
            <a:r>
              <a:rPr sz="1550" spc="30">
                <a:solidFill>
                  <a:srgbClr val="DCD8DC">
                    <a:lumMod val="25000"/>
                  </a:srgbClr>
                </a:solidFill>
                <a:latin typeface="源ノ角ゴシック JP"/>
                <a:ea typeface="源ノ角ゴシック JP"/>
                <a:cs typeface="源ノ角ゴシック JP"/>
              </a:rPr>
              <a:t>」ニーズに対する「対応」の</a:t>
            </a:r>
            <a:r>
              <a:rPr sz="1550" u="sng" spc="30">
                <a:solidFill>
                  <a:srgbClr val="DCD8DC">
                    <a:lumMod val="25000"/>
                  </a:srgbClr>
                </a:solidFill>
                <a:latin typeface="源ノ角ゴシック JP"/>
                <a:ea typeface="源ノ角ゴシック JP"/>
                <a:cs typeface="源ノ角ゴシック JP"/>
              </a:rPr>
              <a:t>適切さが低い</a:t>
            </a:r>
            <a:endParaRPr sz="1550" u="sng" spc="30">
              <a:solidFill>
                <a:srgbClr val="DCD8DC">
                  <a:lumMod val="25000"/>
                </a:srgbClr>
              </a:solidFill>
              <a:latin typeface="源ノ角ゴシック JP"/>
              <a:ea typeface="源ノ角ゴシック JP"/>
              <a:cs typeface="源ノ角ゴシック JP"/>
            </a:endParaRPr>
          </a:p>
          <a:p xmlns:a="http://schemas.openxmlformats.org/drawingml/2006/main">
            <a:pPr>
              <a:lnSpc>
                <a:spcPts val="2980"/>
              </a:lnSpc>
              <a:buNone/>
            </a:pPr>
            <a:r>
              <a:rPr sz="1550" spc="30">
                <a:solidFill>
                  <a:srgbClr val="DCD8DC">
                    <a:lumMod val="25000"/>
                  </a:srgbClr>
                </a:solidFill>
                <a:latin typeface="源ノ角ゴシック JP"/>
                <a:ea typeface="源ノ角ゴシック JP"/>
                <a:cs typeface="源ノ角ゴシック JP"/>
              </a:rPr>
              <a:t>・属性を問わず、「脂質を</a:t>
            </a:r>
            <a:r>
              <a:rPr sz="1550" spc="30">
                <a:solidFill>
                  <a:srgbClr val="CE4D44"/>
                </a:solidFill>
                <a:latin typeface="源ノ角ゴシック JP"/>
                <a:ea typeface="源ノ角ゴシック JP"/>
                <a:cs typeface="源ノ角ゴシック JP"/>
              </a:rPr>
              <a:t>減らしたい</a:t>
            </a:r>
            <a:r>
              <a:rPr sz="1550" spc="30">
                <a:solidFill>
                  <a:srgbClr val="DCD8DC">
                    <a:lumMod val="25000"/>
                  </a:srgbClr>
                </a:solidFill>
                <a:latin typeface="源ノ角ゴシック JP"/>
                <a:ea typeface="源ノ角ゴシック JP"/>
                <a:cs typeface="源ノ角ゴシック JP"/>
              </a:rPr>
              <a:t>」ニーズに対する「対応」の</a:t>
            </a:r>
            <a:r>
              <a:rPr sz="1550" u="sng" spc="30">
                <a:solidFill>
                  <a:srgbClr val="DCD8DC">
                    <a:lumMod val="25000"/>
                  </a:srgbClr>
                </a:solidFill>
                <a:latin typeface="源ノ角ゴシック JP"/>
                <a:ea typeface="源ノ角ゴシック JP"/>
                <a:cs typeface="源ノ角ゴシック JP"/>
              </a:rPr>
              <a:t>実施量が不十分である</a:t>
            </a:r>
            <a:endParaRPr sz="1550" u="sng" spc="30">
              <a:solidFill>
                <a:srgbClr val="DCD8DC">
                  <a:lumMod val="25000"/>
                </a:srgbClr>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298790984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テキスト ボックス 3">
            <a:extLst xmlns:a="http://schemas.openxmlformats.org/drawingml/2006/main">
              <a:ext uri="{FF2B5EF4-FFF2-40B4-BE49-F238E27FC236}">
                <a16:creationId xmlns:a16="http://schemas.microsoft.com/office/drawing/2014/main" id="{5B9F172A-80D8-A2B6-50C3-6FA13A7A5CA6}"/>
              </a:ext>
            </a:extLst>
          </p:cNvPr>
          <p:cNvSpPr>
            <a:spLocks xmlns:a="http://schemas.openxmlformats.org/drawingml/2006/main" noGrp="1"/>
          </p:cNvSpPr>
          <p:nvPr/>
        </p:nvSpPr>
        <p:spPr>
          <a:xfrm xmlns:a="http://schemas.openxmlformats.org/drawingml/2006/main">
            <a:off x="223842" y="485067"/>
            <a:ext cx="9137328" cy="507619"/>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sz="2200" b="1" spc="50">
                <a:solidFill>
                  <a:srgbClr val="42557A"/>
                </a:solidFill>
                <a:latin typeface="源ノ角ゴシック JP"/>
                <a:ea typeface="源ノ角ゴシック JP"/>
                <a:cs typeface="源ノ角ゴシック JP"/>
              </a:rPr>
              <a:t>セブンイレブンでは、脂質への「対応」の実施量が不十分である</a:t>
            </a:r>
            <a:endParaRPr sz="2200" b="1" spc="50">
              <a:solidFill>
                <a:srgbClr val="42557A"/>
              </a:solidFill>
              <a:latin typeface="源ノ角ゴシック JP"/>
              <a:ea typeface="源ノ角ゴシック JP"/>
              <a:cs typeface="源ノ角ゴシック JP"/>
            </a:endParaRPr>
          </a:p>
        </p:txBody>
      </p:sp>
      <p:sp>
        <p:nvSpPr>
          <p:cNvPr id="3" name="テキスト ボックス 2">
            <a:extLst xmlns:a="http://schemas.openxmlformats.org/drawingml/2006/main">
              <a:ext uri="{FF2B5EF4-FFF2-40B4-BE49-F238E27FC236}">
                <a16:creationId xmlns:a16="http://schemas.microsoft.com/office/drawing/2014/main" id="{21E7E7FC-0A8F-EA79-F797-2A481B803FA8}"/>
              </a:ext>
            </a:extLst>
          </p:cNvPr>
          <p:cNvSpPr>
            <a:spLocks xmlns:a="http://schemas.openxmlformats.org/drawingml/2006/main" noGrp="1"/>
          </p:cNvSpPr>
          <p:nvPr/>
        </p:nvSpPr>
        <p:spPr>
          <a:xfrm xmlns:a="http://schemas.openxmlformats.org/drawingml/2006/main" rot="0" flipH="0" flipV="0">
            <a:off x="7694225" y="2173203"/>
            <a:ext cx="4291886" cy="697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z="1450" spc="20">
                <a:solidFill>
                  <a:srgbClr val="DCD8DC">
                    <a:lumMod val="25000"/>
                  </a:srgbClr>
                </a:solidFill>
                <a:latin typeface="源ノ角ゴシック JP"/>
                <a:ea typeface="源ノ角ゴシック JP"/>
                <a:cs typeface="源ノ角ゴシック JP"/>
              </a:rPr>
              <a:t>「対応」に該当する商品数に基づき、</a:t>
            </a:r>
            <a:endParaRPr sz="1450" spc="20">
              <a:solidFill>
                <a:srgbClr val="DCD8DC">
                  <a:lumMod val="25000"/>
                </a:srgbClr>
              </a:solidFill>
              <a:latin typeface="源ノ角ゴシック JP"/>
              <a:ea typeface="源ノ角ゴシック JP"/>
              <a:cs typeface="源ノ角ゴシック JP"/>
            </a:endParaRPr>
          </a:p>
          <a:p xmlns:a="http://schemas.openxmlformats.org/drawingml/2006/main">
            <a:pPr>
              <a:lnSpc>
                <a:spcPts val="2480"/>
              </a:lnSpc>
              <a:buNone/>
            </a:pPr>
            <a:r>
              <a:rPr sz="1450" spc="20">
                <a:solidFill>
                  <a:srgbClr val="DCD8DC">
                    <a:lumMod val="25000"/>
                  </a:srgbClr>
                </a:solidFill>
                <a:latin typeface="源ノ角ゴシック JP"/>
                <a:ea typeface="源ノ角ゴシック JP"/>
                <a:cs typeface="源ノ角ゴシック JP"/>
              </a:rPr>
              <a:t>  </a:t>
            </a:r>
            <a:r>
              <a:rPr sz="1450" spc="20">
                <a:solidFill>
                  <a:srgbClr val="DCD8DC">
                    <a:lumMod val="25000"/>
                  </a:srgbClr>
                </a:solidFill>
                <a:latin typeface="源ノ角ゴシック JP"/>
                <a:ea typeface="源ノ角ゴシック JP"/>
                <a:cs typeface="源ノ角ゴシック JP"/>
              </a:rPr>
              <a:t>実施量を（</a:t>
            </a:r>
            <a:r>
              <a:rPr sz="1450" spc="20">
                <a:solidFill>
                  <a:srgbClr val="DCD8DC">
                    <a:lumMod val="25000"/>
                  </a:srgbClr>
                </a:solidFill>
                <a:latin typeface="源ノ角ゴシック JP"/>
                <a:ea typeface="源ノ角ゴシック JP"/>
                <a:cs typeface="源ノ角ゴシック JP"/>
              </a:rPr>
              <a:t> </a:t>
            </a:r>
            <a:r>
              <a:rPr sz="1450" spc="20">
                <a:solidFill>
                  <a:srgbClr val="599975"/>
                </a:solidFill>
                <a:latin typeface="源ノ角ゴシック JP"/>
                <a:ea typeface="源ノ角ゴシック JP"/>
                <a:cs typeface="源ノ角ゴシック JP"/>
              </a:rPr>
              <a:t>十分</a:t>
            </a:r>
            <a:r>
              <a:rPr sz="1450" spc="20">
                <a:solidFill>
                  <a:srgbClr val="DCD8DC">
                    <a:lumMod val="25000"/>
                  </a:srgbClr>
                </a:solidFill>
                <a:latin typeface="源ノ角ゴシック JP"/>
                <a:ea typeface="源ノ角ゴシック JP"/>
                <a:cs typeface="源ノ角ゴシック JP"/>
              </a:rPr>
              <a:t> / </a:t>
            </a:r>
            <a:r>
              <a:rPr sz="1450" spc="20">
                <a:solidFill>
                  <a:srgbClr val="E27A1C"/>
                </a:solidFill>
                <a:latin typeface="源ノ角ゴシック JP"/>
                <a:ea typeface="源ノ角ゴシック JP"/>
                <a:cs typeface="源ノ角ゴシック JP"/>
              </a:rPr>
              <a:t>中程度</a:t>
            </a:r>
            <a:r>
              <a:rPr sz="1450" spc="20">
                <a:solidFill>
                  <a:srgbClr val="E27A1C"/>
                </a:solidFill>
                <a:latin typeface="源ノ角ゴシック JP"/>
                <a:ea typeface="源ノ角ゴシック JP"/>
                <a:cs typeface="源ノ角ゴシック JP"/>
              </a:rPr>
              <a:t> </a:t>
            </a:r>
            <a:r>
              <a:rPr sz="1450" spc="20">
                <a:solidFill>
                  <a:srgbClr val="DCD8DC">
                    <a:lumMod val="25000"/>
                  </a:srgbClr>
                </a:solidFill>
                <a:latin typeface="源ノ角ゴシック JP"/>
                <a:ea typeface="源ノ角ゴシック JP"/>
                <a:cs typeface="源ノ角ゴシック JP"/>
              </a:rPr>
              <a:t>/ </a:t>
            </a:r>
            <a:r>
              <a:rPr sz="1450" spc="20">
                <a:solidFill>
                  <a:srgbClr val="CE4D44"/>
                </a:solidFill>
                <a:latin typeface="源ノ角ゴシック JP"/>
                <a:ea typeface="源ノ角ゴシック JP"/>
                <a:cs typeface="源ノ角ゴシック JP"/>
              </a:rPr>
              <a:t>不十分</a:t>
            </a:r>
            <a:r>
              <a:rPr sz="1450" spc="20">
                <a:solidFill>
                  <a:srgbClr val="DCD8DC">
                    <a:lumMod val="25000"/>
                  </a:srgbClr>
                </a:solidFill>
                <a:latin typeface="源ノ角ゴシック JP"/>
                <a:ea typeface="源ノ角ゴシック JP"/>
                <a:cs typeface="源ノ角ゴシック JP"/>
              </a:rPr>
              <a:t> </a:t>
            </a:r>
            <a:r>
              <a:rPr sz="1450" spc="20">
                <a:solidFill>
                  <a:srgbClr val="DCD8DC">
                    <a:lumMod val="25000"/>
                  </a:srgbClr>
                </a:solidFill>
                <a:latin typeface="源ノ角ゴシック JP"/>
                <a:ea typeface="源ノ角ゴシック JP"/>
                <a:cs typeface="源ノ角ゴシック JP"/>
              </a:rPr>
              <a:t>）で評価した</a:t>
            </a:r>
            <a:endParaRPr sz="1450" spc="20">
              <a:solidFill>
                <a:srgbClr val="DCD8DC">
                  <a:lumMod val="25000"/>
                </a:srgbClr>
              </a:solidFill>
              <a:latin typeface="源ノ角ゴシック JP"/>
              <a:ea typeface="源ノ角ゴシック JP"/>
              <a:cs typeface="源ノ角ゴシック JP"/>
            </a:endParaRPr>
          </a:p>
        </p:txBody>
      </p:sp>
      <p:sp>
        <p:nvSpPr>
          <p:cNvPr id="14" name="テキスト ボックス 13">
            <a:extLst xmlns:a="http://schemas.openxmlformats.org/drawingml/2006/main">
              <a:ext uri="{FF2B5EF4-FFF2-40B4-BE49-F238E27FC236}">
                <a16:creationId xmlns:a16="http://schemas.microsoft.com/office/drawing/2014/main" id="{C2E7253C-0F15-EE18-B457-EDB9CF27B8AD}"/>
              </a:ext>
            </a:extLst>
          </p:cNvPr>
          <p:cNvSpPr>
            <a:spLocks xmlns:a="http://schemas.openxmlformats.org/drawingml/2006/main" noGrp="1"/>
          </p:cNvSpPr>
          <p:nvPr/>
        </p:nvSpPr>
        <p:spPr>
          <a:xfrm xmlns:a="http://schemas.openxmlformats.org/drawingml/2006/main" rot="0" flipH="0" flipV="0">
            <a:off x="7797434" y="3065943"/>
            <a:ext cx="2098782" cy="105362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580"/>
              </a:lnSpc>
              <a:buNone/>
            </a:pPr>
            <a:r>
              <a:rPr sz="1450" spc="20">
                <a:solidFill>
                  <a:srgbClr val="599975"/>
                </a:solidFill>
                <a:latin typeface="源ノ角ゴシック JP"/>
                <a:ea typeface="源ノ角ゴシック JP"/>
                <a:cs typeface="源ノ角ゴシック JP"/>
              </a:rPr>
              <a:t>十分</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25</a:t>
            </a:r>
            <a:r>
              <a:rPr sz="1450" spc="20">
                <a:solidFill>
                  <a:srgbClr val="DCD8DC">
                    <a:lumMod val="25000"/>
                  </a:srgbClr>
                </a:solidFill>
                <a:latin typeface="源ノ角ゴシック JP"/>
                <a:ea typeface="源ノ角ゴシック JP"/>
                <a:cs typeface="源ノ角ゴシック JP"/>
              </a:rPr>
              <a:t>商品以上</a:t>
            </a:r>
            <a:endParaRPr sz="1450" spc="20">
              <a:solidFill>
                <a:srgbClr val="DCD8DC">
                  <a:lumMod val="25000"/>
                </a:srgbClr>
              </a:solidFill>
              <a:latin typeface="源ノ角ゴシック JP"/>
              <a:ea typeface="源ノ角ゴシック JP"/>
              <a:cs typeface="源ノ角ゴシック JP"/>
            </a:endParaRPr>
          </a:p>
          <a:p xmlns:a="http://schemas.openxmlformats.org/drawingml/2006/main">
            <a:pPr>
              <a:lnSpc>
                <a:spcPts val="2580"/>
              </a:lnSpc>
              <a:buNone/>
            </a:pPr>
            <a:r>
              <a:rPr sz="1450" spc="20">
                <a:solidFill>
                  <a:srgbClr val="E27A1C"/>
                </a:solidFill>
                <a:latin typeface="源ノ角ゴシック JP"/>
                <a:ea typeface="源ノ角ゴシック JP"/>
                <a:cs typeface="源ノ角ゴシック JP"/>
              </a:rPr>
              <a:t>中程度</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10–24</a:t>
            </a:r>
            <a:r>
              <a:rPr sz="1450" spc="20">
                <a:solidFill>
                  <a:srgbClr val="DCD8DC">
                    <a:lumMod val="25000"/>
                  </a:srgbClr>
                </a:solidFill>
                <a:latin typeface="源ノ角ゴシック JP"/>
                <a:ea typeface="源ノ角ゴシック JP"/>
                <a:cs typeface="源ノ角ゴシック JP"/>
              </a:rPr>
              <a:t>商品</a:t>
            </a:r>
            <a:endParaRPr sz="1450" spc="20">
              <a:solidFill>
                <a:srgbClr val="DCD8DC">
                  <a:lumMod val="25000"/>
                </a:srgbClr>
              </a:solidFill>
              <a:latin typeface="源ノ角ゴシック JP"/>
              <a:ea typeface="源ノ角ゴシック JP"/>
              <a:cs typeface="源ノ角ゴシック JP"/>
            </a:endParaRPr>
          </a:p>
          <a:p xmlns:a="http://schemas.openxmlformats.org/drawingml/2006/main">
            <a:pPr>
              <a:lnSpc>
                <a:spcPts val="2580"/>
              </a:lnSpc>
              <a:buNone/>
            </a:pPr>
            <a:r>
              <a:rPr sz="1450" spc="20">
                <a:solidFill>
                  <a:srgbClr val="CE4D44"/>
                </a:solidFill>
                <a:latin typeface="源ノ角ゴシック JP"/>
                <a:ea typeface="源ノ角ゴシック JP"/>
                <a:cs typeface="源ノ角ゴシック JP"/>
              </a:rPr>
              <a:t>不十分</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0–9</a:t>
            </a:r>
            <a:r>
              <a:rPr sz="1450" spc="20">
                <a:solidFill>
                  <a:srgbClr val="DCD8DC">
                    <a:lumMod val="25000"/>
                  </a:srgbClr>
                </a:solidFill>
                <a:latin typeface="源ノ角ゴシック JP"/>
                <a:ea typeface="源ノ角ゴシック JP"/>
                <a:cs typeface="源ノ角ゴシック JP"/>
              </a:rPr>
              <a:t>商品</a:t>
            </a:r>
            <a:endParaRPr sz="1450" spc="20">
              <a:solidFill>
                <a:srgbClr val="DCD8DC">
                  <a:lumMod val="25000"/>
                </a:srgbClr>
              </a:solidFill>
              <a:latin typeface="源ノ角ゴシック JP"/>
              <a:ea typeface="源ノ角ゴシック JP"/>
              <a:cs typeface="源ノ角ゴシック JP"/>
            </a:endParaRPr>
          </a:p>
        </p:txBody>
      </p:sp>
      <p:graphicFrame>
        <p:nvGraphicFramePr>
          <p:cNvPr id="38" name="表 21"/>
          <p:cNvGraphicFramePr/>
          <p:nvPr/>
        </p:nvGraphicFramePr>
        <p:xfrm>
          <a:off xmlns:a="http://schemas.openxmlformats.org/drawingml/2006/main" x="502192" y="1507363"/>
          <a:ext xmlns:a="http://schemas.openxmlformats.org/drawingml/2006/main" cx="6984000" cy="4716000"/>
        </p:xfrm>
        <a:graphic xmlns:a="http://schemas.openxmlformats.org/drawingml/2006/main">
          <a:graphicData uri="http://schemas.openxmlformats.org/drawingml/2006/table">
            <a:tbl>
              <a:tblPr>
                <a:tableStyleId>{91EBBBCC-DAD2-459C-BE2E-F6DE35CF9A28}</a:tableStyleId>
              </a:tblPr>
              <a:tblGrid>
                <a:gridCol w="2736000"/>
                <a:gridCol w="2736000"/>
                <a:gridCol w="1512000"/>
              </a:tblGrid>
              <a:tr h="684000">
                <a:tc>
                  <a:txBody>
                    <a:bodyPr/>
                    <a:lstStyle/>
                    <a:p>
                      <a:pPr marL="0" marR="0" lvl="0" indent="0" algn="l" defTabSz="914400">
                        <a:lnSpc>
                          <a:spcPts val="2140"/>
                        </a:lnSpc>
                        <a:spcBef>
                          <a:spcPts val="0"/>
                        </a:spcBef>
                        <a:spcAft>
                          <a:spcPts val="0"/>
                        </a:spcAft>
                        <a:buClrTx/>
                        <a:buSzTx/>
                        <a:buFontTx/>
                        <a:buNone/>
                      </a:pPr>
                      <a:r>
                        <a:rPr sz="1300">
                          <a:solidFill>
                            <a:schemeClr val="tx1">
                              <a:lumMod val="85000"/>
                              <a:lumOff val="15000"/>
                            </a:schemeClr>
                          </a:solidFill>
                          <a:latin typeface="Source Han Sans JP"/>
                          <a:ea typeface="Source Han Sans JP"/>
                          <a:cs typeface="Source Han Sans JP"/>
                        </a:rPr>
                        <a:t>栄養バランスを調整したい</a:t>
                      </a:r>
                      <a:endParaRPr sz="1300">
                        <a:solidFill>
                          <a:schemeClr val="tx1">
                            <a:lumMod val="85000"/>
                            <a:lumOff val="15000"/>
                          </a:schemeClr>
                        </a:solidFill>
                        <a:latin typeface="Source Han Sans JP"/>
                        <a:ea typeface="Source Han Sans JP"/>
                        <a:cs typeface="Source Han Sans JP"/>
                      </a:endParaRPr>
                    </a:p>
                  </a:txBody>
                  <a:tcPr marL="91440" marR="91440" marT="46800" marB="45720" anchor="ctr">
                    <a:lnL w="1270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l" defTabSz="914400">
                        <a:lnSpc>
                          <a:spcPts val="2140"/>
                        </a:lnSpc>
                        <a:spcBef>
                          <a:spcPts val="0"/>
                        </a:spcBef>
                        <a:spcAft>
                          <a:spcPts val="0"/>
                        </a:spcAft>
                        <a:buClrTx/>
                        <a:buSzTx/>
                        <a:buFontTx/>
                        <a:buNone/>
                      </a:pPr>
                      <a:r>
                        <a:rPr sz="1300">
                          <a:solidFill>
                            <a:schemeClr val="tx1">
                              <a:lumMod val="85000"/>
                              <a:lumOff val="15000"/>
                            </a:schemeClr>
                          </a:solidFill>
                          <a:latin typeface="Source Han Sans JP"/>
                          <a:ea typeface="Source Han Sans JP"/>
                          <a:cs typeface="Source Han Sans JP"/>
                        </a:rPr>
                        <a:t>エネルギーを減らしたい</a:t>
                      </a:r>
                      <a:endParaRPr sz="13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l" defTabSz="914400">
                        <a:lnSpc>
                          <a:spcPts val="2140"/>
                        </a:lnSpc>
                        <a:spcBef>
                          <a:spcPts val="0"/>
                        </a:spcBef>
                        <a:spcAft>
                          <a:spcPts val="0"/>
                        </a:spcAft>
                        <a:buClrTx/>
                        <a:buSzTx/>
                        <a:buFontTx/>
                        <a:buNone/>
                      </a:pPr>
                      <a:r>
                        <a:rPr sz="1300">
                          <a:solidFill>
                            <a:schemeClr val="tx1">
                              <a:lumMod val="85000"/>
                              <a:lumOff val="15000"/>
                            </a:schemeClr>
                          </a:solidFill>
                          <a:latin typeface="Source Han Sans JP"/>
                          <a:ea typeface="Source Han Sans JP"/>
                          <a:cs typeface="Source Han Sans JP"/>
                        </a:rPr>
                        <a:t>脂質を減らしたい</a:t>
                      </a:r>
                      <a:endParaRPr sz="13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12700" cmpd="sng">
                      <a:solidFill>
                        <a:schemeClr val="tx1">
                          <a:lumMod val="50000"/>
                          <a:lumOff val="50000"/>
                        </a:schemeClr>
                      </a:solidFill>
                      <a:prstDash val="solid"/>
                    </a:lnR>
                    <a:lnT w="12700" cmpd="sng">
                      <a:solidFill>
                        <a:schemeClr val="tx1">
                          <a:lumMod val="50000"/>
                          <a:lumOff val="50000"/>
                        </a:schemeClr>
                      </a:solidFill>
                      <a:prstDash val="solid"/>
                    </a:lnT>
                    <a:lnB w="9525" cmpd="sng">
                      <a:solidFill>
                        <a:srgbClr val="BA453C"/>
                      </a:solidFill>
                      <a:prstDash val="solid"/>
                    </a:lnB>
                    <a:solidFill>
                      <a:srgbClr val="F5EDE9"/>
                    </a:solidFill>
                  </a:tcPr>
                </a:tc>
              </a:tr>
              <a:tr h="684000">
                <a:tc>
                  <a:txBody>
                    <a:bodyPr/>
                    <a:lstStyle/>
                    <a:p>
                      <a:pPr marL="0" marR="0" lvl="0" indent="0" algn="l" defTabSz="914400">
                        <a:lnSpc>
                          <a:spcPts val="2040"/>
                        </a:lnSpc>
                        <a:spcBef>
                          <a:spcPts val="0"/>
                        </a:spcBef>
                        <a:spcAft>
                          <a:spcPts val="0"/>
                        </a:spcAft>
                        <a:buClrTx/>
                        <a:buSzTx/>
                        <a:buFontTx/>
                        <a:buNone/>
                      </a:pPr>
                      <a:r>
                        <a:rPr sz="1300" b="0" i="0" u="none" cap="none" spc="0">
                          <a:ln>
                            <a:noFill/>
                          </a:ln>
                          <a:solidFill>
                            <a:srgbClr val="599975"/>
                          </a:solidFill>
                          <a:latin typeface="Source Han Sans JP"/>
                          <a:ea typeface="Source Han Sans JP"/>
                          <a:cs typeface="Source Han Sans JP"/>
                        </a:rPr>
                        <a:t>商品数：</a:t>
                      </a:r>
                      <a:r>
                        <a:rPr sz="1300" b="0" i="0" u="none" cap="none" spc="0">
                          <a:ln>
                            <a:noFill/>
                          </a:ln>
                          <a:solidFill>
                            <a:srgbClr val="599975"/>
                          </a:solidFill>
                          <a:latin typeface="Source Han Sans JP"/>
                          <a:ea typeface="Source Han Sans JP"/>
                          <a:cs typeface="Source Han Sans JP"/>
                        </a:rPr>
                        <a:t>25</a:t>
                      </a:r>
                      <a:br/>
                      <a:r>
                        <a:rPr sz="1300" b="0" i="0" u="none" cap="none" spc="0">
                          <a:ln>
                            <a:noFill/>
                          </a:ln>
                          <a:solidFill>
                            <a:srgbClr val="599975"/>
                          </a:solidFill>
                          <a:latin typeface="Source Han Sans JP"/>
                          <a:ea typeface="Source Han Sans JP"/>
                          <a:cs typeface="Source Han Sans JP"/>
                        </a:rPr>
                        <a:t>十分</a:t>
                      </a:r>
                      <a:endParaRPr sz="1300" b="0" i="0" u="none" kern="1200" cap="none" spc="0" baseline="0">
                        <a:ln>
                          <a:noFill/>
                        </a:ln>
                        <a:solidFill>
                          <a:srgbClr val="599975"/>
                        </a:solidFill>
                        <a:latin typeface="Source Han Sans JP"/>
                        <a:ea typeface="Source Han Sans JP"/>
                        <a:cs typeface="Source Han Sans JP"/>
                      </a:endParaRPr>
                    </a:p>
                  </a:txBody>
                  <a:tcPr marL="91440" marR="91440" marT="45720" marB="45720" anchor="ctr">
                    <a:lnL w="12700" cmpd="sng">
                      <a:solidFill>
                        <a:schemeClr val="tx1">
                          <a:lumMod val="50000"/>
                          <a:lumOff val="50000"/>
                        </a:schemeClr>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635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300" b="0" i="0" u="none" cap="none" spc="0">
                          <a:ln>
                            <a:noFill/>
                          </a:ln>
                          <a:solidFill>
                            <a:srgbClr val="E27A1C"/>
                          </a:solidFill>
                          <a:latin typeface="Source Han Sans JP"/>
                          <a:ea typeface="Source Han Sans JP"/>
                          <a:cs typeface="Source Han Sans JP"/>
                        </a:rPr>
                        <a:t>商品数：</a:t>
                      </a:r>
                      <a:r>
                        <a:rPr sz="1300" b="0" i="0" u="none" cap="none" spc="0">
                          <a:ln>
                            <a:noFill/>
                          </a:ln>
                          <a:solidFill>
                            <a:srgbClr val="E27A1C"/>
                          </a:solidFill>
                          <a:latin typeface="Source Han Sans JP"/>
                          <a:ea typeface="Source Han Sans JP"/>
                          <a:cs typeface="Source Han Sans JP"/>
                        </a:rPr>
                        <a:t>20</a:t>
                      </a:r>
                      <a:br/>
                      <a:r>
                        <a:rPr sz="1300" b="0" i="0" u="none" cap="none" spc="0">
                          <a:ln>
                            <a:noFill/>
                          </a:ln>
                          <a:solidFill>
                            <a:srgbClr val="E27A1C"/>
                          </a:solidFill>
                          <a:latin typeface="Source Han Sans JP"/>
                          <a:ea typeface="Source Han Sans JP"/>
                          <a:cs typeface="Source Han Sans JP"/>
                        </a:rPr>
                        <a:t>中程度</a:t>
                      </a:r>
                      <a:endParaRPr sz="13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9525" cmpd="sng">
                      <a:solidFill>
                        <a:srgbClr val="BA453C"/>
                      </a:solidFill>
                      <a:prstDash val="solid"/>
                    </a:lnR>
                    <a:lnT w="6350" cmpd="sng">
                      <a:solidFill>
                        <a:schemeClr val="tx1">
                          <a:lumMod val="50000"/>
                          <a:lumOff val="50000"/>
                        </a:schemeClr>
                      </a:solidFill>
                      <a:prstDash val="solid"/>
                    </a:lnT>
                    <a:lnB w="635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300" b="0" i="0" u="none" cap="none" spc="0">
                          <a:ln>
                            <a:noFill/>
                          </a:ln>
                          <a:solidFill>
                            <a:srgbClr val="CE4D44"/>
                          </a:solidFill>
                          <a:latin typeface="Source Han Sans JP"/>
                          <a:ea typeface="Source Han Sans JP"/>
                          <a:cs typeface="Source Han Sans JP"/>
                        </a:rPr>
                        <a:t>商品数：</a:t>
                      </a:r>
                      <a:r>
                        <a:rPr sz="1300" b="0" i="0" u="none" cap="none" spc="0">
                          <a:ln>
                            <a:noFill/>
                          </a:ln>
                          <a:solidFill>
                            <a:srgbClr val="CE4D44"/>
                          </a:solidFill>
                          <a:latin typeface="Source Han Sans JP"/>
                          <a:ea typeface="Source Han Sans JP"/>
                          <a:cs typeface="Source Han Sans JP"/>
                        </a:rPr>
                        <a:t>0</a:t>
                      </a:r>
                      <a:br/>
                      <a:r>
                        <a:rPr sz="1300" b="0" i="0" u="none" cap="none" spc="0">
                          <a:ln>
                            <a:noFill/>
                          </a:ln>
                          <a:solidFill>
                            <a:srgbClr val="CE4D44"/>
                          </a:solidFill>
                          <a:latin typeface="Source Han Sans JP"/>
                          <a:ea typeface="Source Han Sans JP"/>
                          <a:cs typeface="Source Han Sans JP"/>
                        </a:rPr>
                        <a:t>不十分</a:t>
                      </a:r>
                      <a:endParaRPr sz="13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9525" cmpd="sng">
                      <a:solidFill>
                        <a:srgbClr val="BA453C"/>
                      </a:solidFill>
                      <a:prstDash val="solid"/>
                    </a:lnL>
                    <a:lnR w="9525" cmpd="sng">
                      <a:solidFill>
                        <a:srgbClr val="BA453C"/>
                      </a:solidFill>
                      <a:prstDash val="solid"/>
                    </a:lnR>
                    <a:lnT w="9525" cmpd="sng">
                      <a:solidFill>
                        <a:srgbClr val="BA453C"/>
                      </a:solidFill>
                      <a:prstDash val="solid"/>
                    </a:lnT>
                    <a:lnB w="6350" cmpd="sng">
                      <a:solidFill>
                        <a:schemeClr val="tx1">
                          <a:lumMod val="50000"/>
                          <a:lumOff val="50000"/>
                        </a:schemeClr>
                      </a:solidFill>
                      <a:prstDash val="solid"/>
                    </a:lnB>
                    <a:solidFill>
                      <a:srgbClr val="CE4D44">
                        <a:alpha val="15000"/>
                      </a:srgbClr>
                    </a:solidFill>
                  </a:tcPr>
                </a:tc>
              </a:tr>
              <a:tr h="3348000">
                <a:tc>
                  <a:txBody>
                    <a:bodyPr/>
                    <a:lstStyle/>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商品名：</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・健康応援</a:t>
                      </a:r>
                      <a:r>
                        <a:rPr sz="1200">
                          <a:solidFill>
                            <a:schemeClr val="tx1">
                              <a:lumMod val="65000"/>
                              <a:lumOff val="35000"/>
                            </a:schemeClr>
                          </a:solidFill>
                          <a:latin typeface="Source Han Sans JP"/>
                          <a:ea typeface="Source Han Sans JP"/>
                          <a:cs typeface="Source Han Sans JP"/>
                        </a:rPr>
                        <a:t> </a:t>
                      </a:r>
                      <a:r>
                        <a:rPr sz="1200">
                          <a:solidFill>
                            <a:schemeClr val="tx1">
                              <a:lumMod val="65000"/>
                              <a:lumOff val="35000"/>
                            </a:schemeClr>
                          </a:solidFill>
                          <a:latin typeface="Source Han Sans JP"/>
                          <a:ea typeface="Source Han Sans JP"/>
                          <a:cs typeface="Source Han Sans JP"/>
                        </a:rPr>
                        <a:t>日替り弁当</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a:t>
                      </a:r>
                      <a:r>
                        <a:rPr sz="1200">
                          <a:solidFill>
                            <a:schemeClr val="tx1">
                              <a:lumMod val="65000"/>
                              <a:lumOff val="35000"/>
                            </a:schemeClr>
                          </a:solidFill>
                          <a:latin typeface="Source Han Sans JP"/>
                          <a:ea typeface="Source Han Sans JP"/>
                          <a:cs typeface="Source Han Sans JP"/>
                        </a:rPr>
                        <a:t>1/2</a:t>
                      </a:r>
                      <a:r>
                        <a:rPr sz="1200">
                          <a:solidFill>
                            <a:schemeClr val="tx1">
                              <a:lumMod val="65000"/>
                              <a:lumOff val="35000"/>
                            </a:schemeClr>
                          </a:solidFill>
                          <a:latin typeface="Source Han Sans JP"/>
                          <a:ea typeface="Source Han Sans JP"/>
                          <a:cs typeface="Source Han Sans JP"/>
                        </a:rPr>
                        <a:t>日分の野菜！</a:t>
                      </a:r>
                      <a:br/>
                      <a:r>
                        <a:rPr sz="1200">
                          <a:solidFill>
                            <a:schemeClr val="tx1">
                              <a:lumMod val="65000"/>
                              <a:lumOff val="35000"/>
                            </a:schemeClr>
                          </a:solidFill>
                          <a:latin typeface="Source Han Sans JP"/>
                          <a:ea typeface="Source Han Sans JP"/>
                          <a:cs typeface="Source Han Sans JP"/>
                        </a:rPr>
                        <a:t>　７種野菜のビビンバ丼</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a:t>
                      </a:r>
                      <a:r>
                        <a:rPr sz="1200">
                          <a:solidFill>
                            <a:schemeClr val="tx1">
                              <a:lumMod val="65000"/>
                              <a:lumOff val="35000"/>
                            </a:schemeClr>
                          </a:solidFill>
                          <a:latin typeface="Source Han Sans JP"/>
                          <a:ea typeface="Source Han Sans JP"/>
                          <a:cs typeface="Source Han Sans JP"/>
                        </a:rPr>
                        <a:t>1/2</a:t>
                      </a:r>
                      <a:r>
                        <a:rPr sz="1200">
                          <a:solidFill>
                            <a:schemeClr val="tx1">
                              <a:lumMod val="65000"/>
                              <a:lumOff val="35000"/>
                            </a:schemeClr>
                          </a:solidFill>
                          <a:latin typeface="Source Han Sans JP"/>
                          <a:ea typeface="Source Han Sans JP"/>
                          <a:cs typeface="Source Han Sans JP"/>
                        </a:rPr>
                        <a:t>日分の野菜！</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　ごろっと野菜カレー</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a:t>
                      </a:r>
                      <a:r>
                        <a:rPr sz="1200">
                          <a:solidFill>
                            <a:schemeClr val="tx1">
                              <a:lumMod val="65000"/>
                              <a:lumOff val="35000"/>
                            </a:schemeClr>
                          </a:solidFill>
                          <a:latin typeface="Source Han Sans JP"/>
                          <a:ea typeface="Source Han Sans JP"/>
                          <a:cs typeface="Source Han Sans JP"/>
                        </a:rPr>
                        <a:t>1/2</a:t>
                      </a:r>
                      <a:r>
                        <a:rPr sz="1200">
                          <a:solidFill>
                            <a:schemeClr val="tx1">
                              <a:lumMod val="65000"/>
                              <a:lumOff val="35000"/>
                            </a:schemeClr>
                          </a:solidFill>
                          <a:latin typeface="Source Han Sans JP"/>
                          <a:ea typeface="Source Han Sans JP"/>
                          <a:cs typeface="Source Han Sans JP"/>
                        </a:rPr>
                        <a:t>日分の野菜！</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　あんかけ焼きそば</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・１食分の野菜</a:t>
                      </a:r>
                      <a:r>
                        <a:rPr sz="1200">
                          <a:solidFill>
                            <a:schemeClr val="tx1">
                              <a:lumMod val="65000"/>
                              <a:lumOff val="35000"/>
                            </a:schemeClr>
                          </a:solidFill>
                          <a:latin typeface="Source Han Sans JP"/>
                          <a:ea typeface="Source Han Sans JP"/>
                          <a:cs typeface="Source Han Sans JP"/>
                        </a:rPr>
                        <a:t> </a:t>
                      </a:r>
                      <a:r>
                        <a:rPr sz="1200">
                          <a:solidFill>
                            <a:schemeClr val="tx1">
                              <a:lumMod val="65000"/>
                              <a:lumOff val="35000"/>
                            </a:schemeClr>
                          </a:solidFill>
                          <a:latin typeface="Source Han Sans JP"/>
                          <a:ea typeface="Source Han Sans JP"/>
                          <a:cs typeface="Source Han Sans JP"/>
                        </a:rPr>
                        <a:t>黄金生姜スープ</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・たっぷりトマトの彩り野菜サンド</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a:t>
                      </a:r>
                    </a:p>
                  </a:txBody>
                  <a:tcPr marL="91440" marR="91440" marT="126000" marB="45720">
                    <a:lnL w="12700" cmpd="sng">
                      <a:solidFill>
                        <a:schemeClr val="tx1">
                          <a:lumMod val="50000"/>
                          <a:lumOff val="50000"/>
                        </a:schemeClr>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商品名：</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・セブンプレミアム</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　ゼロサイダートリプル</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・セブンプレミアム</a:t>
                      </a:r>
                      <a:r>
                        <a:rPr sz="1200">
                          <a:solidFill>
                            <a:schemeClr val="tx1">
                              <a:lumMod val="65000"/>
                              <a:lumOff val="35000"/>
                            </a:schemeClr>
                          </a:solidFill>
                          <a:latin typeface="Source Han Sans JP"/>
                          <a:ea typeface="Source Han Sans JP"/>
                          <a:cs typeface="Source Han Sans JP"/>
                        </a:rPr>
                        <a:t> </a:t>
                      </a:r>
                      <a:r>
                        <a:rPr sz="1200">
                          <a:solidFill>
                            <a:schemeClr val="tx1">
                              <a:lumMod val="65000"/>
                              <a:lumOff val="35000"/>
                            </a:schemeClr>
                          </a:solidFill>
                          <a:latin typeface="Source Han Sans JP"/>
                          <a:ea typeface="Source Han Sans JP"/>
                          <a:cs typeface="Source Han Sans JP"/>
                        </a:rPr>
                        <a:t>糖質</a:t>
                      </a:r>
                      <a:r>
                        <a:rPr sz="1200">
                          <a:solidFill>
                            <a:schemeClr val="tx1">
                              <a:lumMod val="65000"/>
                              <a:lumOff val="35000"/>
                            </a:schemeClr>
                          </a:solidFill>
                          <a:latin typeface="Source Han Sans JP"/>
                          <a:ea typeface="Source Han Sans JP"/>
                          <a:cs typeface="Source Han Sans JP"/>
                        </a:rPr>
                        <a:t>0g</a:t>
                      </a: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　低いカロリー麺</a:t>
                      </a:r>
                      <a:r>
                        <a:rPr sz="1200">
                          <a:solidFill>
                            <a:schemeClr val="tx1">
                              <a:lumMod val="65000"/>
                              <a:lumOff val="35000"/>
                            </a:schemeClr>
                          </a:solidFill>
                          <a:latin typeface="Source Han Sans JP"/>
                          <a:ea typeface="Source Han Sans JP"/>
                          <a:cs typeface="Source Han Sans JP"/>
                        </a:rPr>
                        <a:t> </a:t>
                      </a:r>
                      <a:r>
                        <a:rPr sz="1200">
                          <a:solidFill>
                            <a:schemeClr val="tx1">
                              <a:lumMod val="65000"/>
                              <a:lumOff val="35000"/>
                            </a:schemeClr>
                          </a:solidFill>
                          <a:latin typeface="Source Han Sans JP"/>
                          <a:ea typeface="Source Han Sans JP"/>
                          <a:cs typeface="Source Han Sans JP"/>
                        </a:rPr>
                        <a:t>担々麺</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・セブンプレミアム</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　豆腐スイーツバー</a:t>
                      </a:r>
                      <a:r>
                        <a:rPr sz="1200">
                          <a:solidFill>
                            <a:schemeClr val="tx1">
                              <a:lumMod val="65000"/>
                              <a:lumOff val="35000"/>
                            </a:schemeClr>
                          </a:solidFill>
                          <a:latin typeface="Source Han Sans JP"/>
                          <a:ea typeface="Source Han Sans JP"/>
                          <a:cs typeface="Source Han Sans JP"/>
                        </a:rPr>
                        <a:t> </a:t>
                      </a:r>
                      <a:r>
                        <a:rPr sz="1200">
                          <a:solidFill>
                            <a:schemeClr val="tx1">
                              <a:lumMod val="65000"/>
                              <a:lumOff val="35000"/>
                            </a:schemeClr>
                          </a:solidFill>
                          <a:latin typeface="Source Han Sans JP"/>
                          <a:ea typeface="Source Han Sans JP"/>
                          <a:cs typeface="Source Han Sans JP"/>
                        </a:rPr>
                        <a:t>ガトーショコラ</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・糖質を控えた</a:t>
                      </a:r>
                      <a:r>
                        <a:rPr sz="1200">
                          <a:solidFill>
                            <a:schemeClr val="tx1">
                              <a:lumMod val="65000"/>
                              <a:lumOff val="35000"/>
                            </a:schemeClr>
                          </a:solidFill>
                          <a:latin typeface="Source Han Sans JP"/>
                          <a:ea typeface="Source Han Sans JP"/>
                          <a:cs typeface="Source Han Sans JP"/>
                        </a:rPr>
                        <a:t> </a:t>
                      </a:r>
                      <a:r>
                        <a:rPr sz="1200">
                          <a:solidFill>
                            <a:schemeClr val="tx1">
                              <a:lumMod val="65000"/>
                              <a:lumOff val="35000"/>
                            </a:schemeClr>
                          </a:solidFill>
                          <a:latin typeface="Source Han Sans JP"/>
                          <a:ea typeface="Source Han Sans JP"/>
                          <a:cs typeface="Source Han Sans JP"/>
                        </a:rPr>
                        <a:t>チーズブレッド</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・糖質を控えた</a:t>
                      </a:r>
                      <a:r>
                        <a:rPr sz="1200">
                          <a:solidFill>
                            <a:schemeClr val="tx1">
                              <a:lumMod val="65000"/>
                              <a:lumOff val="35000"/>
                            </a:schemeClr>
                          </a:solidFill>
                          <a:latin typeface="Source Han Sans JP"/>
                          <a:ea typeface="Source Han Sans JP"/>
                          <a:cs typeface="Source Han Sans JP"/>
                        </a:rPr>
                        <a:t> </a:t>
                      </a:r>
                      <a:r>
                        <a:rPr sz="1200">
                          <a:solidFill>
                            <a:schemeClr val="tx1">
                              <a:lumMod val="65000"/>
                              <a:lumOff val="35000"/>
                            </a:schemeClr>
                          </a:solidFill>
                          <a:latin typeface="Source Han Sans JP"/>
                          <a:ea typeface="Source Han Sans JP"/>
                          <a:cs typeface="Source Han Sans JP"/>
                        </a:rPr>
                        <a:t>チョコブレッド</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・セブンプレミアム</a:t>
                      </a:r>
                      <a:r>
                        <a:rPr sz="1200">
                          <a:solidFill>
                            <a:schemeClr val="tx1">
                              <a:lumMod val="65000"/>
                              <a:lumOff val="35000"/>
                            </a:schemeClr>
                          </a:solidFill>
                          <a:latin typeface="Source Han Sans JP"/>
                          <a:ea typeface="Source Han Sans JP"/>
                          <a:cs typeface="Source Han Sans JP"/>
                        </a:rPr>
                        <a:t> </a:t>
                      </a:r>
                      <a:r>
                        <a:rPr sz="1200">
                          <a:solidFill>
                            <a:schemeClr val="tx1">
                              <a:lumMod val="65000"/>
                              <a:lumOff val="35000"/>
                            </a:schemeClr>
                          </a:solidFill>
                          <a:latin typeface="Source Han Sans JP"/>
                          <a:ea typeface="Source Han Sans JP"/>
                          <a:cs typeface="Source Han Sans JP"/>
                        </a:rPr>
                        <a:t>糖質</a:t>
                      </a:r>
                      <a:r>
                        <a:rPr sz="1200">
                          <a:solidFill>
                            <a:schemeClr val="tx1">
                              <a:lumMod val="65000"/>
                              <a:lumOff val="35000"/>
                            </a:schemeClr>
                          </a:solidFill>
                          <a:latin typeface="Source Han Sans JP"/>
                          <a:ea typeface="Source Han Sans JP"/>
                          <a:cs typeface="Source Han Sans JP"/>
                        </a:rPr>
                        <a:t>65%</a:t>
                      </a:r>
                      <a:r>
                        <a:rPr sz="1200">
                          <a:solidFill>
                            <a:schemeClr val="tx1">
                              <a:lumMod val="65000"/>
                              <a:lumOff val="35000"/>
                            </a:schemeClr>
                          </a:solidFill>
                          <a:latin typeface="Source Han Sans JP"/>
                          <a:ea typeface="Source Han Sans JP"/>
                          <a:cs typeface="Source Han Sans JP"/>
                        </a:rPr>
                        <a:t>オフ</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　調製豆乳</a:t>
                      </a:r>
                      <a:endParaRPr sz="1200">
                        <a:solidFill>
                          <a:schemeClr val="tx1">
                            <a:lumMod val="65000"/>
                            <a:lumOff val="3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a:solidFill>
                            <a:schemeClr val="tx1">
                              <a:lumMod val="65000"/>
                              <a:lumOff val="35000"/>
                            </a:schemeClr>
                          </a:solidFill>
                          <a:latin typeface="Source Han Sans JP"/>
                          <a:ea typeface="Source Han Sans JP"/>
                          <a:cs typeface="Source Han Sans JP"/>
                        </a:rPr>
                        <a:t>…</a:t>
                      </a:r>
                    </a:p>
                  </a:txBody>
                  <a:tcPr marL="91440" marR="91440" marT="126000" marB="45720">
                    <a:lnL w="6350" cmpd="sng">
                      <a:solidFill>
                        <a:schemeClr val="tx1">
                          <a:lumMod val="50000"/>
                          <a:lumOff val="50000"/>
                        </a:schemeClr>
                      </a:solidFill>
                      <a:prstDash val="solid"/>
                    </a:lnL>
                    <a:lnR w="9525" cmpd="sng">
                      <a:solidFill>
                        <a:srgbClr val="BA453C"/>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chemeClr val="tx1">
                              <a:lumMod val="75000"/>
                              <a:lumOff val="25000"/>
                            </a:schemeClr>
                          </a:solidFill>
                          <a:latin typeface="Source Han Sans JP"/>
                          <a:ea typeface="Source Han Sans JP"/>
                          <a:cs typeface="Source Han Sans JP"/>
                        </a:rPr>
                        <a:t>該当商品なし</a:t>
                      </a:r>
                      <a:endParaRPr sz="1200" b="0" i="0" u="none" kern="1200" cap="none" spc="0" baseline="0">
                        <a:ln>
                          <a:noFill/>
                        </a:ln>
                        <a:solidFill>
                          <a:schemeClr val="tx1">
                            <a:lumMod val="75000"/>
                            <a:lumOff val="25000"/>
                          </a:schemeClr>
                        </a:solidFill>
                        <a:latin typeface="Source Han Sans JP"/>
                        <a:ea typeface="Source Han Sans JP"/>
                        <a:cs typeface="Source Han Sans JP"/>
                      </a:endParaRPr>
                    </a:p>
                  </a:txBody>
                  <a:tcPr marL="91440" marR="91440" marT="126000" marB="45720">
                    <a:lnL w="9525" cmpd="sng">
                      <a:solidFill>
                        <a:srgbClr val="BA453C"/>
                      </a:solidFill>
                      <a:prstDash val="solid"/>
                    </a:lnL>
                    <a:lnR w="9525" cmpd="sng">
                      <a:solidFill>
                        <a:srgbClr val="BA453C"/>
                      </a:solidFill>
                      <a:prstDash val="solid"/>
                    </a:lnR>
                    <a:lnT w="6350" cmpd="sng">
                      <a:solidFill>
                        <a:schemeClr val="tx1">
                          <a:lumMod val="50000"/>
                          <a:lumOff val="50000"/>
                        </a:schemeClr>
                      </a:solidFill>
                      <a:prstDash val="solid"/>
                    </a:lnT>
                    <a:lnB w="9525" cmpd="sng">
                      <a:solidFill>
                        <a:srgbClr val="BA453C"/>
                      </a:solidFill>
                      <a:prstDash val="solid"/>
                    </a:lnB>
                    <a:solidFill>
                      <a:srgbClr val="CE4D44">
                        <a:alpha val="15000"/>
                      </a:srgbClr>
                    </a:solidFill>
                  </a:tcPr>
                </a:tc>
              </a:tr>
            </a:tbl>
          </a:graphicData>
        </a:graphic>
      </p:graphicFrame>
      <p:sp>
        <p:nvSpPr>
          <p:cNvPr id="24" name="テキスト ボックス 23">
            <a:extLst xmlns:a="http://schemas.openxmlformats.org/drawingml/2006/main">
              <a:ext uri="{FF2B5EF4-FFF2-40B4-BE49-F238E27FC236}">
                <a16:creationId xmlns:a16="http://schemas.microsoft.com/office/drawing/2014/main" id="{AC2144EA-36AE-C1A7-1D75-358ED5DFB965}"/>
              </a:ext>
            </a:extLst>
          </p:cNvPr>
          <p:cNvSpPr>
            <a:spLocks xmlns:a="http://schemas.openxmlformats.org/drawingml/2006/main" noGrp="1"/>
          </p:cNvSpPr>
          <p:nvPr/>
        </p:nvSpPr>
        <p:spPr>
          <a:xfrm xmlns:a="http://schemas.openxmlformats.org/drawingml/2006/main">
            <a:off x="305487" y="1026175"/>
            <a:ext cx="5508169" cy="37516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600" spc="30">
                <a:solidFill>
                  <a:srgbClr val="DCD8DC">
                    <a:lumMod val="25000"/>
                  </a:srgbClr>
                </a:solidFill>
                <a:latin typeface="源ノ角ゴシック JP"/>
                <a:ea typeface="源ノ角ゴシック JP"/>
                <a:cs typeface="源ノ角ゴシック JP"/>
              </a:rPr>
              <a:t>「対応」に該当する商品を抽出し、実施量を評価した</a:t>
            </a:r>
            <a:endParaRPr sz="1600" spc="30">
              <a:solidFill>
                <a:srgbClr val="DCD8DC">
                  <a:lumMod val="25000"/>
                </a:srgbClr>
              </a:solidFill>
              <a:latin typeface="源ノ角ゴシック JP"/>
              <a:ea typeface="源ノ角ゴシック JP"/>
              <a:cs typeface="源ノ角ゴシック JP"/>
            </a:endParaRPr>
          </a:p>
        </p:txBody>
      </p:sp>
      <p:sp>
        <p:nvSpPr>
          <p:cNvPr id="25" name="テキスト ボックス 24">
            <a:extLst xmlns:a="http://schemas.openxmlformats.org/drawingml/2006/main">
              <a:ext uri="{FF2B5EF4-FFF2-40B4-BE49-F238E27FC236}">
                <a16:creationId xmlns:a16="http://schemas.microsoft.com/office/drawing/2014/main" id="{58F75C7D-0DDA-9758-7D35-CA5B8FC050A0}"/>
              </a:ext>
            </a:extLst>
          </p:cNvPr>
          <p:cNvSpPr>
            <a:spLocks xmlns:a="http://schemas.openxmlformats.org/drawingml/2006/main" noGrp="1"/>
          </p:cNvSpPr>
          <p:nvPr/>
        </p:nvSpPr>
        <p:spPr>
          <a:xfrm xmlns:a="http://schemas.openxmlformats.org/drawingml/2006/main">
            <a:off x="468445" y="6328197"/>
            <a:ext cx="4744721" cy="2452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280"/>
              </a:lnSpc>
              <a:buNone/>
            </a:pPr>
            <a:r>
              <a:rPr sz="900" spc="20">
                <a:solidFill>
                  <a:schemeClr val="tx1">
                    <a:lumMod val="50000"/>
                    <a:lumOff val="50000"/>
                    <a:alpha val="90000"/>
                  </a:schemeClr>
                </a:solidFill>
                <a:latin typeface="源ノ角ゴシック JP"/>
                <a:ea typeface="源ノ角ゴシック JP"/>
                <a:cs typeface="源ノ角ゴシック JP"/>
              </a:rPr>
              <a:t>[7–38] </a:t>
            </a:r>
            <a:r>
              <a:rPr sz="900" spc="20">
                <a:solidFill>
                  <a:schemeClr val="tx1">
                    <a:lumMod val="50000"/>
                    <a:lumOff val="50000"/>
                    <a:alpha val="90000"/>
                  </a:schemeClr>
                </a:solidFill>
                <a:latin typeface="源ノ角ゴシック JP"/>
                <a:ea typeface="源ノ角ゴシック JP"/>
                <a:cs typeface="源ノ角ゴシック JP"/>
              </a:rPr>
              <a:t>セブン</a:t>
            </a:r>
            <a:r>
              <a:rPr sz="900" spc="20">
                <a:solidFill>
                  <a:schemeClr val="tx1">
                    <a:lumMod val="50000"/>
                    <a:lumOff val="50000"/>
                    <a:alpha val="90000"/>
                  </a:schemeClr>
                </a:solidFill>
                <a:latin typeface="源ノ角ゴシック JP"/>
                <a:ea typeface="源ノ角ゴシック JP"/>
                <a:cs typeface="源ノ角ゴシック JP"/>
              </a:rPr>
              <a:t>‐</a:t>
            </a:r>
            <a:r>
              <a:rPr sz="900" spc="20">
                <a:solidFill>
                  <a:schemeClr val="tx1">
                    <a:lumMod val="50000"/>
                    <a:lumOff val="50000"/>
                    <a:alpha val="90000"/>
                  </a:schemeClr>
                </a:solidFill>
                <a:latin typeface="源ノ角ゴシック JP"/>
                <a:ea typeface="源ノ角ゴシック JP"/>
                <a:cs typeface="源ノ角ゴシック JP"/>
              </a:rPr>
              <a:t>イレブン／セブンプレミアム公式商品情報・ニュースリリース</a:t>
            </a:r>
            <a:endParaRPr sz="900" spc="20">
              <a:solidFill>
                <a:schemeClr val="tx1">
                  <a:lumMod val="50000"/>
                  <a:lumOff val="50000"/>
                  <a:alpha val="90000"/>
                </a:schemeClr>
              </a:solidFill>
              <a:latin typeface="源ノ角ゴシック JP"/>
              <a:ea typeface="源ノ角ゴシック JP"/>
              <a:cs typeface="源ノ角ゴシック JP"/>
            </a:endParaRPr>
          </a:p>
        </p:txBody>
      </p:sp>
      <p:sp>
        <p:nvSpPr>
          <p:cNvPr id="31" name="角丸四角形 30">
            <a:extLst xmlns:a="http://schemas.openxmlformats.org/drawingml/2006/main">
              <a:ext uri="{FF2B5EF4-FFF2-40B4-BE49-F238E27FC236}">
                <a16:creationId xmlns:a16="http://schemas.microsoft.com/office/drawing/2014/main" id="{0EC0221F-9A08-6B4F-D5CA-9A86BB9610FF}"/>
              </a:ext>
            </a:extLst>
          </p:cNvPr>
          <p:cNvSpPr>
            <a:spLocks xmlns:a="http://schemas.openxmlformats.org/drawingml/2006/main" noGrp="1"/>
          </p:cNvSpPr>
          <p:nvPr/>
        </p:nvSpPr>
        <p:spPr>
          <a:xfrm xmlns:a="http://schemas.openxmlformats.org/drawingml/2006/main" rot="0" flipH="0" flipV="0">
            <a:off x="9147291" y="808666"/>
            <a:ext cx="2656821" cy="973000"/>
          </a:xfrm>
          <a:prstGeom xmlns:a="http://schemas.openxmlformats.org/drawingml/2006/main" prst="roundRect">
            <a:avLst/>
          </a:prstGeom>
          <a:solidFill xmlns:a="http://schemas.openxmlformats.org/drawingml/2006/main">
            <a:srgbClr val="CE4D44">
              <a:alpha val="15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テキスト ボックス 27">
            <a:extLst xmlns:a="http://schemas.openxmlformats.org/drawingml/2006/main">
              <a:ext uri="{FF2B5EF4-FFF2-40B4-BE49-F238E27FC236}">
                <a16:creationId xmlns:a16="http://schemas.microsoft.com/office/drawing/2014/main" id="{C8E8B6A0-8297-553F-7BD4-65CD84BA1C9D}"/>
              </a:ext>
            </a:extLst>
          </p:cNvPr>
          <p:cNvSpPr>
            <a:spLocks xmlns:a="http://schemas.openxmlformats.org/drawingml/2006/main" noGrp="1"/>
          </p:cNvSpPr>
          <p:nvPr/>
        </p:nvSpPr>
        <p:spPr>
          <a:xfrm xmlns:a="http://schemas.openxmlformats.org/drawingml/2006/main" rot="0" flipH="0" flipV="0">
            <a:off x="9071299" y="485067"/>
            <a:ext cx="2586680" cy="3275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250" spc="40">
                <a:solidFill>
                  <a:srgbClr val="CE4D44"/>
                </a:solidFill>
                <a:latin typeface="源ノ角ゴシック JP"/>
                <a:ea typeface="源ノ角ゴシック JP"/>
                <a:cs typeface="源ノ角ゴシック JP"/>
              </a:rPr>
              <a:t>特定された問題</a:t>
            </a:r>
            <a:endParaRPr sz="1250" spc="40">
              <a:solidFill>
                <a:srgbClr val="CE4D44"/>
              </a:solidFill>
              <a:latin typeface="源ノ角ゴシック JP"/>
              <a:ea typeface="源ノ角ゴシック JP"/>
              <a:cs typeface="源ノ角ゴシック JP"/>
            </a:endParaRPr>
          </a:p>
        </p:txBody>
      </p:sp>
      <p:sp>
        <p:nvSpPr>
          <p:cNvPr id="30" name="テキスト ボックス 29">
            <a:extLst xmlns:a="http://schemas.openxmlformats.org/drawingml/2006/main">
              <a:ext uri="{FF2B5EF4-FFF2-40B4-BE49-F238E27FC236}">
                <a16:creationId xmlns:a16="http://schemas.microsoft.com/office/drawing/2014/main" id="{1BCA6DF9-F275-65E3-3E46-0577C8F5CA2D}"/>
              </a:ext>
            </a:extLst>
          </p:cNvPr>
          <p:cNvSpPr>
            <a:spLocks xmlns:a="http://schemas.openxmlformats.org/drawingml/2006/main" noGrp="1"/>
          </p:cNvSpPr>
          <p:nvPr/>
        </p:nvSpPr>
        <p:spPr>
          <a:xfrm xmlns:a="http://schemas.openxmlformats.org/drawingml/2006/main" rot="0" flipH="0" flipV="0">
            <a:off x="9248989" y="862008"/>
            <a:ext cx="2470982" cy="8328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980"/>
              </a:lnSpc>
              <a:buNone/>
            </a:pPr>
            <a:r>
              <a:rPr sz="1150">
                <a:solidFill>
                  <a:schemeClr val="tx1">
                    <a:lumMod val="65000"/>
                    <a:lumOff val="35000"/>
                    <a:alpha val="60000"/>
                  </a:schemeClr>
                </a:solidFill>
                <a:latin typeface="源ノ角ゴシック JP"/>
                <a:ea typeface="源ノ角ゴシック JP"/>
                <a:cs typeface="源ノ角ゴシック JP"/>
              </a:rPr>
              <a:t>・栄養バランスへの対応について</a:t>
            </a:r>
            <a:endParaRPr sz="1150">
              <a:solidFill>
                <a:schemeClr val="tx1">
                  <a:lumMod val="65000"/>
                  <a:lumOff val="35000"/>
                  <a:alpha val="60000"/>
                </a:schemeClr>
              </a:solidFill>
              <a:latin typeface="源ノ角ゴシック JP"/>
              <a:ea typeface="源ノ角ゴシック JP"/>
              <a:cs typeface="源ノ角ゴシック JP"/>
            </a:endParaRPr>
          </a:p>
          <a:p xmlns:a="http://schemas.openxmlformats.org/drawingml/2006/main">
            <a:pPr>
              <a:lnSpc>
                <a:spcPts val="1980"/>
              </a:lnSpc>
              <a:buNone/>
            </a:pPr>
            <a:r>
              <a:rPr sz="1150">
                <a:solidFill>
                  <a:schemeClr val="tx1">
                    <a:lumMod val="65000"/>
                    <a:lumOff val="35000"/>
                    <a:alpha val="60000"/>
                  </a:schemeClr>
                </a:solidFill>
                <a:latin typeface="源ノ角ゴシック JP"/>
                <a:ea typeface="源ノ角ゴシック JP"/>
                <a:cs typeface="源ノ角ゴシック JP"/>
              </a:rPr>
              <a:t>・エネルギーへの対応について</a:t>
            </a:r>
            <a:endParaRPr sz="1150">
              <a:solidFill>
                <a:schemeClr val="tx1">
                  <a:lumMod val="65000"/>
                  <a:lumOff val="35000"/>
                  <a:alpha val="60000"/>
                </a:schemeClr>
              </a:solidFill>
              <a:latin typeface="源ノ角ゴシック JP"/>
              <a:ea typeface="源ノ角ゴシック JP"/>
              <a:cs typeface="源ノ角ゴシック JP"/>
            </a:endParaRPr>
          </a:p>
          <a:p xmlns:a="http://schemas.openxmlformats.org/drawingml/2006/main">
            <a:pPr>
              <a:lnSpc>
                <a:spcPts val="1980"/>
              </a:lnSpc>
              <a:buNone/>
            </a:pPr>
            <a:r>
              <a:rPr sz="1150" b="1">
                <a:solidFill>
                  <a:srgbClr val="DCD8DC">
                    <a:lumMod val="25000"/>
                  </a:srgbClr>
                </a:solidFill>
                <a:latin typeface="源ノ角ゴシック JP"/>
                <a:ea typeface="源ノ角ゴシック JP"/>
                <a:cs typeface="源ノ角ゴシック JP"/>
              </a:rPr>
              <a:t>・脂質への対応について</a:t>
            </a:r>
            <a:endParaRPr sz="1150" b="1">
              <a:solidFill>
                <a:srgbClr val="DCD8DC">
                  <a:lumMod val="25000"/>
                </a:srgbClr>
              </a:solidFill>
              <a:latin typeface="源ノ角ゴシック JP"/>
              <a:ea typeface="源ノ角ゴシック JP"/>
              <a:cs typeface="源ノ角ゴシック JP"/>
            </a:endParaRPr>
          </a:p>
        </p:txBody>
      </p:sp>
      <p:sp>
        <p:nvSpPr>
          <p:cNvPr id="33" name="テキスト ボックス 32">
            <a:extLst xmlns:a="http://schemas.openxmlformats.org/drawingml/2006/main">
              <a:ext uri="{FF2B5EF4-FFF2-40B4-BE49-F238E27FC236}">
                <a16:creationId xmlns:a16="http://schemas.microsoft.com/office/drawing/2014/main" id="{3A8CF33A-3519-0ADC-04FE-9925DB7EC6B5}"/>
              </a:ext>
            </a:extLst>
          </p:cNvPr>
          <p:cNvSpPr>
            <a:spLocks xmlns:a="http://schemas.openxmlformats.org/drawingml/2006/main" noGrp="1"/>
          </p:cNvSpPr>
          <p:nvPr/>
        </p:nvSpPr>
        <p:spPr>
          <a:xfrm xmlns:a="http://schemas.openxmlformats.org/drawingml/2006/main">
            <a:off x="7694226" y="5303462"/>
            <a:ext cx="4291885" cy="697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z="1450" spc="20">
                <a:solidFill>
                  <a:srgbClr val="C00000"/>
                </a:solidFill>
                <a:latin typeface="源ノ角ゴシック JP"/>
                <a:ea typeface="源ノ角ゴシック JP"/>
                <a:cs typeface="源ノ角ゴシック JP"/>
              </a:rPr>
              <a:t>脂質への「対応」の実施量が不十分であるという問題は、</a:t>
            </a:r>
            <a:r>
              <a:rPr sz="1450" u="sng" spc="20">
                <a:solidFill>
                  <a:srgbClr val="C00000"/>
                </a:solidFill>
                <a:latin typeface="源ノ角ゴシック JP"/>
                <a:ea typeface="源ノ角ゴシック JP"/>
                <a:cs typeface="源ノ角ゴシック JP"/>
              </a:rPr>
              <a:t>他社においても確認された</a:t>
            </a:r>
            <a:endParaRPr sz="1450" u="sng" spc="20">
              <a:solidFill>
                <a:srgbClr val="C00000"/>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229291996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テキスト ボックス 3">
            <a:extLst xmlns:a="http://schemas.openxmlformats.org/drawingml/2006/main">
              <a:ext uri="{FF2B5EF4-FFF2-40B4-BE49-F238E27FC236}">
                <a16:creationId xmlns:a16="http://schemas.microsoft.com/office/drawing/2014/main" id="{23929258-74F4-4FF4-D6BB-D10E8AB60815}"/>
              </a:ext>
            </a:extLst>
          </p:cNvPr>
          <p:cNvSpPr>
            <a:spLocks xmlns:a="http://schemas.openxmlformats.org/drawingml/2006/main" noGrp="1"/>
          </p:cNvSpPr>
          <p:nvPr/>
        </p:nvSpPr>
        <p:spPr>
          <a:xfrm xmlns:a="http://schemas.openxmlformats.org/drawingml/2006/main">
            <a:off x="223842" y="468738"/>
            <a:ext cx="9137328" cy="507619"/>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sz="2200" b="1" spc="50">
                <a:solidFill>
                  <a:srgbClr val="42557A"/>
                </a:solidFill>
                <a:latin typeface="源ノ角ゴシック JP"/>
                <a:ea typeface="源ノ角ゴシック JP"/>
                <a:cs typeface="源ノ角ゴシック JP"/>
              </a:rPr>
              <a:t>セブンイレブンでは、脂質への「対応」の実施量が不十分である</a:t>
            </a:r>
            <a:endParaRPr sz="2200" b="1" spc="50">
              <a:solidFill>
                <a:srgbClr val="42557A"/>
              </a:solidFill>
              <a:latin typeface="源ノ角ゴシック JP"/>
              <a:ea typeface="源ノ角ゴシック JP"/>
              <a:cs typeface="源ノ角ゴシック JP"/>
            </a:endParaRPr>
          </a:p>
        </p:txBody>
      </p:sp>
      <p:sp>
        <p:nvSpPr>
          <p:cNvPr id="6" name="テキスト ボックス 5">
            <a:extLst xmlns:a="http://schemas.openxmlformats.org/drawingml/2006/main">
              <a:ext uri="{FF2B5EF4-FFF2-40B4-BE49-F238E27FC236}">
                <a16:creationId xmlns:a16="http://schemas.microsoft.com/office/drawing/2014/main" id="{734DE010-C4E0-86DD-C7C8-B7A3151EDE6C}"/>
              </a:ext>
            </a:extLst>
          </p:cNvPr>
          <p:cNvSpPr>
            <a:spLocks xmlns:a="http://schemas.openxmlformats.org/drawingml/2006/main" noGrp="1"/>
          </p:cNvSpPr>
          <p:nvPr/>
        </p:nvSpPr>
        <p:spPr>
          <a:xfrm xmlns:a="http://schemas.openxmlformats.org/drawingml/2006/main" rot="0" flipH="0" flipV="0">
            <a:off x="524467" y="1061300"/>
            <a:ext cx="4868430" cy="3336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600" b="1">
                <a:solidFill>
                  <a:schemeClr val="bg2">
                    <a:lumMod val="25000"/>
                  </a:schemeClr>
                </a:solidFill>
                <a:latin typeface="源ノ角ゴシック JP"/>
                <a:ea typeface="源ノ角ゴシック JP"/>
                <a:cs typeface="源ノ角ゴシック JP"/>
              </a:rPr>
              <a:t>「対応」に該当する商品の抽出方法</a:t>
            </a:r>
            <a:endParaRPr sz="1600" b="1">
              <a:solidFill>
                <a:schemeClr val="bg2">
                  <a:lumMod val="25000"/>
                </a:schemeClr>
              </a:solidFill>
              <a:latin typeface="源ノ角ゴシック JP"/>
              <a:ea typeface="源ノ角ゴシック JP"/>
              <a:cs typeface="源ノ角ゴシック JP"/>
            </a:endParaRPr>
          </a:p>
        </p:txBody>
      </p:sp>
      <p:sp>
        <p:nvSpPr>
          <p:cNvPr id="20" name="テキスト ボックス 19">
            <a:extLst xmlns:a="http://schemas.openxmlformats.org/drawingml/2006/main">
              <a:ext uri="{FF2B5EF4-FFF2-40B4-BE49-F238E27FC236}">
                <a16:creationId xmlns:a16="http://schemas.microsoft.com/office/drawing/2014/main" id="{5C0905D0-6729-8D7B-14E1-5864DDF8823A}"/>
              </a:ext>
            </a:extLst>
          </p:cNvPr>
          <p:cNvSpPr>
            <a:spLocks xmlns:a="http://schemas.openxmlformats.org/drawingml/2006/main" noGrp="1"/>
          </p:cNvSpPr>
          <p:nvPr/>
        </p:nvSpPr>
        <p:spPr>
          <a:xfrm xmlns:a="http://schemas.openxmlformats.org/drawingml/2006/main" rot="0" flipH="0" flipV="0">
            <a:off x="645837" y="1429656"/>
            <a:ext cx="7033060" cy="33406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80"/>
              </a:lnSpc>
              <a:buNone/>
            </a:pPr>
            <a:r>
              <a:rPr sz="1300">
                <a:solidFill>
                  <a:srgbClr val="DCD8DC">
                    <a:lumMod val="25000"/>
                  </a:srgbClr>
                </a:solidFill>
                <a:latin typeface="源ノ角ゴシック JP"/>
                <a:ea typeface="源ノ角ゴシック JP"/>
                <a:cs typeface="源ノ角ゴシック JP"/>
              </a:rPr>
              <a:t>手順１：</a:t>
            </a:r>
            <a:r>
              <a:rPr sz="1300">
                <a:solidFill>
                  <a:srgbClr val="DCD8DC">
                    <a:lumMod val="25000"/>
                  </a:srgbClr>
                </a:solidFill>
                <a:latin typeface="源ノ角ゴシック JP"/>
                <a:ea typeface="源ノ角ゴシック JP"/>
                <a:cs typeface="源ノ角ゴシック JP"/>
              </a:rPr>
              <a:t>2010</a:t>
            </a:r>
            <a:r>
              <a:rPr sz="1300">
                <a:solidFill>
                  <a:srgbClr val="DCD8DC">
                    <a:lumMod val="25000"/>
                  </a:srgbClr>
                </a:solidFill>
                <a:latin typeface="源ノ角ゴシック JP"/>
                <a:ea typeface="源ノ角ゴシック JP"/>
                <a:cs typeface="源ノ角ゴシック JP"/>
              </a:rPr>
              <a:t>年ごろから現在までに、新しく発売されたコンビニオリジナル商品を列挙する</a:t>
            </a:r>
            <a:endParaRPr sz="1300">
              <a:solidFill>
                <a:srgbClr val="DCD8DC">
                  <a:lumMod val="25000"/>
                </a:srgbClr>
              </a:solidFill>
              <a:latin typeface="源ノ角ゴシック JP"/>
              <a:ea typeface="源ノ角ゴシック JP"/>
              <a:cs typeface="源ノ角ゴシック JP"/>
            </a:endParaRPr>
          </a:p>
        </p:txBody>
      </p:sp>
      <p:sp>
        <p:nvSpPr>
          <p:cNvPr id="21" name="テキスト ボックス 20">
            <a:extLst xmlns:a="http://schemas.openxmlformats.org/drawingml/2006/main">
              <a:ext uri="{FF2B5EF4-FFF2-40B4-BE49-F238E27FC236}">
                <a16:creationId xmlns:a16="http://schemas.microsoft.com/office/drawing/2014/main" id="{27E7B905-F673-E68E-5551-BF5D64DFBB1A}"/>
              </a:ext>
            </a:extLst>
          </p:cNvPr>
          <p:cNvSpPr>
            <a:spLocks xmlns:a="http://schemas.openxmlformats.org/drawingml/2006/main" noGrp="1"/>
          </p:cNvSpPr>
          <p:nvPr/>
        </p:nvSpPr>
        <p:spPr>
          <a:xfrm xmlns:a="http://schemas.openxmlformats.org/drawingml/2006/main" rot="0" flipH="0" flipV="0">
            <a:off x="1304867" y="1718002"/>
            <a:ext cx="7033060" cy="33406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80"/>
              </a:lnSpc>
              <a:buNone/>
            </a:pPr>
            <a:r>
              <a:rPr sz="1300">
                <a:solidFill>
                  <a:srgbClr val="DCD8DC">
                    <a:lumMod val="25000"/>
                  </a:srgbClr>
                </a:solidFill>
                <a:latin typeface="源ノ角ゴシック JP"/>
                <a:ea typeface="源ノ角ゴシック JP"/>
                <a:cs typeface="源ノ角ゴシック JP"/>
              </a:rPr>
              <a:t>→ セブンイレブン</a:t>
            </a:r>
            <a:r>
              <a:rPr sz="1300">
                <a:solidFill>
                  <a:srgbClr val="DCD8DC">
                    <a:lumMod val="25000"/>
                  </a:srgbClr>
                </a:solidFill>
                <a:latin typeface="源ノ角ゴシック JP"/>
                <a:ea typeface="源ノ角ゴシック JP"/>
                <a:cs typeface="源ノ角ゴシック JP"/>
              </a:rPr>
              <a:t>1102</a:t>
            </a:r>
            <a:r>
              <a:rPr sz="1300">
                <a:solidFill>
                  <a:srgbClr val="DCD8DC">
                    <a:lumMod val="25000"/>
                  </a:srgbClr>
                </a:solidFill>
                <a:latin typeface="源ノ角ゴシック JP"/>
                <a:ea typeface="源ノ角ゴシック JP"/>
                <a:cs typeface="源ノ角ゴシック JP"/>
              </a:rPr>
              <a:t>商品、ローソン</a:t>
            </a:r>
            <a:r>
              <a:rPr sz="1300">
                <a:solidFill>
                  <a:srgbClr val="DCD8DC">
                    <a:lumMod val="25000"/>
                  </a:srgbClr>
                </a:solidFill>
                <a:latin typeface="源ノ角ゴシック JP"/>
                <a:ea typeface="源ノ角ゴシック JP"/>
                <a:cs typeface="源ノ角ゴシック JP"/>
              </a:rPr>
              <a:t>1215</a:t>
            </a:r>
            <a:r>
              <a:rPr sz="1300">
                <a:solidFill>
                  <a:srgbClr val="DCD8DC">
                    <a:lumMod val="25000"/>
                  </a:srgbClr>
                </a:solidFill>
                <a:latin typeface="源ノ角ゴシック JP"/>
                <a:ea typeface="源ノ角ゴシック JP"/>
                <a:cs typeface="源ノ角ゴシック JP"/>
              </a:rPr>
              <a:t>商品、ファミリーマート</a:t>
            </a:r>
            <a:r>
              <a:rPr sz="1300">
                <a:solidFill>
                  <a:srgbClr val="DCD8DC">
                    <a:lumMod val="25000"/>
                  </a:srgbClr>
                </a:solidFill>
                <a:latin typeface="源ノ角ゴシック JP"/>
                <a:ea typeface="源ノ角ゴシック JP"/>
                <a:cs typeface="源ノ角ゴシック JP"/>
              </a:rPr>
              <a:t>2996</a:t>
            </a:r>
            <a:r>
              <a:rPr sz="1300">
                <a:solidFill>
                  <a:srgbClr val="DCD8DC">
                    <a:lumMod val="25000"/>
                  </a:srgbClr>
                </a:solidFill>
                <a:latin typeface="源ノ角ゴシック JP"/>
                <a:ea typeface="源ノ角ゴシック JP"/>
                <a:cs typeface="源ノ角ゴシック JP"/>
              </a:rPr>
              <a:t>商品を得た</a:t>
            </a:r>
            <a:endParaRPr sz="1300">
              <a:solidFill>
                <a:srgbClr val="DCD8DC">
                  <a:lumMod val="25000"/>
                </a:srgbClr>
              </a:solidFill>
              <a:latin typeface="源ノ角ゴシック JP"/>
              <a:ea typeface="源ノ角ゴシック JP"/>
              <a:cs typeface="源ノ角ゴシック JP"/>
            </a:endParaRPr>
          </a:p>
        </p:txBody>
      </p:sp>
      <p:sp>
        <p:nvSpPr>
          <p:cNvPr id="10" name="テキスト ボックス 9">
            <a:extLst xmlns:a="http://schemas.openxmlformats.org/drawingml/2006/main">
              <a:ext uri="{FF2B5EF4-FFF2-40B4-BE49-F238E27FC236}">
                <a16:creationId xmlns:a16="http://schemas.microsoft.com/office/drawing/2014/main" id="{300B4D70-A361-9F13-7FD4-92FC24469952}"/>
              </a:ext>
            </a:extLst>
          </p:cNvPr>
          <p:cNvSpPr>
            <a:spLocks xmlns:a="http://schemas.openxmlformats.org/drawingml/2006/main" noGrp="1"/>
          </p:cNvSpPr>
          <p:nvPr/>
        </p:nvSpPr>
        <p:spPr>
          <a:xfrm xmlns:a="http://schemas.openxmlformats.org/drawingml/2006/main" rot="0" flipH="0" flipV="0">
            <a:off x="645837" y="2077722"/>
            <a:ext cx="7577790" cy="6033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80"/>
              </a:lnSpc>
              <a:buNone/>
            </a:pPr>
            <a:r>
              <a:rPr sz="1300">
                <a:solidFill>
                  <a:srgbClr val="DCD8DC">
                    <a:lumMod val="25000"/>
                  </a:srgbClr>
                </a:solidFill>
                <a:latin typeface="源ノ角ゴシック JP"/>
                <a:ea typeface="源ノ角ゴシック JP"/>
                <a:cs typeface="源ノ角ゴシック JP"/>
              </a:rPr>
              <a:t>手順２：得られたすべての商品に対して、上記３つのニーズとの関連度</a:t>
            </a:r>
            <a:r>
              <a:rPr sz="1300" b="1">
                <a:solidFill>
                  <a:schemeClr val="tx1">
                    <a:lumMod val="75000"/>
                    <a:lumOff val="25000"/>
                  </a:schemeClr>
                </a:solidFill>
                <a:latin typeface="源ノ角ゴシック JP"/>
                <a:ea typeface="源ノ角ゴシック JP"/>
                <a:cs typeface="源ノ角ゴシック JP"/>
              </a:rPr>
              <a:t>「当てはまり度」</a:t>
            </a:r>
            <a:r>
              <a:rPr sz="1300">
                <a:solidFill>
                  <a:srgbClr val="DCD8DC">
                    <a:lumMod val="25000"/>
                  </a:srgbClr>
                </a:solidFill>
                <a:latin typeface="源ノ角ゴシック JP"/>
                <a:ea typeface="源ノ角ゴシック JP"/>
                <a:cs typeface="源ノ角ゴシック JP"/>
              </a:rPr>
              <a:t>を算出し、</a:t>
            </a:r>
            <a:endParaRPr sz="1300">
              <a:solidFill>
                <a:srgbClr val="DCD8DC">
                  <a:lumMod val="25000"/>
                </a:srgbClr>
              </a:solidFill>
              <a:latin typeface="源ノ角ゴシック JP"/>
              <a:ea typeface="源ノ角ゴシック JP"/>
              <a:cs typeface="源ノ角ゴシック JP"/>
            </a:endParaRPr>
          </a:p>
          <a:p xmlns:a="http://schemas.openxmlformats.org/drawingml/2006/main">
            <a:pPr>
              <a:lnSpc>
                <a:spcPts val="2080"/>
              </a:lnSpc>
              <a:buNone/>
            </a:pPr>
            <a:r>
              <a:rPr sz="1300">
                <a:solidFill>
                  <a:srgbClr val="DCD8DC">
                    <a:lumMod val="25000"/>
                  </a:srgbClr>
                </a:solidFill>
                <a:latin typeface="源ノ角ゴシック JP"/>
                <a:ea typeface="源ノ角ゴシック JP"/>
                <a:cs typeface="源ノ角ゴシック JP"/>
              </a:rPr>
              <a:t>　　　　値が</a:t>
            </a:r>
            <a:r>
              <a:rPr sz="1300">
                <a:solidFill>
                  <a:srgbClr val="DCD8DC">
                    <a:lumMod val="25000"/>
                  </a:srgbClr>
                </a:solidFill>
                <a:latin typeface="源ノ角ゴシック JP"/>
                <a:ea typeface="源ノ角ゴシック JP"/>
                <a:cs typeface="源ノ角ゴシック JP"/>
              </a:rPr>
              <a:t>60</a:t>
            </a:r>
            <a:r>
              <a:rPr sz="1300">
                <a:solidFill>
                  <a:srgbClr val="DCD8DC">
                    <a:lumMod val="25000"/>
                  </a:srgbClr>
                </a:solidFill>
                <a:latin typeface="源ノ角ゴシック JP"/>
                <a:ea typeface="源ノ角ゴシック JP"/>
                <a:cs typeface="源ノ角ゴシック JP"/>
              </a:rPr>
              <a:t>以上の商品を、「対応」に該当する商品として抽出した</a:t>
            </a:r>
            <a:endParaRPr sz="1300">
              <a:solidFill>
                <a:srgbClr val="DCD8DC">
                  <a:lumMod val="25000"/>
                </a:srgbClr>
              </a:solidFill>
              <a:latin typeface="源ノ角ゴシック JP"/>
              <a:ea typeface="源ノ角ゴシック JP"/>
              <a:cs typeface="源ノ角ゴシック JP"/>
            </a:endParaRPr>
          </a:p>
        </p:txBody>
      </p:sp>
      <p:sp>
        <p:nvSpPr>
          <p:cNvPr id="13" name="テキスト ボックス 12">
            <a:extLst xmlns:a="http://schemas.openxmlformats.org/drawingml/2006/main">
              <a:ext uri="{FF2B5EF4-FFF2-40B4-BE49-F238E27FC236}">
                <a16:creationId xmlns:a16="http://schemas.microsoft.com/office/drawing/2014/main" id="{2A347E9D-D461-7EF2-0B38-567C8FDA11A3}"/>
              </a:ext>
            </a:extLst>
          </p:cNvPr>
          <p:cNvSpPr>
            <a:spLocks xmlns:a="http://schemas.openxmlformats.org/drawingml/2006/main" noGrp="1"/>
          </p:cNvSpPr>
          <p:nvPr/>
        </p:nvSpPr>
        <p:spPr>
          <a:xfrm xmlns:a="http://schemas.openxmlformats.org/drawingml/2006/main" rot="0" flipH="0" flipV="0">
            <a:off x="1304867" y="2635971"/>
            <a:ext cx="7033060" cy="34015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80"/>
              </a:lnSpc>
              <a:buNone/>
            </a:pPr>
            <a:r>
              <a:rPr sz="1300">
                <a:solidFill>
                  <a:srgbClr val="DCD8DC">
                    <a:lumMod val="25000"/>
                  </a:srgbClr>
                </a:solidFill>
                <a:latin typeface="源ノ角ゴシック JP"/>
                <a:ea typeface="源ノ角ゴシック JP"/>
                <a:cs typeface="源ノ角ゴシック JP"/>
              </a:rPr>
              <a:t>※</a:t>
            </a:r>
            <a:r>
              <a:rPr sz="1300">
                <a:solidFill>
                  <a:srgbClr val="DCD8DC">
                    <a:lumMod val="25000"/>
                  </a:srgbClr>
                </a:solidFill>
                <a:latin typeface="源ノ角ゴシック JP"/>
                <a:ea typeface="源ノ角ゴシック JP"/>
                <a:cs typeface="源ノ角ゴシック JP"/>
              </a:rPr>
              <a:t> この際、</a:t>
            </a:r>
            <a:r>
              <a:rPr sz="1300">
                <a:solidFill>
                  <a:srgbClr val="C00000"/>
                </a:solidFill>
                <a:latin typeface="源ノ角ゴシック JP"/>
                <a:ea typeface="源ノ角ゴシック JP"/>
                <a:cs typeface="源ノ角ゴシック JP"/>
              </a:rPr>
              <a:t>各商品の公式情報（特に商品名や商品開発の目的）</a:t>
            </a:r>
            <a:r>
              <a:rPr sz="1300">
                <a:solidFill>
                  <a:srgbClr val="DCD8DC">
                    <a:lumMod val="25000"/>
                  </a:srgbClr>
                </a:solidFill>
                <a:latin typeface="源ノ角ゴシック JP"/>
                <a:ea typeface="源ノ角ゴシック JP"/>
                <a:cs typeface="源ノ角ゴシック JP"/>
              </a:rPr>
              <a:t>を参照した</a:t>
            </a:r>
            <a:endParaRPr sz="1300">
              <a:solidFill>
                <a:srgbClr val="DCD8DC">
                  <a:lumMod val="25000"/>
                </a:srgbClr>
              </a:solidFill>
              <a:latin typeface="源ノ角ゴシック JP"/>
              <a:ea typeface="源ノ角ゴシック JP"/>
              <a:cs typeface="源ノ角ゴシック JP"/>
            </a:endParaRPr>
          </a:p>
        </p:txBody>
      </p:sp>
      <p:pic>
        <p:nvPicPr>
          <p:cNvPr id="30" name="図 22"/>
          <p:cNvPicPr>
            <a:picLocks xmlns:a="http://schemas.openxmlformats.org/drawingml/2006/main" noChangeAspect="1"/>
          </p:cNvPicPr>
          <p:nvPr/>
        </p:nvPicPr>
        <p:blipFill>
          <a:blip xmlns:r="http://schemas.openxmlformats.org/officeDocument/2006/relationships" xmlns:a="http://schemas.openxmlformats.org/drawingml/2006/main" r:embed="R8ded299ab2104b40"/>
          <a:srcRect xmlns:a="http://schemas.openxmlformats.org/drawingml/2006/main" l="2046" t="3123" r="2941" b="3123"/>
          <a:stretch xmlns:a="http://schemas.openxmlformats.org/drawingml/2006/main">
            <a:fillRect l="0" t="0" r="0" b="0"/>
          </a:stretch>
        </p:blipFill>
        <p:spPr>
          <a:xfrm xmlns:a="http://schemas.openxmlformats.org/drawingml/2006/main">
            <a:off x="5131677" y="3266501"/>
            <a:ext cx="6384364" cy="3144923"/>
          </a:xfrm>
          <a:prstGeom xmlns:a="http://schemas.openxmlformats.org/drawingml/2006/main" prst="rect">
            <a:avLst/>
          </a:prstGeom>
          <a:effectLst xmlns:a="http://schemas.openxmlformats.org/drawingml/2006/main">
            <a:glow rad="12700">
              <a:schemeClr val="tx1">
                <a:lumMod val="50000"/>
                <a:lumOff val="50000"/>
              </a:schemeClr>
            </a:glow>
          </a:effectLst>
        </p:spPr>
      </p:pic>
      <p:pic>
        <p:nvPicPr>
          <p:cNvPr id="31" name="図 23"/>
          <p:cNvPicPr>
            <a:picLocks xmlns:a="http://schemas.openxmlformats.org/drawingml/2006/main" noChangeAspect="1"/>
          </p:cNvPicPr>
          <p:nvPr/>
        </p:nvPicPr>
        <p:blipFill>
          <a:blip xmlns:r="http://schemas.openxmlformats.org/officeDocument/2006/relationships" xmlns:a="http://schemas.openxmlformats.org/drawingml/2006/main" r:embed="R2e5d9a43cf0e4d6b"/>
          <a:srcRect xmlns:a="http://schemas.openxmlformats.org/drawingml/2006/main" l="3477" t="2697" r="7371" b="5378"/>
          <a:stretch xmlns:a="http://schemas.openxmlformats.org/drawingml/2006/main">
            <a:fillRect l="0" t="0" r="0" b="0"/>
          </a:stretch>
        </p:blipFill>
        <p:spPr>
          <a:xfrm xmlns:a="http://schemas.openxmlformats.org/drawingml/2006/main">
            <a:off x="628950" y="3266501"/>
            <a:ext cx="4149488" cy="1765916"/>
          </a:xfrm>
          <a:prstGeom xmlns:a="http://schemas.openxmlformats.org/drawingml/2006/main" prst="rect">
            <a:avLst/>
          </a:prstGeom>
          <a:effectLst xmlns:a="http://schemas.openxmlformats.org/drawingml/2006/main">
            <a:glow rad="12700">
              <a:schemeClr val="tx1">
                <a:lumMod val="50000"/>
                <a:lumOff val="50000"/>
              </a:schemeClr>
            </a:glow>
          </a:effectLst>
        </p:spPr>
      </p:pic>
    </p:spTree>
    <p:extLst>
      <p:ext uri="{BB962C8B-B14F-4D97-AF65-F5344CB8AC3E}">
        <p14:creationId xmlns:p14="http://schemas.microsoft.com/office/powerpoint/2010/main" val="294260205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63B5AC11-567D-C824-3A5C-440EE5C1DC5E}"/>
              </a:ext>
            </a:extLst>
          </p:cNvPr>
          <p:cNvSpPr>
            <a:spLocks xmlns:a="http://schemas.openxmlformats.org/drawingml/2006/main" noGrp="1"/>
          </p:cNvSpPr>
          <p:nvPr/>
        </p:nvSpPr>
        <p:spPr>
          <a:xfrm xmlns:a="http://schemas.openxmlformats.org/drawingml/2006/main">
            <a:off x="223842" y="485067"/>
            <a:ext cx="9137328" cy="507619"/>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sz="2200" b="1" spc="50">
                <a:solidFill>
                  <a:srgbClr val="42557A"/>
                </a:solidFill>
                <a:latin typeface="源ノ角ゴシック JP"/>
                <a:ea typeface="源ノ角ゴシック JP"/>
                <a:cs typeface="源ノ角ゴシック JP"/>
              </a:rPr>
              <a:t>「対応」に該当する商品の購買記録数を算出する</a:t>
            </a:r>
            <a:endParaRPr sz="2200" b="1" spc="50">
              <a:solidFill>
                <a:srgbClr val="42557A"/>
              </a:solidFill>
              <a:latin typeface="源ノ角ゴシック JP"/>
              <a:ea typeface="源ノ角ゴシック JP"/>
              <a:cs typeface="源ノ角ゴシック JP"/>
            </a:endParaRPr>
          </a:p>
        </p:txBody>
      </p:sp>
      <p:sp>
        <p:nvSpPr>
          <p:cNvPr id="7" name="テキスト ボックス 6">
            <a:extLst xmlns:a="http://schemas.openxmlformats.org/drawingml/2006/main">
              <a:ext uri="{FF2B5EF4-FFF2-40B4-BE49-F238E27FC236}">
                <a16:creationId xmlns:a16="http://schemas.microsoft.com/office/drawing/2014/main" id="{443D114A-D7C2-4A78-6111-2EF35F71439B}"/>
              </a:ext>
            </a:extLst>
          </p:cNvPr>
          <p:cNvSpPr>
            <a:spLocks xmlns:a="http://schemas.openxmlformats.org/drawingml/2006/main" noGrp="1"/>
          </p:cNvSpPr>
          <p:nvPr/>
        </p:nvSpPr>
        <p:spPr>
          <a:xfrm xmlns:a="http://schemas.openxmlformats.org/drawingml/2006/main" rot="0" flipH="0" flipV="0">
            <a:off x="703739" y="1153853"/>
            <a:ext cx="7262376" cy="3720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600" spc="30">
                <a:solidFill>
                  <a:srgbClr val="DCD8DC">
                    <a:lumMod val="25000"/>
                  </a:srgbClr>
                </a:solidFill>
                <a:latin typeface="源ノ角ゴシック JP"/>
                <a:ea typeface="源ノ角ゴシック JP"/>
                <a:cs typeface="源ノ角ゴシック JP"/>
              </a:rPr>
              <a:t>「対応」に該当する商品がどのくらい多く購入されたかを定量的に確認する</a:t>
            </a:r>
            <a:endParaRPr sz="1600" spc="30">
              <a:solidFill>
                <a:srgbClr val="DCD8DC">
                  <a:lumMod val="25000"/>
                </a:srgbClr>
              </a:solidFill>
              <a:latin typeface="源ノ角ゴシック JP"/>
              <a:ea typeface="源ノ角ゴシック JP"/>
              <a:cs typeface="源ノ角ゴシック JP"/>
            </a:endParaRPr>
          </a:p>
        </p:txBody>
      </p:sp>
      <p:sp>
        <p:nvSpPr>
          <p:cNvPr id="12" name="テキスト ボックス 11">
            <a:extLst xmlns:a="http://schemas.openxmlformats.org/drawingml/2006/main">
              <a:ext uri="{FF2B5EF4-FFF2-40B4-BE49-F238E27FC236}">
                <a16:creationId xmlns:a16="http://schemas.microsoft.com/office/drawing/2014/main" id="{FC38DA2E-B774-EB35-B468-EB76677DDDC2}"/>
              </a:ext>
            </a:extLst>
          </p:cNvPr>
          <p:cNvSpPr>
            <a:spLocks xmlns:a="http://schemas.openxmlformats.org/drawingml/2006/main" noGrp="1"/>
          </p:cNvSpPr>
          <p:nvPr/>
        </p:nvSpPr>
        <p:spPr>
          <a:xfrm xmlns:a="http://schemas.openxmlformats.org/drawingml/2006/main" rot="0" flipH="0" flipV="0">
            <a:off x="890452" y="1525194"/>
            <a:ext cx="4406264" cy="3720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600" spc="30">
                <a:solidFill>
                  <a:srgbClr val="DCD8DC">
                    <a:lumMod val="25000"/>
                  </a:srgbClr>
                </a:solidFill>
                <a:latin typeface="源ノ角ゴシック JP"/>
                <a:ea typeface="源ノ角ゴシック JP"/>
                <a:cs typeface="源ノ角ゴシック JP"/>
              </a:rPr>
              <a:t>→ 購買記録数というオリジナル指標を用いる</a:t>
            </a:r>
            <a:endParaRPr sz="1600" spc="30">
              <a:solidFill>
                <a:srgbClr val="DCD8DC">
                  <a:lumMod val="25000"/>
                </a:srgbClr>
              </a:solidFill>
              <a:latin typeface="源ノ角ゴシック JP"/>
              <a:ea typeface="源ノ角ゴシック JP"/>
              <a:cs typeface="源ノ角ゴシック JP"/>
            </a:endParaRPr>
          </a:p>
        </p:txBody>
      </p:sp>
      <p:sp>
        <p:nvSpPr>
          <p:cNvPr id="14" name="テキスト ボックス 13">
            <a:extLst xmlns:a="http://schemas.openxmlformats.org/drawingml/2006/main">
              <a:ext uri="{FF2B5EF4-FFF2-40B4-BE49-F238E27FC236}">
                <a16:creationId xmlns:a16="http://schemas.microsoft.com/office/drawing/2014/main" id="{167058BE-3569-F2FA-B313-0265821101AA}"/>
              </a:ext>
            </a:extLst>
          </p:cNvPr>
          <p:cNvSpPr>
            <a:spLocks xmlns:a="http://schemas.openxmlformats.org/drawingml/2006/main" noGrp="1"/>
          </p:cNvSpPr>
          <p:nvPr/>
        </p:nvSpPr>
        <p:spPr>
          <a:xfrm xmlns:a="http://schemas.openxmlformats.org/drawingml/2006/main" rot="0" flipH="0" flipV="0">
            <a:off x="1322160" y="3593465"/>
            <a:ext cx="3596048" cy="352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2200" b="1">
                <a:solidFill>
                  <a:schemeClr val="tx1">
                    <a:lumMod val="65000"/>
                    <a:lumOff val="35000"/>
                  </a:schemeClr>
                </a:solidFill>
                <a:latin typeface="源ノ角ゴシック JP"/>
                <a:ea typeface="源ノ角ゴシック JP"/>
                <a:cs typeface="源ノ角ゴシック JP"/>
              </a:rPr>
              <a:t>購買記録数（件</a:t>
            </a:r>
            <a:r>
              <a:rPr sz="2200" b="1">
                <a:solidFill>
                  <a:schemeClr val="tx1">
                    <a:lumMod val="65000"/>
                    <a:lumOff val="35000"/>
                  </a:schemeClr>
                </a:solidFill>
                <a:latin typeface="源ノ角ゴシック JP"/>
                <a:ea typeface="源ノ角ゴシック JP"/>
                <a:cs typeface="源ノ角ゴシック JP"/>
              </a:rPr>
              <a:t> / 1000</a:t>
            </a:r>
            <a:r>
              <a:rPr sz="2200" b="1">
                <a:solidFill>
                  <a:schemeClr val="tx1">
                    <a:lumMod val="65000"/>
                    <a:lumOff val="35000"/>
                  </a:schemeClr>
                </a:solidFill>
                <a:latin typeface="源ノ角ゴシック JP"/>
                <a:ea typeface="源ノ角ゴシック JP"/>
                <a:cs typeface="源ノ角ゴシック JP"/>
              </a:rPr>
              <a:t>人）</a:t>
            </a:r>
            <a:endParaRPr sz="2200" b="1">
              <a:solidFill>
                <a:schemeClr val="tx1">
                  <a:lumMod val="65000"/>
                  <a:lumOff val="35000"/>
                </a:schemeClr>
              </a:solidFill>
              <a:latin typeface="源ノ角ゴシック JP"/>
              <a:ea typeface="源ノ角ゴシック JP"/>
              <a:cs typeface="源ノ角ゴシック JP"/>
            </a:endParaRPr>
          </a:p>
        </p:txBody>
      </p:sp>
      <p:sp>
        <p:nvSpPr>
          <p:cNvPr id="9" name="テキスト ボックス 8">
            <a:extLst xmlns:a="http://schemas.openxmlformats.org/drawingml/2006/main">
              <a:ext uri="{FF2B5EF4-FFF2-40B4-BE49-F238E27FC236}">
                <a16:creationId xmlns:a16="http://schemas.microsoft.com/office/drawing/2014/main" id="{BAE8F615-A11B-4291-20C2-E0A97747EEB8}"/>
              </a:ext>
            </a:extLst>
          </p:cNvPr>
          <p:cNvSpPr>
            <a:spLocks xmlns:a="http://schemas.openxmlformats.org/drawingml/2006/main" noGrp="1"/>
          </p:cNvSpPr>
          <p:nvPr/>
        </p:nvSpPr>
        <p:spPr>
          <a:xfrm xmlns:a="http://schemas.openxmlformats.org/drawingml/2006/main" rot="0" flipH="0" flipV="0">
            <a:off x="5582231" y="3283100"/>
            <a:ext cx="3507385" cy="3488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ts val="2020"/>
              </a:lnSpc>
              <a:buNone/>
            </a:pPr>
            <a:r>
              <a:rPr sz="2000" b="1">
                <a:solidFill>
                  <a:schemeClr val="tx1">
                    <a:lumMod val="65000"/>
                    <a:lumOff val="35000"/>
                  </a:schemeClr>
                </a:solidFill>
                <a:latin typeface="源ノ角ゴシック JP"/>
                <a:ea typeface="源ノ角ゴシック JP"/>
                <a:cs typeface="源ノ角ゴシック JP"/>
              </a:rPr>
              <a:t>商品の購買記録の総数（件）</a:t>
            </a:r>
            <a:endParaRPr sz="2000" b="1">
              <a:solidFill>
                <a:schemeClr val="tx1">
                  <a:lumMod val="65000"/>
                  <a:lumOff val="35000"/>
                </a:schemeClr>
              </a:solidFill>
              <a:latin typeface="源ノ角ゴシック JP"/>
              <a:ea typeface="源ノ角ゴシック JP"/>
              <a:cs typeface="源ノ角ゴシック JP"/>
            </a:endParaRPr>
          </a:p>
        </p:txBody>
      </p:sp>
      <p:sp>
        <p:nvSpPr>
          <p:cNvPr id="31" name="テキスト ボックス 30">
            <a:extLst xmlns:a="http://schemas.openxmlformats.org/drawingml/2006/main">
              <a:ext uri="{FF2B5EF4-FFF2-40B4-BE49-F238E27FC236}">
                <a16:creationId xmlns:a16="http://schemas.microsoft.com/office/drawing/2014/main" id="{B197A109-A7FC-3234-6F0C-B8C487BC89A4}"/>
              </a:ext>
            </a:extLst>
          </p:cNvPr>
          <p:cNvSpPr>
            <a:spLocks xmlns:a="http://schemas.openxmlformats.org/drawingml/2006/main" noGrp="1"/>
          </p:cNvSpPr>
          <p:nvPr/>
        </p:nvSpPr>
        <p:spPr>
          <a:xfrm xmlns:a="http://schemas.openxmlformats.org/drawingml/2006/main" rot="0" flipH="0" flipV="0">
            <a:off x="5341591" y="3922439"/>
            <a:ext cx="4047492" cy="3488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ts val="2020"/>
              </a:lnSpc>
              <a:buNone/>
            </a:pPr>
            <a:r>
              <a:rPr sz="2000" b="1">
                <a:solidFill>
                  <a:schemeClr val="tx1">
                    <a:lumMod val="65000"/>
                    <a:lumOff val="35000"/>
                  </a:schemeClr>
                </a:solidFill>
                <a:latin typeface="源ノ角ゴシック JP"/>
                <a:ea typeface="源ノ角ゴシック JP"/>
                <a:cs typeface="源ノ角ゴシック JP"/>
              </a:rPr>
              <a:t>対象属性のセブン利用者数（人）</a:t>
            </a:r>
            <a:endParaRPr sz="2000" b="1">
              <a:solidFill>
                <a:schemeClr val="tx1">
                  <a:lumMod val="65000"/>
                  <a:lumOff val="35000"/>
                </a:schemeClr>
              </a:solidFill>
              <a:latin typeface="源ノ角ゴシック JP"/>
              <a:ea typeface="源ノ角ゴシック JP"/>
              <a:cs typeface="源ノ角ゴシック JP"/>
            </a:endParaRPr>
          </a:p>
        </p:txBody>
      </p:sp>
      <p:sp>
        <p:nvSpPr>
          <p:cNvPr id="32" name="テキスト ボックス 31">
            <a:extLst xmlns:a="http://schemas.openxmlformats.org/drawingml/2006/main">
              <a:ext uri="{FF2B5EF4-FFF2-40B4-BE49-F238E27FC236}">
                <a16:creationId xmlns:a16="http://schemas.microsoft.com/office/drawing/2014/main" id="{376C17FD-10E3-6C74-DF0F-7869B78C16AA}"/>
              </a:ext>
            </a:extLst>
          </p:cNvPr>
          <p:cNvSpPr>
            <a:spLocks xmlns:a="http://schemas.openxmlformats.org/drawingml/2006/main" noGrp="1"/>
          </p:cNvSpPr>
          <p:nvPr/>
        </p:nvSpPr>
        <p:spPr>
          <a:xfrm xmlns:a="http://schemas.openxmlformats.org/drawingml/2006/main" rot="0" flipH="0" flipV="0">
            <a:off x="4795872" y="3618721"/>
            <a:ext cx="451562" cy="3611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2200" b="1">
                <a:solidFill>
                  <a:schemeClr val="tx1">
                    <a:lumMod val="65000"/>
                    <a:lumOff val="35000"/>
                  </a:schemeClr>
                </a:solidFill>
                <a:latin typeface="源ノ角ゴシック JP"/>
                <a:ea typeface="源ノ角ゴシック JP"/>
                <a:cs typeface="源ノ角ゴシック JP"/>
              </a:rPr>
              <a:t>=</a:t>
            </a:r>
          </a:p>
        </p:txBody>
      </p:sp>
      <p:sp>
        <p:nvSpPr>
          <p:cNvPr id="34" name="直線コネクタ 33">
            <a:extLst xmlns:a="http://schemas.openxmlformats.org/drawingml/2006/main">
              <a:ext uri="{FF2B5EF4-FFF2-40B4-BE49-F238E27FC236}">
                <a16:creationId xmlns:a16="http://schemas.microsoft.com/office/drawing/2014/main" id="{AA87A0CA-D0E5-473C-874E-1A9DA78A1016}"/>
              </a:ext>
            </a:extLst>
          </p:cNvPr>
          <p:cNvSpPr>
            <a:spLocks xmlns:a="http://schemas.openxmlformats.org/drawingml/2006/main" noGrp="1"/>
          </p:cNvSpPr>
          <p:nvPr/>
        </p:nvSpPr>
        <p:spPr>
          <a:xfrm xmlns:a="http://schemas.openxmlformats.org/drawingml/2006/main" rot="0" flipH="0" flipV="0">
            <a:off x="5281431" y="3735160"/>
            <a:ext cx="4035165" cy="0"/>
          </a:xfrm>
          <a:prstGeom xmlns:a="http://schemas.openxmlformats.org/drawingml/2006/main" prst="line">
            <a:avLst/>
          </a:prstGeom>
          <a:ln xmlns:a="http://schemas.openxmlformats.org/drawingml/2006/main" w="38100">
            <a:solidFill>
              <a:schemeClr val="tx1">
                <a:lumMod val="65000"/>
                <a:lumOff val="3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テキスト ボックス 35">
            <a:extLst xmlns:a="http://schemas.openxmlformats.org/drawingml/2006/main">
              <a:ext uri="{FF2B5EF4-FFF2-40B4-BE49-F238E27FC236}">
                <a16:creationId xmlns:a16="http://schemas.microsoft.com/office/drawing/2014/main" id="{8A1D9E3B-A188-ED6B-3337-129A853ADA2E}"/>
              </a:ext>
            </a:extLst>
          </p:cNvPr>
          <p:cNvSpPr>
            <a:spLocks xmlns:a="http://schemas.openxmlformats.org/drawingml/2006/main" noGrp="1"/>
          </p:cNvSpPr>
          <p:nvPr/>
        </p:nvSpPr>
        <p:spPr>
          <a:xfrm xmlns:a="http://schemas.openxmlformats.org/drawingml/2006/main" rot="0" flipH="0" flipV="0">
            <a:off x="9427683" y="3621826"/>
            <a:ext cx="451562" cy="3611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2200" b="1">
                <a:solidFill>
                  <a:schemeClr val="tx1">
                    <a:lumMod val="65000"/>
                    <a:lumOff val="35000"/>
                  </a:schemeClr>
                </a:solidFill>
                <a:latin typeface="源ノ角ゴシック JP"/>
                <a:ea typeface="源ノ角ゴシック JP"/>
                <a:cs typeface="源ノ角ゴシック JP"/>
              </a:rPr>
              <a:t>×</a:t>
            </a:r>
          </a:p>
        </p:txBody>
      </p:sp>
      <p:sp>
        <p:nvSpPr>
          <p:cNvPr id="37" name="テキスト ボックス 36">
            <a:extLst xmlns:a="http://schemas.openxmlformats.org/drawingml/2006/main">
              <a:ext uri="{FF2B5EF4-FFF2-40B4-BE49-F238E27FC236}">
                <a16:creationId xmlns:a16="http://schemas.microsoft.com/office/drawing/2014/main" id="{3892E6E9-FBCE-0B35-A2A1-A603875DD034}"/>
              </a:ext>
            </a:extLst>
          </p:cNvPr>
          <p:cNvSpPr>
            <a:spLocks xmlns:a="http://schemas.openxmlformats.org/drawingml/2006/main" noGrp="1"/>
          </p:cNvSpPr>
          <p:nvPr/>
        </p:nvSpPr>
        <p:spPr>
          <a:xfrm xmlns:a="http://schemas.openxmlformats.org/drawingml/2006/main" rot="0" flipH="0" flipV="0">
            <a:off x="9870012" y="3603972"/>
            <a:ext cx="999828" cy="3611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2200" b="1">
                <a:solidFill>
                  <a:schemeClr val="tx1">
                    <a:lumMod val="65000"/>
                    <a:lumOff val="35000"/>
                  </a:schemeClr>
                </a:solidFill>
                <a:latin typeface="源ノ角ゴシック JP"/>
                <a:ea typeface="源ノ角ゴシック JP"/>
                <a:cs typeface="源ノ角ゴシック JP"/>
              </a:rPr>
              <a:t>1000</a:t>
            </a:r>
          </a:p>
        </p:txBody>
      </p:sp>
      <p:sp>
        <p:nvSpPr>
          <p:cNvPr id="39" name="テキスト ボックス 38">
            <a:extLst xmlns:a="http://schemas.openxmlformats.org/drawingml/2006/main">
              <a:ext uri="{FF2B5EF4-FFF2-40B4-BE49-F238E27FC236}">
                <a16:creationId xmlns:a16="http://schemas.microsoft.com/office/drawing/2014/main" id="{92055F61-FFE3-FC96-2EA9-CB7B3796EB16}"/>
              </a:ext>
            </a:extLst>
          </p:cNvPr>
          <p:cNvSpPr>
            <a:spLocks xmlns:a="http://schemas.openxmlformats.org/drawingml/2006/main" noGrp="1"/>
          </p:cNvSpPr>
          <p:nvPr/>
        </p:nvSpPr>
        <p:spPr>
          <a:xfrm xmlns:a="http://schemas.openxmlformats.org/drawingml/2006/main">
            <a:off x="860956" y="2502822"/>
            <a:ext cx="3754947" cy="3720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600" spc="30">
                <a:solidFill>
                  <a:srgbClr val="DCD8DC">
                    <a:lumMod val="25000"/>
                  </a:srgbClr>
                </a:solidFill>
                <a:latin typeface="源ノ角ゴシック JP"/>
                <a:ea typeface="源ノ角ゴシック JP"/>
                <a:cs typeface="源ノ角ゴシック JP"/>
              </a:rPr>
              <a:t>※</a:t>
            </a:r>
            <a:r>
              <a:rPr sz="1600" spc="30">
                <a:solidFill>
                  <a:srgbClr val="DCD8DC">
                    <a:lumMod val="25000"/>
                  </a:srgbClr>
                </a:solidFill>
                <a:latin typeface="源ノ角ゴシック JP"/>
                <a:ea typeface="源ノ角ゴシック JP"/>
                <a:cs typeface="源ノ角ゴシック JP"/>
              </a:rPr>
              <a:t> 性別</a:t>
            </a:r>
            <a:r>
              <a:rPr sz="1600" spc="30">
                <a:solidFill>
                  <a:srgbClr val="DCD8DC">
                    <a:lumMod val="25000"/>
                  </a:srgbClr>
                </a:solidFill>
                <a:latin typeface="源ノ角ゴシック JP"/>
                <a:ea typeface="源ノ角ゴシック JP"/>
                <a:cs typeface="源ノ角ゴシック JP"/>
              </a:rPr>
              <a:t> × </a:t>
            </a:r>
            <a:r>
              <a:rPr sz="1600" spc="30">
                <a:solidFill>
                  <a:srgbClr val="DCD8DC">
                    <a:lumMod val="25000"/>
                  </a:srgbClr>
                </a:solidFill>
                <a:latin typeface="源ノ角ゴシック JP"/>
                <a:ea typeface="源ノ角ゴシック JP"/>
                <a:cs typeface="源ノ角ゴシック JP"/>
              </a:rPr>
              <a:t>年代</a:t>
            </a:r>
            <a:r>
              <a:rPr sz="1600" spc="30">
                <a:solidFill>
                  <a:srgbClr val="DCD8DC">
                    <a:lumMod val="25000"/>
                  </a:srgbClr>
                </a:solidFill>
                <a:latin typeface="源ノ角ゴシック JP"/>
                <a:ea typeface="源ノ角ゴシック JP"/>
                <a:cs typeface="源ノ角ゴシック JP"/>
              </a:rPr>
              <a:t> </a:t>
            </a:r>
            <a:r>
              <a:rPr sz="1600" spc="30">
                <a:solidFill>
                  <a:srgbClr val="DCD8DC">
                    <a:lumMod val="25000"/>
                  </a:srgbClr>
                </a:solidFill>
                <a:latin typeface="源ノ角ゴシック JP"/>
                <a:ea typeface="源ノ角ゴシック JP"/>
                <a:cs typeface="源ノ角ゴシック JP"/>
              </a:rPr>
              <a:t>の属性ごとに算出する</a:t>
            </a:r>
            <a:endParaRPr sz="1600" spc="30">
              <a:solidFill>
                <a:srgbClr val="DCD8DC">
                  <a:lumMod val="25000"/>
                </a:srgbClr>
              </a:solidFill>
              <a:latin typeface="源ノ角ゴシック JP"/>
              <a:ea typeface="源ノ角ゴシック JP"/>
              <a:cs typeface="源ノ角ゴシック JP"/>
            </a:endParaRPr>
          </a:p>
        </p:txBody>
      </p:sp>
      <p:sp>
        <p:nvSpPr>
          <p:cNvPr id="40" name="テキスト ボックス 39">
            <a:extLst xmlns:a="http://schemas.openxmlformats.org/drawingml/2006/main">
              <a:ext uri="{FF2B5EF4-FFF2-40B4-BE49-F238E27FC236}">
                <a16:creationId xmlns:a16="http://schemas.microsoft.com/office/drawing/2014/main" id="{B33837FF-1BFB-BD61-3CB6-6FF9B952F473}"/>
              </a:ext>
            </a:extLst>
          </p:cNvPr>
          <p:cNvSpPr>
            <a:spLocks xmlns:a="http://schemas.openxmlformats.org/drawingml/2006/main" noGrp="1"/>
          </p:cNvSpPr>
          <p:nvPr/>
        </p:nvSpPr>
        <p:spPr>
          <a:xfrm xmlns:a="http://schemas.openxmlformats.org/drawingml/2006/main" rot="0" flipH="0" flipV="0">
            <a:off x="1263306" y="4872754"/>
            <a:ext cx="9665388" cy="823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980"/>
              </a:lnSpc>
              <a:buNone/>
            </a:pPr>
            <a:r>
              <a:rPr sz="1900" spc="30">
                <a:solidFill>
                  <a:srgbClr val="C00000"/>
                </a:solidFill>
                <a:latin typeface="源ノ角ゴシック JP"/>
                <a:ea typeface="源ノ角ゴシック JP"/>
                <a:cs typeface="源ノ角ゴシック JP"/>
              </a:rPr>
              <a:t>購買記録数は、</a:t>
            </a:r>
            <a:endParaRPr sz="1900" spc="30">
              <a:solidFill>
                <a:srgbClr val="C00000"/>
              </a:solidFill>
              <a:latin typeface="源ノ角ゴシック JP"/>
              <a:ea typeface="源ノ角ゴシック JP"/>
              <a:cs typeface="源ノ角ゴシック JP"/>
            </a:endParaRPr>
          </a:p>
          <a:p xmlns:a="http://schemas.openxmlformats.org/drawingml/2006/main">
            <a:pPr>
              <a:lnSpc>
                <a:spcPts val="2980"/>
              </a:lnSpc>
              <a:buNone/>
            </a:pPr>
            <a:r>
              <a:rPr sz="1900" spc="30">
                <a:solidFill>
                  <a:srgbClr val="C00000"/>
                </a:solidFill>
                <a:latin typeface="源ノ角ゴシック JP"/>
                <a:ea typeface="源ノ角ゴシック JP"/>
                <a:cs typeface="源ノ角ゴシック JP"/>
              </a:rPr>
              <a:t>対象属性のセブンイレブン利用者</a:t>
            </a:r>
            <a:r>
              <a:rPr sz="1900" spc="30">
                <a:solidFill>
                  <a:srgbClr val="C00000"/>
                </a:solidFill>
                <a:latin typeface="源ノ角ゴシック JP"/>
                <a:ea typeface="源ノ角ゴシック JP"/>
                <a:cs typeface="源ノ角ゴシック JP"/>
              </a:rPr>
              <a:t>1000</a:t>
            </a:r>
            <a:r>
              <a:rPr sz="1900" spc="30">
                <a:solidFill>
                  <a:srgbClr val="C00000"/>
                </a:solidFill>
                <a:latin typeface="源ノ角ゴシック JP"/>
                <a:ea typeface="源ノ角ゴシック JP"/>
                <a:cs typeface="源ノ角ゴシック JP"/>
              </a:rPr>
              <a:t>人あたり、その商品が何回購買されたかを示す</a:t>
            </a:r>
            <a:endParaRPr sz="1900" spc="30">
              <a:solidFill>
                <a:srgbClr val="C00000"/>
              </a:solidFill>
              <a:latin typeface="源ノ角ゴシック JP"/>
              <a:ea typeface="源ノ角ゴシック JP"/>
              <a:cs typeface="源ノ角ゴシック JP"/>
            </a:endParaRPr>
          </a:p>
        </p:txBody>
      </p:sp>
      <p:sp>
        <p:nvSpPr>
          <p:cNvPr id="41" name="テキスト ボックス 40">
            <a:extLst xmlns:a="http://schemas.openxmlformats.org/drawingml/2006/main">
              <a:ext uri="{FF2B5EF4-FFF2-40B4-BE49-F238E27FC236}">
                <a16:creationId xmlns:a16="http://schemas.microsoft.com/office/drawing/2014/main" id="{213917CC-8885-8CE6-E117-5B465B6BF6A3}"/>
              </a:ext>
            </a:extLst>
          </p:cNvPr>
          <p:cNvSpPr>
            <a:spLocks xmlns:a="http://schemas.openxmlformats.org/drawingml/2006/main" noGrp="1"/>
          </p:cNvSpPr>
          <p:nvPr/>
        </p:nvSpPr>
        <p:spPr>
          <a:xfrm xmlns:a="http://schemas.openxmlformats.org/drawingml/2006/main" rot="0" flipH="0" flipV="0">
            <a:off x="1292802" y="5911358"/>
            <a:ext cx="7172912" cy="3813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900" spc="30">
                <a:solidFill>
                  <a:schemeClr val="tx1">
                    <a:lumMod val="75000"/>
                    <a:lumOff val="25000"/>
                  </a:schemeClr>
                </a:solidFill>
                <a:latin typeface="源ノ角ゴシック JP"/>
                <a:ea typeface="源ノ角ゴシック JP"/>
                <a:cs typeface="源ノ角ゴシック JP"/>
              </a:rPr>
              <a:t>→ その値が大きいほど、「対応」の適切さが高いと評価される</a:t>
            </a:r>
            <a:endParaRPr sz="1900" spc="30">
              <a:solidFill>
                <a:schemeClr val="tx1">
                  <a:lumMod val="75000"/>
                  <a:lumOff val="25000"/>
                </a:schemeClr>
              </a:solidFill>
              <a:latin typeface="源ノ角ゴシック JP"/>
              <a:ea typeface="源ノ角ゴシック JP"/>
              <a:cs typeface="源ノ角ゴシック JP"/>
            </a:endParaRPr>
          </a:p>
        </p:txBody>
      </p:sp>
      <p:sp>
        <p:nvSpPr>
          <p:cNvPr id="51" name="角丸四角形 50">
            <a:extLst xmlns:a="http://schemas.openxmlformats.org/drawingml/2006/main">
              <a:ext uri="{FF2B5EF4-FFF2-40B4-BE49-F238E27FC236}">
                <a16:creationId xmlns:a16="http://schemas.microsoft.com/office/drawing/2014/main" id="{2EFF691A-E5BD-AA8D-1509-835E71D12974}"/>
              </a:ext>
            </a:extLst>
          </p:cNvPr>
          <p:cNvSpPr>
            <a:spLocks xmlns:a="http://schemas.openxmlformats.org/drawingml/2006/main" noGrp="1"/>
          </p:cNvSpPr>
          <p:nvPr/>
        </p:nvSpPr>
        <p:spPr>
          <a:xfrm xmlns:a="http://schemas.openxmlformats.org/drawingml/2006/main" rot="0" flipH="0" flipV="0">
            <a:off x="9147291" y="808666"/>
            <a:ext cx="2656821" cy="973000"/>
          </a:xfrm>
          <a:prstGeom xmlns:a="http://schemas.openxmlformats.org/drawingml/2006/main" prst="roundRect">
            <a:avLst/>
          </a:prstGeom>
          <a:solidFill xmlns:a="http://schemas.openxmlformats.org/drawingml/2006/main">
            <a:srgbClr val="CE4D44">
              <a:alpha val="15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テキスト ボックス 52">
            <a:extLst xmlns:a="http://schemas.openxmlformats.org/drawingml/2006/main">
              <a:ext uri="{FF2B5EF4-FFF2-40B4-BE49-F238E27FC236}">
                <a16:creationId xmlns:a16="http://schemas.microsoft.com/office/drawing/2014/main" id="{14C3877B-B12E-D9B2-820F-9F730E37B76E}"/>
              </a:ext>
            </a:extLst>
          </p:cNvPr>
          <p:cNvSpPr>
            <a:spLocks xmlns:a="http://schemas.openxmlformats.org/drawingml/2006/main" noGrp="1"/>
          </p:cNvSpPr>
          <p:nvPr/>
        </p:nvSpPr>
        <p:spPr>
          <a:xfrm xmlns:a="http://schemas.openxmlformats.org/drawingml/2006/main" rot="0" flipH="0" flipV="0">
            <a:off x="9071299" y="485067"/>
            <a:ext cx="2586680" cy="3275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250" spc="40">
                <a:solidFill>
                  <a:srgbClr val="CE4D44"/>
                </a:solidFill>
                <a:latin typeface="源ノ角ゴシック JP"/>
                <a:ea typeface="源ノ角ゴシック JP"/>
                <a:cs typeface="源ノ角ゴシック JP"/>
              </a:rPr>
              <a:t>特定された問題</a:t>
            </a:r>
            <a:endParaRPr sz="1250" spc="40">
              <a:solidFill>
                <a:srgbClr val="CE4D44"/>
              </a:solidFill>
              <a:latin typeface="源ノ角ゴシック JP"/>
              <a:ea typeface="源ノ角ゴシック JP"/>
              <a:cs typeface="源ノ角ゴシック JP"/>
            </a:endParaRPr>
          </a:p>
        </p:txBody>
      </p:sp>
      <p:sp>
        <p:nvSpPr>
          <p:cNvPr id="54" name="テキスト ボックス 53">
            <a:extLst xmlns:a="http://schemas.openxmlformats.org/drawingml/2006/main">
              <a:ext uri="{FF2B5EF4-FFF2-40B4-BE49-F238E27FC236}">
                <a16:creationId xmlns:a16="http://schemas.microsoft.com/office/drawing/2014/main" id="{2A0BB6B4-B961-5234-6072-2A28C743736D}"/>
              </a:ext>
            </a:extLst>
          </p:cNvPr>
          <p:cNvSpPr>
            <a:spLocks xmlns:a="http://schemas.openxmlformats.org/drawingml/2006/main" noGrp="1"/>
          </p:cNvSpPr>
          <p:nvPr/>
        </p:nvSpPr>
        <p:spPr>
          <a:xfrm xmlns:a="http://schemas.openxmlformats.org/drawingml/2006/main" rot="0" flipH="0" flipV="0">
            <a:off x="9248989" y="862008"/>
            <a:ext cx="2470982" cy="8328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980"/>
              </a:lnSpc>
              <a:buNone/>
            </a:pPr>
            <a:r>
              <a:rPr sz="1150">
                <a:solidFill>
                  <a:srgbClr val="DCD8DC">
                    <a:lumMod val="25000"/>
                  </a:srgbClr>
                </a:solidFill>
                <a:latin typeface="源ノ角ゴシック JP"/>
                <a:ea typeface="源ノ角ゴシック JP"/>
                <a:cs typeface="源ノ角ゴシック JP"/>
              </a:rPr>
              <a:t>・栄養バランスへの対応について</a:t>
            </a:r>
            <a:endParaRPr sz="1150">
              <a:solidFill>
                <a:srgbClr val="DCD8DC">
                  <a:lumMod val="25000"/>
                </a:srgbClr>
              </a:solidFill>
              <a:latin typeface="源ノ角ゴシック JP"/>
              <a:ea typeface="源ノ角ゴシック JP"/>
              <a:cs typeface="源ノ角ゴシック JP"/>
            </a:endParaRPr>
          </a:p>
          <a:p xmlns:a="http://schemas.openxmlformats.org/drawingml/2006/main">
            <a:pPr>
              <a:lnSpc>
                <a:spcPts val="1980"/>
              </a:lnSpc>
              <a:buNone/>
            </a:pPr>
            <a:r>
              <a:rPr sz="1150">
                <a:solidFill>
                  <a:srgbClr val="DCD8DC">
                    <a:lumMod val="25000"/>
                  </a:srgbClr>
                </a:solidFill>
                <a:latin typeface="源ノ角ゴシック JP"/>
                <a:ea typeface="源ノ角ゴシック JP"/>
                <a:cs typeface="源ノ角ゴシック JP"/>
              </a:rPr>
              <a:t>・エネルギーへの対応について</a:t>
            </a:r>
            <a:endParaRPr sz="1150">
              <a:solidFill>
                <a:srgbClr val="DCD8DC">
                  <a:lumMod val="25000"/>
                </a:srgbClr>
              </a:solidFill>
              <a:latin typeface="源ノ角ゴシック JP"/>
              <a:ea typeface="源ノ角ゴシック JP"/>
              <a:cs typeface="源ノ角ゴシック JP"/>
            </a:endParaRPr>
          </a:p>
          <a:p xmlns:a="http://schemas.openxmlformats.org/drawingml/2006/main">
            <a:pPr>
              <a:lnSpc>
                <a:spcPts val="1980"/>
              </a:lnSpc>
              <a:buNone/>
            </a:pPr>
            <a:r>
              <a:rPr sz="1150">
                <a:solidFill>
                  <a:schemeClr val="tx1">
                    <a:lumMod val="65000"/>
                    <a:lumOff val="35000"/>
                    <a:alpha val="60000"/>
                  </a:schemeClr>
                </a:solidFill>
                <a:latin typeface="源ノ角ゴシック JP"/>
                <a:ea typeface="源ノ角ゴシック JP"/>
                <a:cs typeface="源ノ角ゴシック JP"/>
              </a:rPr>
              <a:t>・脂質への対応について</a:t>
            </a:r>
            <a:endParaRPr sz="1150">
              <a:solidFill>
                <a:schemeClr val="tx1">
                  <a:lumMod val="65000"/>
                  <a:lumOff val="35000"/>
                  <a:alpha val="60000"/>
                </a:schemeClr>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390969111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AF8F9CEB-9208-BC35-6A01-B0C25A8346ED}"/>
              </a:ext>
            </a:extLst>
          </p:cNvPr>
          <p:cNvSpPr>
            <a:spLocks xmlns:a="http://schemas.openxmlformats.org/drawingml/2006/main" noGrp="1"/>
          </p:cNvSpPr>
          <p:nvPr/>
        </p:nvSpPr>
        <p:spPr>
          <a:xfrm xmlns:a="http://schemas.openxmlformats.org/drawingml/2006/main">
            <a:off x="223842" y="479786"/>
            <a:ext cx="8504320" cy="887210"/>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lnSpc>
                <a:spcPts val="2820"/>
              </a:lnSpc>
              <a:buNone/>
            </a:pPr>
            <a:r>
              <a:rPr sz="2100" b="1" spc="50">
                <a:solidFill>
                  <a:srgbClr val="42557A"/>
                </a:solidFill>
                <a:latin typeface="源ノ角ゴシック JP"/>
                <a:ea typeface="源ノ角ゴシック JP"/>
                <a:cs typeface="源ノ角ゴシック JP"/>
              </a:rPr>
              <a:t>セブンイレブンでは、若年層を中心に栄養バランスへの「対応」の</a:t>
            </a:r>
            <a:endParaRPr sz="2100" b="1" spc="50">
              <a:solidFill>
                <a:srgbClr val="42557A"/>
              </a:solidFill>
              <a:latin typeface="源ノ角ゴシック JP"/>
              <a:ea typeface="源ノ角ゴシック JP"/>
              <a:cs typeface="源ノ角ゴシック JP"/>
            </a:endParaRPr>
          </a:p>
          <a:p xmlns:a="http://schemas.openxmlformats.org/drawingml/2006/main">
            <a:pPr indent="66714" defTabSz="438410">
              <a:lnSpc>
                <a:spcPts val="2820"/>
              </a:lnSpc>
              <a:buNone/>
            </a:pPr>
            <a:r>
              <a:rPr sz="2100" b="1" spc="50">
                <a:solidFill>
                  <a:srgbClr val="42557A"/>
                </a:solidFill>
                <a:latin typeface="源ノ角ゴシック JP"/>
                <a:ea typeface="源ノ角ゴシック JP"/>
                <a:cs typeface="源ノ角ゴシック JP"/>
              </a:rPr>
              <a:t>適切さが低い</a:t>
            </a:r>
            <a:endParaRPr sz="2100" b="1" spc="50">
              <a:solidFill>
                <a:srgbClr val="42557A"/>
              </a:solidFill>
              <a:latin typeface="源ノ角ゴシック JP"/>
              <a:ea typeface="源ノ角ゴシック JP"/>
              <a:cs typeface="源ノ角ゴシック JP"/>
            </a:endParaRPr>
          </a:p>
        </p:txBody>
      </p:sp>
      <p:graphicFrame>
        <p:nvGraphicFramePr>
          <p:cNvPr id="35" name="表 6"/>
          <p:cNvGraphicFramePr/>
          <p:nvPr/>
        </p:nvGraphicFramePr>
        <p:xfrm>
          <a:off xmlns:a="http://schemas.openxmlformats.org/drawingml/2006/main" x="420509" y="2911448"/>
          <a:ext xmlns:a="http://schemas.openxmlformats.org/drawingml/2006/main" cx="7992000" cy="1188000"/>
        </p:xfrm>
        <a:graphic xmlns:a="http://schemas.openxmlformats.org/drawingml/2006/main">
          <a:graphicData uri="http://schemas.openxmlformats.org/drawingml/2006/table">
            <a:tbl>
              <a:tblPr>
                <a:tableStyleId>{91EBBBCC-DAD2-459C-BE2E-F6DE35CF9A28}</a:tableStyleId>
              </a:tblPr>
              <a:tblGrid>
                <a:gridCol w="1296000"/>
                <a:gridCol w="1116000"/>
                <a:gridCol w="1116000"/>
                <a:gridCol w="1116000"/>
                <a:gridCol w="1116000"/>
                <a:gridCol w="1116000"/>
                <a:gridCol w="1116000"/>
              </a:tblGrid>
              <a:tr h="468000">
                <a:tc>
                  <a:txBody>
                    <a:bodyPr/>
                    <a:lstStyle/>
                    <a:p>
                      <a:pPr marL="0" marR="0" lvl="0" indent="0" algn="l"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健康ニーズ</a:t>
                      </a:r>
                      <a:endParaRPr sz="1200">
                        <a:solidFill>
                          <a:schemeClr val="tx1">
                            <a:lumMod val="85000"/>
                            <a:lumOff val="15000"/>
                          </a:schemeClr>
                        </a:solidFill>
                        <a:latin typeface="Source Han Sans JP"/>
                        <a:ea typeface="Source Han Sans JP"/>
                        <a:cs typeface="Source Han Sans JP"/>
                      </a:endParaRPr>
                    </a:p>
                  </a:txBody>
                  <a:tcPr marL="91440" marR="91440" marT="46800" marB="45720" anchor="ctr">
                    <a:lnL w="1270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20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9525" cmpd="sng">
                      <a:solidFill>
                        <a:srgbClr val="A00000"/>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30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9525" cmpd="sng">
                      <a:solidFill>
                        <a:srgbClr val="A00000"/>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40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50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60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70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1270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r>
              <a:tr h="720000">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chemeClr val="tx1">
                              <a:lumMod val="75000"/>
                              <a:lumOff val="25000"/>
                            </a:schemeClr>
                          </a:solidFill>
                          <a:latin typeface="Source Han Sans JP"/>
                          <a:ea typeface="Source Han Sans JP"/>
                          <a:cs typeface="Source Han Sans JP"/>
                        </a:rPr>
                        <a:t>栄養バランスを調整したい</a:t>
                      </a:r>
                      <a:endParaRPr sz="1200" b="0" i="0" u="none" kern="1200" cap="none" spc="0" baseline="0">
                        <a:ln>
                          <a:noFill/>
                        </a:ln>
                        <a:solidFill>
                          <a:schemeClr val="tx1">
                            <a:lumMod val="75000"/>
                            <a:lumOff val="25000"/>
                          </a:schemeClr>
                        </a:solidFill>
                        <a:latin typeface="Source Han Sans JP"/>
                        <a:ea typeface="Source Han Sans JP"/>
                        <a:cs typeface="Source Han Sans JP"/>
                      </a:endParaRPr>
                    </a:p>
                  </a:txBody>
                  <a:tcPr marL="91440" marR="91440" marT="45720" marB="45720" anchor="ctr">
                    <a:lnL w="12700" cmpd="sng">
                      <a:solidFill>
                        <a:schemeClr val="tx1">
                          <a:lumMod val="50000"/>
                          <a:lumOff val="50000"/>
                        </a:schemeClr>
                      </a:solidFill>
                      <a:prstDash val="solid"/>
                    </a:lnL>
                    <a:lnR w="9525" cmpd="sng">
                      <a:solidFill>
                        <a:srgbClr val="A00000"/>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5EDE9"/>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CE4D44"/>
                          </a:solidFill>
                          <a:latin typeface="Source Han Sans JP"/>
                          <a:ea typeface="Source Han Sans JP"/>
                          <a:cs typeface="Source Han Sans JP"/>
                        </a:rPr>
                        <a:t>記録数：</a:t>
                      </a:r>
                      <a:r>
                        <a:rPr sz="1200" b="0" i="0" u="none" cap="none" spc="0">
                          <a:ln>
                            <a:noFill/>
                          </a:ln>
                          <a:solidFill>
                            <a:srgbClr val="CE4D44"/>
                          </a:solidFill>
                          <a:latin typeface="Source Han Sans JP"/>
                          <a:ea typeface="Source Han Sans JP"/>
                          <a:cs typeface="Source Han Sans JP"/>
                        </a:rPr>
                        <a:t>0.53</a:t>
                      </a:r>
                      <a:br/>
                      <a:r>
                        <a:rPr sz="1200" b="0" i="0" u="none" cap="none" spc="0">
                          <a:ln>
                            <a:noFill/>
                          </a:ln>
                          <a:solidFill>
                            <a:srgbClr val="CE4D44"/>
                          </a:solidFill>
                          <a:latin typeface="Source Han Sans JP"/>
                          <a:ea typeface="Source Han Sans JP"/>
                          <a:cs typeface="Source Han Sans JP"/>
                        </a:rPr>
                        <a:t>低い</a:t>
                      </a:r>
                      <a:endParaRPr sz="12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9525" cmpd="sng">
                      <a:solidFill>
                        <a:srgbClr val="A00000"/>
                      </a:solidFill>
                      <a:prstDash val="solid"/>
                    </a:lnL>
                    <a:lnR w="6350" cmpd="sng">
                      <a:solidFill>
                        <a:schemeClr val="tx1">
                          <a:lumMod val="50000"/>
                          <a:lumOff val="50000"/>
                        </a:schemeClr>
                      </a:solidFill>
                      <a:prstDash val="solid"/>
                    </a:lnR>
                    <a:lnT w="9525" cmpd="sng">
                      <a:solidFill>
                        <a:srgbClr val="A00000"/>
                      </a:solidFill>
                      <a:prstDash val="solid"/>
                    </a:lnT>
                    <a:lnB w="9525" cmpd="sng">
                      <a:solidFill>
                        <a:srgbClr val="A00000"/>
                      </a:solidFill>
                      <a:prstDash val="solid"/>
                    </a:lnB>
                    <a:solidFill>
                      <a:srgbClr val="CE4D44">
                        <a:alpha val="15000"/>
                      </a:srgbClr>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CE4D44"/>
                          </a:solidFill>
                          <a:latin typeface="Source Han Sans JP"/>
                          <a:ea typeface="Source Han Sans JP"/>
                          <a:cs typeface="Source Han Sans JP"/>
                        </a:rPr>
                        <a:t>記録数：</a:t>
                      </a:r>
                      <a:r>
                        <a:rPr sz="1200" b="0" i="0" u="none" cap="none" spc="0">
                          <a:ln>
                            <a:noFill/>
                          </a:ln>
                          <a:solidFill>
                            <a:srgbClr val="CE4D44"/>
                          </a:solidFill>
                          <a:latin typeface="Source Han Sans JP"/>
                          <a:ea typeface="Source Han Sans JP"/>
                          <a:cs typeface="Source Han Sans JP"/>
                        </a:rPr>
                        <a:t>0.76</a:t>
                      </a:r>
                      <a:br/>
                      <a:r>
                        <a:rPr sz="1200" b="0" i="0" u="none" cap="none" spc="0">
                          <a:ln>
                            <a:noFill/>
                          </a:ln>
                          <a:solidFill>
                            <a:srgbClr val="CE4D44"/>
                          </a:solidFill>
                          <a:latin typeface="Source Han Sans JP"/>
                          <a:ea typeface="Source Han Sans JP"/>
                          <a:cs typeface="Source Han Sans JP"/>
                        </a:rPr>
                        <a:t>低い</a:t>
                      </a:r>
                      <a:endParaRPr sz="12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9525" cmpd="sng">
                      <a:solidFill>
                        <a:srgbClr val="A00000"/>
                      </a:solidFill>
                      <a:prstDash val="solid"/>
                    </a:lnR>
                    <a:lnT w="9525" cmpd="sng">
                      <a:solidFill>
                        <a:srgbClr val="A00000"/>
                      </a:solidFill>
                      <a:prstDash val="solid"/>
                    </a:lnT>
                    <a:lnB w="9525" cmpd="sng">
                      <a:solidFill>
                        <a:srgbClr val="A00000"/>
                      </a:solidFill>
                      <a:prstDash val="solid"/>
                    </a:lnB>
                    <a:solidFill>
                      <a:srgbClr val="CE4D44">
                        <a:alpha val="15000"/>
                      </a:srgbClr>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3.00</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9525" cmpd="sng">
                      <a:solidFill>
                        <a:srgbClr val="A00000"/>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2.15</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2.40</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1.04</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1270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r>
            </a:tbl>
          </a:graphicData>
        </a:graphic>
      </p:graphicFrame>
      <p:graphicFrame>
        <p:nvGraphicFramePr>
          <p:cNvPr id="36" name="表 7"/>
          <p:cNvGraphicFramePr/>
          <p:nvPr/>
        </p:nvGraphicFramePr>
        <p:xfrm>
          <a:off xmlns:a="http://schemas.openxmlformats.org/drawingml/2006/main" x="420509" y="4645415"/>
          <a:ext xmlns:a="http://schemas.openxmlformats.org/drawingml/2006/main" cx="7992000" cy="1188000"/>
        </p:xfrm>
        <a:graphic xmlns:a="http://schemas.openxmlformats.org/drawingml/2006/main">
          <a:graphicData uri="http://schemas.openxmlformats.org/drawingml/2006/table">
            <a:tbl>
              <a:tblPr>
                <a:tableStyleId>{91EBBBCC-DAD2-459C-BE2E-F6DE35CF9A28}</a:tableStyleId>
              </a:tblPr>
              <a:tblGrid>
                <a:gridCol w="1296000"/>
                <a:gridCol w="1116000"/>
                <a:gridCol w="1116000"/>
                <a:gridCol w="1116000"/>
                <a:gridCol w="1116000"/>
                <a:gridCol w="1116000"/>
                <a:gridCol w="1116000"/>
              </a:tblGrid>
              <a:tr h="468000">
                <a:tc>
                  <a:txBody>
                    <a:bodyPr/>
                    <a:lstStyle/>
                    <a:p>
                      <a:pPr marL="0" marR="0" lvl="0" indent="0" algn="l"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健康ニーズ</a:t>
                      </a:r>
                      <a:endParaRPr sz="1200">
                        <a:solidFill>
                          <a:schemeClr val="tx1">
                            <a:lumMod val="85000"/>
                            <a:lumOff val="15000"/>
                          </a:schemeClr>
                        </a:solidFill>
                        <a:latin typeface="Source Han Sans JP"/>
                        <a:ea typeface="Source Han Sans JP"/>
                        <a:cs typeface="Source Han Sans JP"/>
                      </a:endParaRPr>
                    </a:p>
                  </a:txBody>
                  <a:tcPr marL="91440" marR="91440" marT="46800" marB="45720" anchor="ctr">
                    <a:lnL w="1270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女性</a:t>
                      </a:r>
                      <a:r>
                        <a:rPr sz="1200">
                          <a:solidFill>
                            <a:schemeClr val="tx1">
                              <a:lumMod val="85000"/>
                              <a:lumOff val="15000"/>
                            </a:schemeClr>
                          </a:solidFill>
                          <a:latin typeface="Source Han Sans JP"/>
                          <a:ea typeface="Source Han Sans JP"/>
                          <a:cs typeface="Source Han Sans JP"/>
                        </a:rPr>
                        <a:t>20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9525" cmpd="sng">
                      <a:solidFill>
                        <a:srgbClr val="A00000"/>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女性</a:t>
                      </a:r>
                      <a:r>
                        <a:rPr sz="1200">
                          <a:solidFill>
                            <a:schemeClr val="tx1">
                              <a:lumMod val="85000"/>
                              <a:lumOff val="15000"/>
                            </a:schemeClr>
                          </a:solidFill>
                          <a:latin typeface="Source Han Sans JP"/>
                          <a:ea typeface="Source Han Sans JP"/>
                          <a:cs typeface="Source Han Sans JP"/>
                        </a:rPr>
                        <a:t>30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9525" cmpd="sng">
                      <a:solidFill>
                        <a:srgbClr val="A00000"/>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女性</a:t>
                      </a:r>
                      <a:r>
                        <a:rPr sz="1200">
                          <a:solidFill>
                            <a:schemeClr val="tx1">
                              <a:lumMod val="85000"/>
                              <a:lumOff val="15000"/>
                            </a:schemeClr>
                          </a:solidFill>
                          <a:latin typeface="Source Han Sans JP"/>
                          <a:ea typeface="Source Han Sans JP"/>
                          <a:cs typeface="Source Han Sans JP"/>
                        </a:rPr>
                        <a:t>40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女性</a:t>
                      </a:r>
                      <a:r>
                        <a:rPr sz="1200">
                          <a:solidFill>
                            <a:schemeClr val="tx1">
                              <a:lumMod val="85000"/>
                              <a:lumOff val="15000"/>
                            </a:schemeClr>
                          </a:solidFill>
                          <a:latin typeface="Source Han Sans JP"/>
                          <a:ea typeface="Source Han Sans JP"/>
                          <a:cs typeface="Source Han Sans JP"/>
                        </a:rPr>
                        <a:t>50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女性</a:t>
                      </a:r>
                      <a:r>
                        <a:rPr sz="1200">
                          <a:solidFill>
                            <a:schemeClr val="tx1">
                              <a:lumMod val="85000"/>
                              <a:lumOff val="15000"/>
                            </a:schemeClr>
                          </a:solidFill>
                          <a:latin typeface="Source Han Sans JP"/>
                          <a:ea typeface="Source Han Sans JP"/>
                          <a:cs typeface="Source Han Sans JP"/>
                        </a:rPr>
                        <a:t>60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女性</a:t>
                      </a:r>
                      <a:r>
                        <a:rPr sz="1200">
                          <a:solidFill>
                            <a:schemeClr val="tx1">
                              <a:lumMod val="85000"/>
                              <a:lumOff val="15000"/>
                            </a:schemeClr>
                          </a:solidFill>
                          <a:latin typeface="Source Han Sans JP"/>
                          <a:ea typeface="Source Han Sans JP"/>
                          <a:cs typeface="Source Han Sans JP"/>
                        </a:rPr>
                        <a:t>70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1270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r>
              <a:tr h="720000">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chemeClr val="tx1">
                              <a:lumMod val="75000"/>
                              <a:lumOff val="25000"/>
                            </a:schemeClr>
                          </a:solidFill>
                          <a:latin typeface="Source Han Sans JP"/>
                          <a:ea typeface="Source Han Sans JP"/>
                          <a:cs typeface="Source Han Sans JP"/>
                        </a:rPr>
                        <a:t>栄養バランスを調整したい</a:t>
                      </a:r>
                      <a:endParaRPr sz="1200" b="0" i="0" u="none" kern="1200" cap="none" spc="0" baseline="0">
                        <a:ln>
                          <a:noFill/>
                        </a:ln>
                        <a:solidFill>
                          <a:schemeClr val="tx1">
                            <a:lumMod val="75000"/>
                            <a:lumOff val="25000"/>
                          </a:schemeClr>
                        </a:solidFill>
                        <a:latin typeface="Source Han Sans JP"/>
                        <a:ea typeface="Source Han Sans JP"/>
                        <a:cs typeface="Source Han Sans JP"/>
                      </a:endParaRPr>
                    </a:p>
                  </a:txBody>
                  <a:tcPr marL="91440" marR="91440" marT="45720" marB="45720" anchor="ctr">
                    <a:lnL w="12700" cmpd="sng">
                      <a:solidFill>
                        <a:schemeClr val="tx1">
                          <a:lumMod val="50000"/>
                          <a:lumOff val="50000"/>
                        </a:schemeClr>
                      </a:solidFill>
                      <a:prstDash val="solid"/>
                    </a:lnL>
                    <a:lnR w="9525" cmpd="sng">
                      <a:solidFill>
                        <a:srgbClr val="A00000"/>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5EDE9"/>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CE4D44"/>
                          </a:solidFill>
                          <a:latin typeface="Source Han Sans JP"/>
                          <a:ea typeface="Source Han Sans JP"/>
                          <a:cs typeface="Source Han Sans JP"/>
                        </a:rPr>
                        <a:t>記録数：</a:t>
                      </a:r>
                      <a:r>
                        <a:rPr sz="1200" b="0" i="0" u="none" cap="none" spc="0">
                          <a:ln>
                            <a:noFill/>
                          </a:ln>
                          <a:solidFill>
                            <a:srgbClr val="CE4D44"/>
                          </a:solidFill>
                          <a:latin typeface="Source Han Sans JP"/>
                          <a:ea typeface="Source Han Sans JP"/>
                          <a:cs typeface="Source Han Sans JP"/>
                        </a:rPr>
                        <a:t>1.02</a:t>
                      </a:r>
                      <a:br/>
                      <a:r>
                        <a:rPr sz="1200" b="0" i="0" u="none" cap="none" spc="0">
                          <a:ln>
                            <a:noFill/>
                          </a:ln>
                          <a:solidFill>
                            <a:srgbClr val="CE4D44"/>
                          </a:solidFill>
                          <a:latin typeface="Source Han Sans JP"/>
                          <a:ea typeface="Source Han Sans JP"/>
                          <a:cs typeface="Source Han Sans JP"/>
                        </a:rPr>
                        <a:t>低い</a:t>
                      </a:r>
                      <a:endParaRPr sz="12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9525" cmpd="sng">
                      <a:solidFill>
                        <a:srgbClr val="A00000"/>
                      </a:solidFill>
                      <a:prstDash val="solid"/>
                    </a:lnL>
                    <a:lnR w="6350" cmpd="sng">
                      <a:solidFill>
                        <a:schemeClr val="tx1">
                          <a:lumMod val="50000"/>
                          <a:lumOff val="50000"/>
                        </a:schemeClr>
                      </a:solidFill>
                      <a:prstDash val="solid"/>
                    </a:lnR>
                    <a:lnT w="9525" cmpd="sng">
                      <a:solidFill>
                        <a:srgbClr val="A00000"/>
                      </a:solidFill>
                      <a:prstDash val="solid"/>
                    </a:lnT>
                    <a:lnB w="9525" cmpd="sng">
                      <a:solidFill>
                        <a:srgbClr val="A00000"/>
                      </a:solidFill>
                      <a:prstDash val="solid"/>
                    </a:lnB>
                    <a:solidFill>
                      <a:srgbClr val="CE4D44">
                        <a:alpha val="15000"/>
                      </a:srgbClr>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CE4D44"/>
                          </a:solidFill>
                          <a:latin typeface="Source Han Sans JP"/>
                          <a:ea typeface="Source Han Sans JP"/>
                          <a:cs typeface="Source Han Sans JP"/>
                        </a:rPr>
                        <a:t>記録数：</a:t>
                      </a:r>
                      <a:r>
                        <a:rPr sz="1200" b="0" i="0" u="none" cap="none" spc="0">
                          <a:ln>
                            <a:noFill/>
                          </a:ln>
                          <a:solidFill>
                            <a:srgbClr val="CE4D44"/>
                          </a:solidFill>
                          <a:latin typeface="Source Han Sans JP"/>
                          <a:ea typeface="Source Han Sans JP"/>
                          <a:cs typeface="Source Han Sans JP"/>
                        </a:rPr>
                        <a:t>1.01</a:t>
                      </a:r>
                      <a:br/>
                      <a:r>
                        <a:rPr sz="1200" b="0" i="0" u="none" cap="none" spc="0">
                          <a:ln>
                            <a:noFill/>
                          </a:ln>
                          <a:solidFill>
                            <a:srgbClr val="CE4D44"/>
                          </a:solidFill>
                          <a:latin typeface="Source Han Sans JP"/>
                          <a:ea typeface="Source Han Sans JP"/>
                          <a:cs typeface="Source Han Sans JP"/>
                        </a:rPr>
                        <a:t>低い</a:t>
                      </a:r>
                      <a:endParaRPr sz="12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9525" cmpd="sng">
                      <a:solidFill>
                        <a:srgbClr val="A00000"/>
                      </a:solidFill>
                      <a:prstDash val="solid"/>
                    </a:lnR>
                    <a:lnT w="9525" cmpd="sng">
                      <a:solidFill>
                        <a:srgbClr val="A00000"/>
                      </a:solidFill>
                      <a:prstDash val="solid"/>
                    </a:lnT>
                    <a:lnB w="9525" cmpd="sng">
                      <a:solidFill>
                        <a:srgbClr val="A00000"/>
                      </a:solidFill>
                      <a:prstDash val="solid"/>
                    </a:lnB>
                    <a:solidFill>
                      <a:srgbClr val="CE4D44">
                        <a:alpha val="15000"/>
                      </a:srgbClr>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1.45</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9525" cmpd="sng">
                      <a:solidFill>
                        <a:srgbClr val="A00000"/>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1.38</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CE4D44"/>
                          </a:solidFill>
                          <a:latin typeface="Source Han Sans JP"/>
                          <a:ea typeface="Source Han Sans JP"/>
                          <a:cs typeface="Source Han Sans JP"/>
                        </a:rPr>
                        <a:t>記録数：</a:t>
                      </a:r>
                      <a:r>
                        <a:rPr sz="1200" b="0" i="0" u="none" cap="none" spc="0">
                          <a:ln>
                            <a:noFill/>
                          </a:ln>
                          <a:solidFill>
                            <a:srgbClr val="CE4D44"/>
                          </a:solidFill>
                          <a:latin typeface="Source Han Sans JP"/>
                          <a:ea typeface="Source Han Sans JP"/>
                          <a:cs typeface="Source Han Sans JP"/>
                        </a:rPr>
                        <a:t>1.02</a:t>
                      </a:r>
                      <a:br/>
                      <a:r>
                        <a:rPr sz="1200" b="0" i="0" u="none" cap="none" spc="0">
                          <a:ln>
                            <a:noFill/>
                          </a:ln>
                          <a:solidFill>
                            <a:srgbClr val="CE4D44"/>
                          </a:solidFill>
                          <a:latin typeface="Source Han Sans JP"/>
                          <a:ea typeface="Source Han Sans JP"/>
                          <a:cs typeface="Source Han Sans JP"/>
                        </a:rPr>
                        <a:t>低い</a:t>
                      </a:r>
                      <a:endParaRPr sz="12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CE4D44"/>
                          </a:solidFill>
                          <a:latin typeface="Source Han Sans JP"/>
                          <a:ea typeface="Source Han Sans JP"/>
                          <a:cs typeface="Source Han Sans JP"/>
                        </a:rPr>
                        <a:t>記録数：</a:t>
                      </a:r>
                      <a:r>
                        <a:rPr sz="1200" b="0" i="0" u="none" cap="none" spc="0">
                          <a:ln>
                            <a:noFill/>
                          </a:ln>
                          <a:solidFill>
                            <a:srgbClr val="CE4D44"/>
                          </a:solidFill>
                          <a:latin typeface="Source Han Sans JP"/>
                          <a:ea typeface="Source Han Sans JP"/>
                          <a:cs typeface="Source Han Sans JP"/>
                        </a:rPr>
                        <a:t>0.57</a:t>
                      </a:r>
                      <a:br/>
                      <a:r>
                        <a:rPr sz="1200" b="0" i="0" u="none" cap="none" spc="0">
                          <a:ln>
                            <a:noFill/>
                          </a:ln>
                          <a:solidFill>
                            <a:srgbClr val="CE4D44"/>
                          </a:solidFill>
                          <a:latin typeface="Source Han Sans JP"/>
                          <a:ea typeface="Source Han Sans JP"/>
                          <a:cs typeface="Source Han Sans JP"/>
                        </a:rPr>
                        <a:t>低い</a:t>
                      </a:r>
                      <a:endParaRPr sz="12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1270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r>
            </a:tbl>
          </a:graphicData>
        </a:graphic>
      </p:graphicFrame>
      <p:sp>
        <p:nvSpPr>
          <p:cNvPr id="10" name="正方形/長方形 9">
            <a:extLst xmlns:a="http://schemas.openxmlformats.org/drawingml/2006/main">
              <a:ext uri="{FF2B5EF4-FFF2-40B4-BE49-F238E27FC236}">
                <a16:creationId xmlns:a16="http://schemas.microsoft.com/office/drawing/2014/main" id="{19208D39-3D34-DE3E-BA47-0F4B032A654B}"/>
              </a:ext>
            </a:extLst>
          </p:cNvPr>
          <p:cNvSpPr>
            <a:spLocks xmlns:a="http://schemas.openxmlformats.org/drawingml/2006/main" noGrp="1"/>
          </p:cNvSpPr>
          <p:nvPr/>
        </p:nvSpPr>
        <p:spPr>
          <a:xfrm xmlns:a="http://schemas.openxmlformats.org/drawingml/2006/main" rot="0" flipH="0" flipV="0">
            <a:off x="420509" y="1523112"/>
            <a:ext cx="4129710" cy="842369"/>
          </a:xfrm>
          <a:prstGeom xmlns:a="http://schemas.openxmlformats.org/drawingml/2006/main" prst="rect">
            <a:avLst/>
          </a:prstGeom>
          <a:solidFill xmlns:a="http://schemas.openxmlformats.org/drawingml/2006/main">
            <a:schemeClr val="bg1">
              <a:lumMod val="95000"/>
              <a:alpha val="30000"/>
            </a:schemeClr>
          </a:solidFill>
          <a:ln xmlns:a="http://schemas.openxmlformats.org/drawingml/2006/main" w="12700">
            <a:solidFill>
              <a:schemeClr val="tx1">
                <a:lumMod val="65000"/>
                <a:lumOff val="3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n>
                <a:solidFill>
                  <a:schemeClr val="tx1">
                    <a:lumMod val="50000"/>
                    <a:lumOff val="50000"/>
                  </a:schemeClr>
                </a:solidFill>
              </a:ln>
            </a:endParaRPr>
          </a:p>
        </p:txBody>
      </p:sp>
      <p:sp>
        <p:nvSpPr>
          <p:cNvPr id="11" name="テキスト ボックス 10">
            <a:extLst xmlns:a="http://schemas.openxmlformats.org/drawingml/2006/main">
              <a:ext uri="{FF2B5EF4-FFF2-40B4-BE49-F238E27FC236}">
                <a16:creationId xmlns:a16="http://schemas.microsoft.com/office/drawing/2014/main" id="{CE1D2EFD-6BC5-3C41-1193-F478411C84D4}"/>
              </a:ext>
            </a:extLst>
          </p:cNvPr>
          <p:cNvSpPr>
            <a:spLocks xmlns:a="http://schemas.openxmlformats.org/drawingml/2006/main" noGrp="1"/>
          </p:cNvSpPr>
          <p:nvPr/>
        </p:nvSpPr>
        <p:spPr>
          <a:xfrm xmlns:a="http://schemas.openxmlformats.org/drawingml/2006/main" rot="0" flipH="0" flipV="0">
            <a:off x="490497" y="1640478"/>
            <a:ext cx="3956852" cy="30008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350">
                <a:solidFill>
                  <a:srgbClr val="DCD8DC">
                    <a:lumMod val="25000"/>
                  </a:srgbClr>
                </a:solidFill>
                <a:latin typeface="源ノ角ゴシック JP"/>
                <a:ea typeface="源ノ角ゴシック JP"/>
                <a:cs typeface="源ノ角ゴシック JP"/>
              </a:rPr>
              <a:t>購買記録数（件</a:t>
            </a:r>
            <a:r>
              <a:rPr sz="1350">
                <a:solidFill>
                  <a:srgbClr val="DCD8DC">
                    <a:lumMod val="25000"/>
                  </a:srgbClr>
                </a:solidFill>
                <a:latin typeface="源ノ角ゴシック JP"/>
                <a:ea typeface="源ノ角ゴシック JP"/>
                <a:cs typeface="源ノ角ゴシック JP"/>
              </a:rPr>
              <a:t> / 1000</a:t>
            </a:r>
            <a:r>
              <a:rPr sz="1350">
                <a:solidFill>
                  <a:srgbClr val="DCD8DC">
                    <a:lumMod val="25000"/>
                  </a:srgbClr>
                </a:solidFill>
                <a:latin typeface="源ノ角ゴシック JP"/>
                <a:ea typeface="源ノ角ゴシック JP"/>
                <a:cs typeface="源ノ角ゴシック JP"/>
              </a:rPr>
              <a:t>人）：</a:t>
            </a:r>
            <a:endParaRPr sz="1350">
              <a:solidFill>
                <a:srgbClr val="DCD8DC">
                  <a:lumMod val="25000"/>
                </a:srgbClr>
              </a:solidFill>
              <a:latin typeface="源ノ角ゴシック JP"/>
              <a:ea typeface="源ノ角ゴシック JP"/>
              <a:cs typeface="源ノ角ゴシック JP"/>
            </a:endParaRPr>
          </a:p>
        </p:txBody>
      </p:sp>
      <p:sp>
        <p:nvSpPr>
          <p:cNvPr id="12" name="テキスト ボックス 11">
            <a:extLst xmlns:a="http://schemas.openxmlformats.org/drawingml/2006/main">
              <a:ext uri="{FF2B5EF4-FFF2-40B4-BE49-F238E27FC236}">
                <a16:creationId xmlns:a16="http://schemas.microsoft.com/office/drawing/2014/main" id="{8F9DA2BC-5415-6095-CDB9-A02F23981A03}"/>
              </a:ext>
            </a:extLst>
          </p:cNvPr>
          <p:cNvSpPr>
            <a:spLocks xmlns:a="http://schemas.openxmlformats.org/drawingml/2006/main" noGrp="1"/>
          </p:cNvSpPr>
          <p:nvPr/>
        </p:nvSpPr>
        <p:spPr>
          <a:xfrm xmlns:a="http://schemas.openxmlformats.org/drawingml/2006/main" rot="0" flipH="0" flipV="0">
            <a:off x="490497" y="1972416"/>
            <a:ext cx="3808262" cy="30008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350">
                <a:solidFill>
                  <a:srgbClr val="DCD8DC">
                    <a:lumMod val="25000"/>
                  </a:srgbClr>
                </a:solidFill>
                <a:latin typeface="源ノ角ゴシック JP"/>
                <a:ea typeface="源ノ角ゴシック JP"/>
                <a:cs typeface="源ノ角ゴシック JP"/>
              </a:rPr>
              <a:t>適切さの評価：</a:t>
            </a:r>
            <a:r>
              <a:rPr sz="1350">
                <a:solidFill>
                  <a:srgbClr val="599975"/>
                </a:solidFill>
                <a:latin typeface="源ノ角ゴシック JP"/>
                <a:ea typeface="源ノ角ゴシック JP"/>
                <a:cs typeface="源ノ角ゴシック JP"/>
              </a:rPr>
              <a:t>高い</a:t>
            </a:r>
            <a:r>
              <a:rPr sz="1350">
                <a:solidFill>
                  <a:srgbClr val="DCD8DC">
                    <a:lumMod val="25000"/>
                  </a:srgbClr>
                </a:solidFill>
                <a:latin typeface="源ノ角ゴシック JP"/>
                <a:ea typeface="源ノ角ゴシック JP"/>
                <a:cs typeface="源ノ角ゴシック JP"/>
              </a:rPr>
              <a:t> / </a:t>
            </a:r>
            <a:r>
              <a:rPr sz="1350">
                <a:solidFill>
                  <a:srgbClr val="E27A1C"/>
                </a:solidFill>
                <a:latin typeface="源ノ角ゴシック JP"/>
                <a:ea typeface="源ノ角ゴシック JP"/>
                <a:cs typeface="源ノ角ゴシック JP"/>
              </a:rPr>
              <a:t>中程度</a:t>
            </a:r>
            <a:r>
              <a:rPr sz="1350">
                <a:solidFill>
                  <a:srgbClr val="E27A1C"/>
                </a:solidFill>
                <a:latin typeface="源ノ角ゴシック JP"/>
                <a:ea typeface="源ノ角ゴシック JP"/>
                <a:cs typeface="源ノ角ゴシック JP"/>
              </a:rPr>
              <a:t> </a:t>
            </a:r>
            <a:r>
              <a:rPr sz="1350">
                <a:solidFill>
                  <a:srgbClr val="DCD8DC">
                    <a:lumMod val="25000"/>
                  </a:srgbClr>
                </a:solidFill>
                <a:latin typeface="源ノ角ゴシック JP"/>
                <a:ea typeface="源ノ角ゴシック JP"/>
                <a:cs typeface="源ノ角ゴシック JP"/>
              </a:rPr>
              <a:t>/ </a:t>
            </a:r>
            <a:r>
              <a:rPr sz="1350">
                <a:solidFill>
                  <a:srgbClr val="CE4D44"/>
                </a:solidFill>
                <a:latin typeface="源ノ角ゴシック JP"/>
                <a:ea typeface="源ノ角ゴシック JP"/>
                <a:cs typeface="源ノ角ゴシック JP"/>
              </a:rPr>
              <a:t>低い</a:t>
            </a:r>
            <a:r>
              <a:rPr sz="1350">
                <a:solidFill>
                  <a:srgbClr val="DCD8DC">
                    <a:lumMod val="25000"/>
                  </a:srgbClr>
                </a:solidFill>
                <a:latin typeface="源ノ角ゴシック JP"/>
                <a:ea typeface="源ノ角ゴシック JP"/>
                <a:cs typeface="源ノ角ゴシック JP"/>
              </a:rPr>
              <a:t> </a:t>
            </a:r>
          </a:p>
        </p:txBody>
      </p:sp>
      <p:sp>
        <p:nvSpPr>
          <p:cNvPr id="14" name="テキスト ボックス 13">
            <a:extLst xmlns:a="http://schemas.openxmlformats.org/drawingml/2006/main">
              <a:ext uri="{FF2B5EF4-FFF2-40B4-BE49-F238E27FC236}">
                <a16:creationId xmlns:a16="http://schemas.microsoft.com/office/drawing/2014/main" id="{F42FFF10-14BE-6736-C60B-A4E517B6784C}"/>
              </a:ext>
            </a:extLst>
          </p:cNvPr>
          <p:cNvSpPr>
            <a:spLocks xmlns:a="http://schemas.openxmlformats.org/drawingml/2006/main" noGrp="1"/>
          </p:cNvSpPr>
          <p:nvPr/>
        </p:nvSpPr>
        <p:spPr>
          <a:xfrm xmlns:a="http://schemas.openxmlformats.org/drawingml/2006/main" rot="0" flipH="0" flipV="0">
            <a:off x="8626734" y="2807699"/>
            <a:ext cx="3308742" cy="697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z="1450" spc="20">
                <a:solidFill>
                  <a:srgbClr val="DCD8DC">
                    <a:lumMod val="25000"/>
                  </a:srgbClr>
                </a:solidFill>
                <a:latin typeface="源ノ角ゴシック JP"/>
                <a:ea typeface="源ノ角ゴシック JP"/>
                <a:cs typeface="源ノ角ゴシック JP"/>
              </a:rPr>
              <a:t>購買記録数に基づき、適切さを</a:t>
            </a:r>
            <a:b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 </a:t>
            </a:r>
            <a:r>
              <a:rPr sz="1450" spc="20">
                <a:solidFill>
                  <a:srgbClr val="599975"/>
                </a:solidFill>
                <a:latin typeface="源ノ角ゴシック JP"/>
                <a:ea typeface="源ノ角ゴシック JP"/>
                <a:cs typeface="源ノ角ゴシック JP"/>
              </a:rPr>
              <a:t>高い</a:t>
            </a:r>
            <a:r>
              <a:rPr sz="1450" spc="20">
                <a:solidFill>
                  <a:srgbClr val="DCD8DC">
                    <a:lumMod val="25000"/>
                  </a:srgbClr>
                </a:solidFill>
                <a:latin typeface="源ノ角ゴシック JP"/>
                <a:ea typeface="源ノ角ゴシック JP"/>
                <a:cs typeface="源ノ角ゴシック JP"/>
              </a:rPr>
              <a:t> / </a:t>
            </a:r>
            <a:r>
              <a:rPr sz="1450" spc="20">
                <a:solidFill>
                  <a:srgbClr val="E27A1C"/>
                </a:solidFill>
                <a:latin typeface="源ノ角ゴシック JP"/>
                <a:ea typeface="源ノ角ゴシック JP"/>
                <a:cs typeface="源ノ角ゴシック JP"/>
              </a:rPr>
              <a:t>中程度</a:t>
            </a:r>
            <a:r>
              <a:rPr sz="1450" spc="20">
                <a:solidFill>
                  <a:srgbClr val="E27A1C"/>
                </a:solidFill>
                <a:latin typeface="源ノ角ゴシック JP"/>
                <a:ea typeface="源ノ角ゴシック JP"/>
                <a:cs typeface="源ノ角ゴシック JP"/>
              </a:rPr>
              <a:t> </a:t>
            </a:r>
            <a:r>
              <a:rPr sz="1450" spc="20">
                <a:solidFill>
                  <a:srgbClr val="DCD8DC">
                    <a:lumMod val="25000"/>
                  </a:srgbClr>
                </a:solidFill>
                <a:latin typeface="源ノ角ゴシック JP"/>
                <a:ea typeface="源ノ角ゴシック JP"/>
                <a:cs typeface="源ノ角ゴシック JP"/>
              </a:rPr>
              <a:t>/ </a:t>
            </a:r>
            <a:r>
              <a:rPr sz="1450" spc="20">
                <a:solidFill>
                  <a:srgbClr val="CE4D44"/>
                </a:solidFill>
                <a:latin typeface="源ノ角ゴシック JP"/>
                <a:ea typeface="源ノ角ゴシック JP"/>
                <a:cs typeface="源ノ角ゴシック JP"/>
              </a:rPr>
              <a:t>低い</a:t>
            </a:r>
            <a:r>
              <a:rPr sz="1450" spc="20">
                <a:solidFill>
                  <a:srgbClr val="DCD8DC">
                    <a:lumMod val="25000"/>
                  </a:srgbClr>
                </a:solidFill>
                <a:latin typeface="源ノ角ゴシック JP"/>
                <a:ea typeface="源ノ角ゴシック JP"/>
                <a:cs typeface="源ノ角ゴシック JP"/>
              </a:rPr>
              <a:t> </a:t>
            </a:r>
            <a:r>
              <a:rPr sz="1450" spc="20">
                <a:solidFill>
                  <a:srgbClr val="DCD8DC">
                    <a:lumMod val="25000"/>
                  </a:srgbClr>
                </a:solidFill>
                <a:latin typeface="源ノ角ゴシック JP"/>
                <a:ea typeface="源ノ角ゴシック JP"/>
                <a:cs typeface="源ノ角ゴシック JP"/>
              </a:rPr>
              <a:t>）で評価した</a:t>
            </a:r>
            <a:endParaRPr sz="1450" spc="20">
              <a:solidFill>
                <a:srgbClr val="DCD8DC">
                  <a:lumMod val="25000"/>
                </a:srgbClr>
              </a:solidFill>
              <a:latin typeface="源ノ角ゴシック JP"/>
              <a:ea typeface="源ノ角ゴシック JP"/>
              <a:cs typeface="源ノ角ゴシック JP"/>
            </a:endParaRPr>
          </a:p>
        </p:txBody>
      </p:sp>
      <p:sp>
        <p:nvSpPr>
          <p:cNvPr id="15" name="テキスト ボックス 14">
            <a:extLst xmlns:a="http://schemas.openxmlformats.org/drawingml/2006/main">
              <a:ext uri="{FF2B5EF4-FFF2-40B4-BE49-F238E27FC236}">
                <a16:creationId xmlns:a16="http://schemas.microsoft.com/office/drawing/2014/main" id="{06670A60-243D-B077-E002-4BE2F43751A2}"/>
              </a:ext>
            </a:extLst>
          </p:cNvPr>
          <p:cNvSpPr>
            <a:spLocks xmlns:a="http://schemas.openxmlformats.org/drawingml/2006/main" noGrp="1"/>
          </p:cNvSpPr>
          <p:nvPr/>
        </p:nvSpPr>
        <p:spPr>
          <a:xfrm xmlns:a="http://schemas.openxmlformats.org/drawingml/2006/main" rot="0" flipH="0" flipV="0">
            <a:off x="8729943" y="3700439"/>
            <a:ext cx="2196360" cy="105362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580"/>
              </a:lnSpc>
              <a:buNone/>
            </a:pPr>
            <a:r>
              <a:rPr sz="1450" spc="20">
                <a:solidFill>
                  <a:srgbClr val="599975"/>
                </a:solidFill>
                <a:latin typeface="源ノ角ゴシック JP"/>
                <a:ea typeface="源ノ角ゴシック JP"/>
                <a:cs typeface="源ノ角ゴシック JP"/>
              </a:rPr>
              <a:t>高い</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3.01</a:t>
            </a:r>
            <a:r>
              <a:rPr sz="1450" spc="20">
                <a:solidFill>
                  <a:srgbClr val="DCD8DC">
                    <a:lumMod val="25000"/>
                  </a:srgbClr>
                </a:solidFill>
                <a:latin typeface="源ノ角ゴシック JP"/>
                <a:ea typeface="源ノ角ゴシック JP"/>
                <a:cs typeface="源ノ角ゴシック JP"/>
              </a:rPr>
              <a:t>以上</a:t>
            </a:r>
            <a:endParaRPr sz="1450" spc="20">
              <a:solidFill>
                <a:srgbClr val="DCD8DC">
                  <a:lumMod val="25000"/>
                </a:srgbClr>
              </a:solidFill>
              <a:latin typeface="源ノ角ゴシック JP"/>
              <a:ea typeface="源ノ角ゴシック JP"/>
              <a:cs typeface="源ノ角ゴシック JP"/>
            </a:endParaRPr>
          </a:p>
          <a:p xmlns:a="http://schemas.openxmlformats.org/drawingml/2006/main">
            <a:pPr>
              <a:lnSpc>
                <a:spcPts val="2580"/>
              </a:lnSpc>
              <a:buNone/>
            </a:pPr>
            <a:r>
              <a:rPr sz="1450" spc="20">
                <a:solidFill>
                  <a:srgbClr val="E27A1C"/>
                </a:solidFill>
                <a:latin typeface="源ノ角ゴシック JP"/>
                <a:ea typeface="源ノ角ゴシック JP"/>
                <a:cs typeface="源ノ角ゴシック JP"/>
              </a:rPr>
              <a:t>中程度</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1.04–3.00</a:t>
            </a:r>
          </a:p>
          <a:p xmlns:a="http://schemas.openxmlformats.org/drawingml/2006/main">
            <a:pPr>
              <a:lnSpc>
                <a:spcPts val="2580"/>
              </a:lnSpc>
              <a:buNone/>
            </a:pPr>
            <a:r>
              <a:rPr sz="1450" spc="20">
                <a:solidFill>
                  <a:srgbClr val="CE4D44"/>
                </a:solidFill>
                <a:latin typeface="源ノ角ゴシック JP"/>
                <a:ea typeface="源ノ角ゴシック JP"/>
                <a:cs typeface="源ノ角ゴシック JP"/>
              </a:rPr>
              <a:t>低い</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0–1.03</a:t>
            </a:r>
          </a:p>
        </p:txBody>
      </p:sp>
      <p:sp>
        <p:nvSpPr>
          <p:cNvPr id="16" name="テキスト ボックス 15">
            <a:extLst xmlns:a="http://schemas.openxmlformats.org/drawingml/2006/main">
              <a:ext uri="{FF2B5EF4-FFF2-40B4-BE49-F238E27FC236}">
                <a16:creationId xmlns:a16="http://schemas.microsoft.com/office/drawing/2014/main" id="{693ABEA6-92AC-0CA2-D3F9-EEBEBEA81C20}"/>
              </a:ext>
            </a:extLst>
          </p:cNvPr>
          <p:cNvSpPr>
            <a:spLocks xmlns:a="http://schemas.openxmlformats.org/drawingml/2006/main" noGrp="1"/>
          </p:cNvSpPr>
          <p:nvPr/>
        </p:nvSpPr>
        <p:spPr>
          <a:xfrm xmlns:a="http://schemas.openxmlformats.org/drawingml/2006/main">
            <a:off x="4751207" y="2510855"/>
            <a:ext cx="3771925" cy="36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300" spc="20">
                <a:solidFill>
                  <a:srgbClr val="DCD8DC">
                    <a:lumMod val="25000"/>
                  </a:srgbClr>
                </a:solidFill>
                <a:latin typeface="源ノ角ゴシック JP"/>
                <a:ea typeface="源ノ角ゴシック JP"/>
                <a:cs typeface="源ノ角ゴシック JP"/>
              </a:rPr>
              <a:t>※</a:t>
            </a:r>
            <a:r>
              <a:rPr sz="1300" spc="20">
                <a:solidFill>
                  <a:srgbClr val="DCD8DC">
                    <a:lumMod val="25000"/>
                  </a:srgbClr>
                </a:solidFill>
                <a:latin typeface="源ノ角ゴシック JP"/>
                <a:ea typeface="源ノ角ゴシック JP"/>
                <a:cs typeface="源ノ角ゴシック JP"/>
              </a:rPr>
              <a:t> 属性ごとに、商品間で購買記録数を平均した</a:t>
            </a:r>
            <a:endParaRPr sz="1300" spc="20">
              <a:solidFill>
                <a:srgbClr val="DCD8DC">
                  <a:lumMod val="25000"/>
                </a:srgbClr>
              </a:solidFill>
              <a:latin typeface="源ノ角ゴシック JP"/>
              <a:ea typeface="源ノ角ゴシック JP"/>
              <a:cs typeface="源ノ角ゴシック JP"/>
            </a:endParaRPr>
          </a:p>
        </p:txBody>
      </p:sp>
      <p:sp>
        <p:nvSpPr>
          <p:cNvPr id="17" name="テキスト ボックス 16">
            <a:extLst xmlns:a="http://schemas.openxmlformats.org/drawingml/2006/main">
              <a:ext uri="{FF2B5EF4-FFF2-40B4-BE49-F238E27FC236}">
                <a16:creationId xmlns:a16="http://schemas.microsoft.com/office/drawing/2014/main" id="{6B72AD0A-505B-4876-4F93-572370621702}"/>
              </a:ext>
            </a:extLst>
          </p:cNvPr>
          <p:cNvSpPr>
            <a:spLocks xmlns:a="http://schemas.openxmlformats.org/drawingml/2006/main" noGrp="1"/>
          </p:cNvSpPr>
          <p:nvPr/>
        </p:nvSpPr>
        <p:spPr>
          <a:xfrm xmlns:a="http://schemas.openxmlformats.org/drawingml/2006/main">
            <a:off x="373529" y="2537138"/>
            <a:ext cx="577884" cy="3771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z="1450" spc="20">
                <a:solidFill>
                  <a:srgbClr val="DCD8DC">
                    <a:lumMod val="25000"/>
                  </a:srgbClr>
                </a:solidFill>
                <a:latin typeface="源ノ角ゴシック JP"/>
                <a:ea typeface="源ノ角ゴシック JP"/>
                <a:cs typeface="源ノ角ゴシック JP"/>
              </a:rPr>
              <a:t>男性</a:t>
            </a:r>
            <a:endParaRPr sz="1450" spc="20">
              <a:solidFill>
                <a:srgbClr val="DCD8DC">
                  <a:lumMod val="25000"/>
                </a:srgbClr>
              </a:solidFill>
              <a:latin typeface="源ノ角ゴシック JP"/>
              <a:ea typeface="源ノ角ゴシック JP"/>
              <a:cs typeface="源ノ角ゴシック JP"/>
            </a:endParaRPr>
          </a:p>
        </p:txBody>
      </p:sp>
      <p:sp>
        <p:nvSpPr>
          <p:cNvPr id="18" name="テキスト ボックス 17">
            <a:extLst xmlns:a="http://schemas.openxmlformats.org/drawingml/2006/main">
              <a:ext uri="{FF2B5EF4-FFF2-40B4-BE49-F238E27FC236}">
                <a16:creationId xmlns:a16="http://schemas.microsoft.com/office/drawing/2014/main" id="{6E377507-CA21-8DF0-6FF4-4B0DC92D4ACA}"/>
              </a:ext>
            </a:extLst>
          </p:cNvPr>
          <p:cNvSpPr>
            <a:spLocks xmlns:a="http://schemas.openxmlformats.org/drawingml/2006/main" noGrp="1"/>
          </p:cNvSpPr>
          <p:nvPr/>
        </p:nvSpPr>
        <p:spPr>
          <a:xfrm xmlns:a="http://schemas.openxmlformats.org/drawingml/2006/main">
            <a:off x="373529" y="4268260"/>
            <a:ext cx="577884" cy="3771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z="1450" spc="20">
                <a:solidFill>
                  <a:srgbClr val="DCD8DC">
                    <a:lumMod val="25000"/>
                  </a:srgbClr>
                </a:solidFill>
                <a:latin typeface="源ノ角ゴシック JP"/>
                <a:ea typeface="源ノ角ゴシック JP"/>
                <a:cs typeface="源ノ角ゴシック JP"/>
              </a:rPr>
              <a:t>女性</a:t>
            </a:r>
            <a:endParaRPr sz="1450" spc="20">
              <a:solidFill>
                <a:srgbClr val="DCD8DC">
                  <a:lumMod val="25000"/>
                </a:srgbClr>
              </a:solidFill>
              <a:latin typeface="源ノ角ゴシック JP"/>
              <a:ea typeface="源ノ角ゴシック JP"/>
              <a:cs typeface="源ノ角ゴシック JP"/>
            </a:endParaRPr>
          </a:p>
        </p:txBody>
      </p:sp>
      <p:sp>
        <p:nvSpPr>
          <p:cNvPr id="26" name="テキスト ボックス 25">
            <a:extLst xmlns:a="http://schemas.openxmlformats.org/drawingml/2006/main">
              <a:ext uri="{FF2B5EF4-FFF2-40B4-BE49-F238E27FC236}">
                <a16:creationId xmlns:a16="http://schemas.microsoft.com/office/drawing/2014/main" id="{37688B8B-7BDF-B7B5-A3D5-8B62DD4D0D3F}"/>
              </a:ext>
            </a:extLst>
          </p:cNvPr>
          <p:cNvSpPr>
            <a:spLocks xmlns:a="http://schemas.openxmlformats.org/drawingml/2006/main" noGrp="1"/>
          </p:cNvSpPr>
          <p:nvPr/>
        </p:nvSpPr>
        <p:spPr>
          <a:xfrm xmlns:a="http://schemas.openxmlformats.org/drawingml/2006/main">
            <a:off x="2586109" y="6132507"/>
            <a:ext cx="7019782" cy="387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pc="40">
                <a:solidFill>
                  <a:srgbClr val="C00000"/>
                </a:solidFill>
                <a:latin typeface="源ノ角ゴシック JP"/>
                <a:ea typeface="源ノ角ゴシック JP"/>
                <a:cs typeface="源ノ角ゴシック JP"/>
              </a:rPr>
              <a:t>一方で、他社では、若年層における「対応」の適切さは高かった</a:t>
            </a:r>
            <a:endParaRPr spc="40">
              <a:solidFill>
                <a:srgbClr val="C00000"/>
              </a:solidFill>
              <a:latin typeface="源ノ角ゴシック JP"/>
              <a:ea typeface="源ノ角ゴシック JP"/>
              <a:cs typeface="源ノ角ゴシック JP"/>
            </a:endParaRPr>
          </a:p>
        </p:txBody>
      </p:sp>
      <p:sp>
        <p:nvSpPr>
          <p:cNvPr id="28" name="角丸四角形 27">
            <a:extLst xmlns:a="http://schemas.openxmlformats.org/drawingml/2006/main">
              <a:ext uri="{FF2B5EF4-FFF2-40B4-BE49-F238E27FC236}">
                <a16:creationId xmlns:a16="http://schemas.microsoft.com/office/drawing/2014/main" id="{E72A9432-F88B-9810-0B9A-1E98CD1E8AC0}"/>
              </a:ext>
            </a:extLst>
          </p:cNvPr>
          <p:cNvSpPr>
            <a:spLocks xmlns:a="http://schemas.openxmlformats.org/drawingml/2006/main" noGrp="1"/>
          </p:cNvSpPr>
          <p:nvPr/>
        </p:nvSpPr>
        <p:spPr>
          <a:xfrm xmlns:a="http://schemas.openxmlformats.org/drawingml/2006/main" rot="0" flipH="0" flipV="0">
            <a:off x="9147291" y="808666"/>
            <a:ext cx="2656821" cy="973000"/>
          </a:xfrm>
          <a:prstGeom xmlns:a="http://schemas.openxmlformats.org/drawingml/2006/main" prst="roundRect">
            <a:avLst/>
          </a:prstGeom>
          <a:solidFill xmlns:a="http://schemas.openxmlformats.org/drawingml/2006/main">
            <a:srgbClr val="CE4D44">
              <a:alpha val="15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テキスト ボックス 29">
            <a:extLst xmlns:a="http://schemas.openxmlformats.org/drawingml/2006/main">
              <a:ext uri="{FF2B5EF4-FFF2-40B4-BE49-F238E27FC236}">
                <a16:creationId xmlns:a16="http://schemas.microsoft.com/office/drawing/2014/main" id="{F5826BF4-36C6-CD60-F744-C75F76DFE901}"/>
              </a:ext>
            </a:extLst>
          </p:cNvPr>
          <p:cNvSpPr>
            <a:spLocks xmlns:a="http://schemas.openxmlformats.org/drawingml/2006/main" noGrp="1"/>
          </p:cNvSpPr>
          <p:nvPr/>
        </p:nvSpPr>
        <p:spPr>
          <a:xfrm xmlns:a="http://schemas.openxmlformats.org/drawingml/2006/main" rot="0" flipH="0" flipV="0">
            <a:off x="9071299" y="485067"/>
            <a:ext cx="2586680" cy="3275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250" spc="40">
                <a:solidFill>
                  <a:srgbClr val="CE4D44"/>
                </a:solidFill>
                <a:latin typeface="源ノ角ゴシック JP"/>
                <a:ea typeface="源ノ角ゴシック JP"/>
                <a:cs typeface="源ノ角ゴシック JP"/>
              </a:rPr>
              <a:t>特定された問題</a:t>
            </a:r>
            <a:endParaRPr sz="1250" spc="40">
              <a:solidFill>
                <a:srgbClr val="CE4D44"/>
              </a:solidFill>
              <a:latin typeface="源ノ角ゴシック JP"/>
              <a:ea typeface="源ノ角ゴシック JP"/>
              <a:cs typeface="源ノ角ゴシック JP"/>
            </a:endParaRPr>
          </a:p>
        </p:txBody>
      </p:sp>
      <p:sp>
        <p:nvSpPr>
          <p:cNvPr id="31" name="テキスト ボックス 30">
            <a:extLst xmlns:a="http://schemas.openxmlformats.org/drawingml/2006/main">
              <a:ext uri="{FF2B5EF4-FFF2-40B4-BE49-F238E27FC236}">
                <a16:creationId xmlns:a16="http://schemas.microsoft.com/office/drawing/2014/main" id="{C8E03D0C-3C4B-F905-D808-78DC0A61605B}"/>
              </a:ext>
            </a:extLst>
          </p:cNvPr>
          <p:cNvSpPr>
            <a:spLocks xmlns:a="http://schemas.openxmlformats.org/drawingml/2006/main" noGrp="1"/>
          </p:cNvSpPr>
          <p:nvPr/>
        </p:nvSpPr>
        <p:spPr>
          <a:xfrm xmlns:a="http://schemas.openxmlformats.org/drawingml/2006/main" rot="0" flipH="0" flipV="0">
            <a:off x="9248989" y="862008"/>
            <a:ext cx="2470982" cy="8328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980"/>
              </a:lnSpc>
              <a:buNone/>
            </a:pPr>
            <a:r>
              <a:rPr sz="1150" b="1">
                <a:solidFill>
                  <a:srgbClr val="DCD8DC">
                    <a:lumMod val="25000"/>
                  </a:srgbClr>
                </a:solidFill>
                <a:latin typeface="源ノ角ゴシック JP"/>
                <a:ea typeface="源ノ角ゴシック JP"/>
                <a:cs typeface="源ノ角ゴシック JP"/>
              </a:rPr>
              <a:t>・栄養バランスへの対応について</a:t>
            </a:r>
            <a:endParaRPr sz="1150" b="1">
              <a:solidFill>
                <a:srgbClr val="DCD8DC">
                  <a:lumMod val="25000"/>
                </a:srgbClr>
              </a:solidFill>
              <a:latin typeface="源ノ角ゴシック JP"/>
              <a:ea typeface="源ノ角ゴシック JP"/>
              <a:cs typeface="源ノ角ゴシック JP"/>
            </a:endParaRPr>
          </a:p>
          <a:p xmlns:a="http://schemas.openxmlformats.org/drawingml/2006/main">
            <a:pPr>
              <a:lnSpc>
                <a:spcPts val="1980"/>
              </a:lnSpc>
              <a:buNone/>
            </a:pPr>
            <a:r>
              <a:rPr sz="1150">
                <a:solidFill>
                  <a:schemeClr val="tx1">
                    <a:lumMod val="65000"/>
                    <a:lumOff val="35000"/>
                    <a:alpha val="60000"/>
                  </a:schemeClr>
                </a:solidFill>
                <a:latin typeface="源ノ角ゴシック JP"/>
                <a:ea typeface="源ノ角ゴシック JP"/>
                <a:cs typeface="源ノ角ゴシック JP"/>
              </a:rPr>
              <a:t>・エネルギーへの対応について</a:t>
            </a:r>
            <a:endParaRPr sz="1150">
              <a:solidFill>
                <a:schemeClr val="tx1">
                  <a:lumMod val="65000"/>
                  <a:lumOff val="35000"/>
                  <a:alpha val="60000"/>
                </a:schemeClr>
              </a:solidFill>
              <a:latin typeface="源ノ角ゴシック JP"/>
              <a:ea typeface="源ノ角ゴシック JP"/>
              <a:cs typeface="源ノ角ゴシック JP"/>
            </a:endParaRPr>
          </a:p>
          <a:p xmlns:a="http://schemas.openxmlformats.org/drawingml/2006/main">
            <a:pPr>
              <a:lnSpc>
                <a:spcPts val="1980"/>
              </a:lnSpc>
              <a:buNone/>
            </a:pPr>
            <a:r>
              <a:rPr sz="1150">
                <a:solidFill>
                  <a:schemeClr val="tx1">
                    <a:lumMod val="65000"/>
                    <a:lumOff val="35000"/>
                    <a:alpha val="60000"/>
                  </a:schemeClr>
                </a:solidFill>
                <a:latin typeface="源ノ角ゴシック JP"/>
                <a:ea typeface="源ノ角ゴシック JP"/>
                <a:cs typeface="源ノ角ゴシック JP"/>
              </a:rPr>
              <a:t>・脂質への対応について</a:t>
            </a:r>
            <a:endParaRPr sz="1150">
              <a:solidFill>
                <a:schemeClr val="tx1">
                  <a:lumMod val="65000"/>
                  <a:lumOff val="35000"/>
                  <a:alpha val="60000"/>
                </a:schemeClr>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16213190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02733B25-BC1F-7BA6-DE69-815637B2EAD2}"/>
              </a:ext>
            </a:extLst>
          </p:cNvPr>
          <p:cNvSpPr>
            <a:spLocks xmlns:a="http://schemas.openxmlformats.org/drawingml/2006/main" noGrp="1"/>
          </p:cNvSpPr>
          <p:nvPr/>
        </p:nvSpPr>
        <p:spPr>
          <a:xfrm xmlns:a="http://schemas.openxmlformats.org/drawingml/2006/main">
            <a:off x="223842" y="479786"/>
            <a:ext cx="8504320" cy="887210"/>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lnSpc>
                <a:spcPts val="2820"/>
              </a:lnSpc>
              <a:buNone/>
            </a:pPr>
            <a:r>
              <a:rPr sz="2100" b="1" spc="50">
                <a:solidFill>
                  <a:srgbClr val="42557A"/>
                </a:solidFill>
                <a:latin typeface="源ノ角ゴシック JP"/>
                <a:ea typeface="源ノ角ゴシック JP"/>
                <a:cs typeface="源ノ角ゴシック JP"/>
              </a:rPr>
              <a:t>セブンイレブンでは、若年男性においてエネルギーへの「対応」の</a:t>
            </a:r>
            <a:endParaRPr sz="2100" b="1" spc="50">
              <a:solidFill>
                <a:srgbClr val="42557A"/>
              </a:solidFill>
              <a:latin typeface="源ノ角ゴシック JP"/>
              <a:ea typeface="源ノ角ゴシック JP"/>
              <a:cs typeface="源ノ角ゴシック JP"/>
            </a:endParaRPr>
          </a:p>
          <a:p xmlns:a="http://schemas.openxmlformats.org/drawingml/2006/main">
            <a:pPr indent="66714" defTabSz="438410">
              <a:lnSpc>
                <a:spcPts val="2820"/>
              </a:lnSpc>
              <a:buNone/>
            </a:pPr>
            <a:r>
              <a:rPr sz="2100" b="1" spc="50">
                <a:solidFill>
                  <a:srgbClr val="42557A"/>
                </a:solidFill>
                <a:latin typeface="源ノ角ゴシック JP"/>
                <a:ea typeface="源ノ角ゴシック JP"/>
                <a:cs typeface="源ノ角ゴシック JP"/>
              </a:rPr>
              <a:t>適切さが低い</a:t>
            </a:r>
            <a:endParaRPr sz="2100" b="1" spc="50">
              <a:solidFill>
                <a:srgbClr val="42557A"/>
              </a:solidFill>
              <a:latin typeface="源ノ角ゴシック JP"/>
              <a:ea typeface="源ノ角ゴシック JP"/>
              <a:cs typeface="源ノ角ゴシック JP"/>
            </a:endParaRPr>
          </a:p>
        </p:txBody>
      </p:sp>
      <p:graphicFrame>
        <p:nvGraphicFramePr>
          <p:cNvPr id="34" name="表 6"/>
          <p:cNvGraphicFramePr/>
          <p:nvPr/>
        </p:nvGraphicFramePr>
        <p:xfrm>
          <a:off xmlns:a="http://schemas.openxmlformats.org/drawingml/2006/main" x="420509" y="2911448"/>
          <a:ext xmlns:a="http://schemas.openxmlformats.org/drawingml/2006/main" cx="7992000" cy="1188000"/>
        </p:xfrm>
        <a:graphic xmlns:a="http://schemas.openxmlformats.org/drawingml/2006/main">
          <a:graphicData uri="http://schemas.openxmlformats.org/drawingml/2006/table">
            <a:tbl>
              <a:tblPr>
                <a:tableStyleId>{91EBBBCC-DAD2-459C-BE2E-F6DE35CF9A28}</a:tableStyleId>
              </a:tblPr>
              <a:tblGrid>
                <a:gridCol w="1296000"/>
                <a:gridCol w="1116000"/>
                <a:gridCol w="1116000"/>
                <a:gridCol w="1116000"/>
                <a:gridCol w="1116000"/>
                <a:gridCol w="1116000"/>
                <a:gridCol w="1116000"/>
              </a:tblGrid>
              <a:tr h="468000">
                <a:tc>
                  <a:txBody>
                    <a:bodyPr/>
                    <a:lstStyle/>
                    <a:p>
                      <a:pPr marL="0" marR="0" lvl="0" indent="0" algn="l"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健康ニーズ</a:t>
                      </a:r>
                      <a:endParaRPr sz="1200">
                        <a:solidFill>
                          <a:schemeClr val="tx1">
                            <a:lumMod val="85000"/>
                            <a:lumOff val="15000"/>
                          </a:schemeClr>
                        </a:solidFill>
                        <a:latin typeface="Source Han Sans JP"/>
                        <a:ea typeface="Source Han Sans JP"/>
                        <a:cs typeface="Source Han Sans JP"/>
                      </a:endParaRPr>
                    </a:p>
                  </a:txBody>
                  <a:tcPr marL="91440" marR="91440" marT="46800" marB="45720" anchor="ctr">
                    <a:lnL w="1270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20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9525" cmpd="sng">
                      <a:solidFill>
                        <a:srgbClr val="A00000"/>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30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9525" cmpd="sng">
                      <a:solidFill>
                        <a:srgbClr val="A00000"/>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40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50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60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c>
                  <a:txBody>
                    <a:bodyPr/>
                    <a:lstStyle/>
                    <a:p>
                      <a:pPr marL="0" marR="0" lvl="0" indent="0" algn="ctr" defTabSz="914400">
                        <a:lnSpc>
                          <a:spcPts val="2140"/>
                        </a:lnSpc>
                        <a:spcBef>
                          <a:spcPts val="0"/>
                        </a:spcBef>
                        <a:spcAft>
                          <a:spcPts val="0"/>
                        </a:spcAft>
                        <a:buClrTx/>
                        <a:buSzTx/>
                        <a:buFontTx/>
                        <a:buNone/>
                      </a:pPr>
                      <a:r>
                        <a:rPr sz="1200">
                          <a:solidFill>
                            <a:schemeClr val="tx1">
                              <a:lumMod val="85000"/>
                              <a:lumOff val="15000"/>
                            </a:schemeClr>
                          </a:solidFill>
                          <a:latin typeface="Source Han Sans JP"/>
                          <a:ea typeface="Source Han Sans JP"/>
                          <a:cs typeface="Source Han Sans JP"/>
                        </a:rPr>
                        <a:t>男性</a:t>
                      </a:r>
                      <a:r>
                        <a:rPr sz="1200">
                          <a:solidFill>
                            <a:schemeClr val="tx1">
                              <a:lumMod val="85000"/>
                              <a:lumOff val="15000"/>
                            </a:schemeClr>
                          </a:solidFill>
                          <a:latin typeface="Source Han Sans JP"/>
                          <a:ea typeface="Source Han Sans JP"/>
                          <a:cs typeface="Source Han Sans JP"/>
                        </a:rPr>
                        <a:t>70</a:t>
                      </a:r>
                      <a:r>
                        <a:rPr sz="1200">
                          <a:solidFill>
                            <a:schemeClr val="tx1">
                              <a:lumMod val="85000"/>
                              <a:lumOff val="15000"/>
                            </a:schemeClr>
                          </a:solidFill>
                          <a:latin typeface="Source Han Sans JP"/>
                          <a:ea typeface="Source Han Sans JP"/>
                          <a:cs typeface="Source Han Sans JP"/>
                        </a:rPr>
                        <a:t>代</a:t>
                      </a:r>
                      <a:endParaRPr sz="1200">
                        <a:solidFill>
                          <a:schemeClr val="tx1">
                            <a:lumMod val="85000"/>
                            <a:lumOff val="15000"/>
                          </a:schemeClr>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12700" cmpd="sng">
                      <a:solidFill>
                        <a:schemeClr val="tx1">
                          <a:lumMod val="50000"/>
                          <a:lumOff val="50000"/>
                        </a:schemeClr>
                      </a:solidFill>
                      <a:prstDash val="solid"/>
                    </a:lnR>
                    <a:lnT w="12700" cmpd="sng">
                      <a:solidFill>
                        <a:schemeClr val="tx1">
                          <a:lumMod val="50000"/>
                          <a:lumOff val="50000"/>
                        </a:schemeClr>
                      </a:solidFill>
                      <a:prstDash val="solid"/>
                    </a:lnT>
                    <a:lnB w="6350" cmpd="sng">
                      <a:solidFill>
                        <a:schemeClr val="tx1">
                          <a:lumMod val="50000"/>
                          <a:lumOff val="50000"/>
                        </a:schemeClr>
                      </a:solidFill>
                      <a:prstDash val="solid"/>
                    </a:lnB>
                    <a:solidFill>
                      <a:srgbClr val="F5EDE9"/>
                    </a:solidFill>
                  </a:tcPr>
                </a:tc>
              </a:tr>
              <a:tr h="720000">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chemeClr val="tx1">
                              <a:lumMod val="75000"/>
                              <a:lumOff val="25000"/>
                            </a:schemeClr>
                          </a:solidFill>
                          <a:latin typeface="Source Han Sans JP"/>
                          <a:ea typeface="Source Han Sans JP"/>
                          <a:cs typeface="Source Han Sans JP"/>
                        </a:rPr>
                        <a:t>エネルギーを</a:t>
                      </a:r>
                      <a:endParaRPr sz="1200" b="0" i="0" u="none" kern="1200" cap="none" spc="0" baseline="0">
                        <a:ln>
                          <a:noFill/>
                        </a:ln>
                        <a:solidFill>
                          <a:schemeClr val="tx1">
                            <a:lumMod val="75000"/>
                            <a:lumOff val="25000"/>
                          </a:schemeClr>
                        </a:solidFill>
                        <a:latin typeface="Source Han Sans JP"/>
                        <a:ea typeface="Source Han Sans JP"/>
                        <a:cs typeface="Source Han Sans JP"/>
                      </a:endParaRPr>
                    </a:p>
                    <a:p>
                      <a:pPr marL="0" marR="0" lvl="0" indent="0" algn="l" defTabSz="914400">
                        <a:lnSpc>
                          <a:spcPts val="2040"/>
                        </a:lnSpc>
                        <a:spcBef>
                          <a:spcPts val="0"/>
                        </a:spcBef>
                        <a:spcAft>
                          <a:spcPts val="0"/>
                        </a:spcAft>
                        <a:buClrTx/>
                        <a:buSzTx/>
                        <a:buFontTx/>
                        <a:buNone/>
                      </a:pPr>
                      <a:r>
                        <a:rPr sz="1200" b="0" i="0" u="none" cap="none" spc="0">
                          <a:ln>
                            <a:noFill/>
                          </a:ln>
                          <a:solidFill>
                            <a:schemeClr val="tx1">
                              <a:lumMod val="75000"/>
                              <a:lumOff val="25000"/>
                            </a:schemeClr>
                          </a:solidFill>
                          <a:latin typeface="Source Han Sans JP"/>
                          <a:ea typeface="Source Han Sans JP"/>
                          <a:cs typeface="Source Han Sans JP"/>
                        </a:rPr>
                        <a:t>減らしたい</a:t>
                      </a:r>
                      <a:endParaRPr sz="1200" b="0" i="0" u="none" kern="1200" cap="none" spc="0" baseline="0">
                        <a:ln>
                          <a:noFill/>
                        </a:ln>
                        <a:solidFill>
                          <a:schemeClr val="tx1">
                            <a:lumMod val="75000"/>
                            <a:lumOff val="25000"/>
                          </a:schemeClr>
                        </a:solidFill>
                        <a:latin typeface="Source Han Sans JP"/>
                        <a:ea typeface="Source Han Sans JP"/>
                        <a:cs typeface="Source Han Sans JP"/>
                      </a:endParaRPr>
                    </a:p>
                  </a:txBody>
                  <a:tcPr marL="91440" marR="91440" marT="45720" marB="45720" anchor="ctr">
                    <a:lnL w="12700" cmpd="sng">
                      <a:solidFill>
                        <a:schemeClr val="tx1">
                          <a:lumMod val="50000"/>
                          <a:lumOff val="50000"/>
                        </a:schemeClr>
                      </a:solidFill>
                      <a:prstDash val="solid"/>
                    </a:lnL>
                    <a:lnR w="9525" cmpd="sng">
                      <a:solidFill>
                        <a:srgbClr val="A00000"/>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5EDE9"/>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CE4D44"/>
                          </a:solidFill>
                          <a:latin typeface="Source Han Sans JP"/>
                          <a:ea typeface="Source Han Sans JP"/>
                          <a:cs typeface="Source Han Sans JP"/>
                        </a:rPr>
                        <a:t>記録数：</a:t>
                      </a:r>
                      <a:r>
                        <a:rPr sz="1200" b="0" i="0" u="none" cap="none" spc="0">
                          <a:ln>
                            <a:noFill/>
                          </a:ln>
                          <a:solidFill>
                            <a:srgbClr val="CE4D44"/>
                          </a:solidFill>
                          <a:latin typeface="Source Han Sans JP"/>
                          <a:ea typeface="Source Han Sans JP"/>
                          <a:cs typeface="Source Han Sans JP"/>
                        </a:rPr>
                        <a:t>0.48</a:t>
                      </a:r>
                      <a:br/>
                      <a:r>
                        <a:rPr sz="1200" b="0" i="0" u="none" cap="none" spc="0">
                          <a:ln>
                            <a:noFill/>
                          </a:ln>
                          <a:solidFill>
                            <a:srgbClr val="CE4D44"/>
                          </a:solidFill>
                          <a:latin typeface="Source Han Sans JP"/>
                          <a:ea typeface="Source Han Sans JP"/>
                          <a:cs typeface="Source Han Sans JP"/>
                        </a:rPr>
                        <a:t>低い</a:t>
                      </a:r>
                      <a:endParaRPr sz="12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9525" cmpd="sng">
                      <a:solidFill>
                        <a:srgbClr val="A00000"/>
                      </a:solidFill>
                      <a:prstDash val="solid"/>
                    </a:lnL>
                    <a:lnR w="6350" cmpd="sng">
                      <a:solidFill>
                        <a:schemeClr val="tx1">
                          <a:lumMod val="50000"/>
                          <a:lumOff val="50000"/>
                        </a:schemeClr>
                      </a:solidFill>
                      <a:prstDash val="solid"/>
                    </a:lnR>
                    <a:lnT w="9525" cmpd="sng">
                      <a:solidFill>
                        <a:srgbClr val="A00000"/>
                      </a:solidFill>
                      <a:prstDash val="solid"/>
                    </a:lnT>
                    <a:lnB w="9525" cmpd="sng">
                      <a:solidFill>
                        <a:srgbClr val="A00000"/>
                      </a:solidFill>
                      <a:prstDash val="solid"/>
                    </a:lnB>
                    <a:solidFill>
                      <a:srgbClr val="CE4D44">
                        <a:alpha val="15000"/>
                      </a:srgbClr>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CE4D44"/>
                          </a:solidFill>
                          <a:latin typeface="Source Han Sans JP"/>
                          <a:ea typeface="Source Han Sans JP"/>
                          <a:cs typeface="Source Han Sans JP"/>
                        </a:rPr>
                        <a:t>記録数：</a:t>
                      </a:r>
                      <a:r>
                        <a:rPr sz="1200" b="0" i="0" u="none" cap="none" spc="0">
                          <a:ln>
                            <a:noFill/>
                          </a:ln>
                          <a:solidFill>
                            <a:srgbClr val="CE4D44"/>
                          </a:solidFill>
                          <a:latin typeface="Source Han Sans JP"/>
                          <a:ea typeface="Source Han Sans JP"/>
                          <a:cs typeface="Source Han Sans JP"/>
                        </a:rPr>
                        <a:t>0.90</a:t>
                      </a:r>
                      <a:br/>
                      <a:r>
                        <a:rPr sz="1200" b="0" i="0" u="none" cap="none" spc="0">
                          <a:ln>
                            <a:noFill/>
                          </a:ln>
                          <a:solidFill>
                            <a:srgbClr val="CE4D44"/>
                          </a:solidFill>
                          <a:latin typeface="Source Han Sans JP"/>
                          <a:ea typeface="Source Han Sans JP"/>
                          <a:cs typeface="Source Han Sans JP"/>
                        </a:rPr>
                        <a:t>低い</a:t>
                      </a:r>
                      <a:endParaRPr sz="1200" b="0" i="0" u="none" kern="1200" cap="none" spc="0" baseline="0">
                        <a:ln>
                          <a:noFill/>
                        </a:ln>
                        <a:solidFill>
                          <a:srgbClr val="CE4D44"/>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9525" cmpd="sng">
                      <a:solidFill>
                        <a:srgbClr val="A00000"/>
                      </a:solidFill>
                      <a:prstDash val="solid"/>
                    </a:lnR>
                    <a:lnT w="9525" cmpd="sng">
                      <a:solidFill>
                        <a:srgbClr val="A00000"/>
                      </a:solidFill>
                      <a:prstDash val="solid"/>
                    </a:lnT>
                    <a:lnB w="9525" cmpd="sng">
                      <a:solidFill>
                        <a:srgbClr val="A00000"/>
                      </a:solidFill>
                      <a:prstDash val="solid"/>
                    </a:lnB>
                    <a:solidFill>
                      <a:srgbClr val="CE4D44">
                        <a:alpha val="15000"/>
                      </a:srgbClr>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2.29</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9525" cmpd="sng">
                      <a:solidFill>
                        <a:srgbClr val="A00000"/>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2.01</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E27A1C"/>
                          </a:solidFill>
                          <a:latin typeface="Source Han Sans JP"/>
                          <a:ea typeface="Source Han Sans JP"/>
                          <a:cs typeface="Source Han Sans JP"/>
                        </a:rPr>
                        <a:t>記録数：</a:t>
                      </a:r>
                      <a:r>
                        <a:rPr sz="1200" b="0" i="0" u="none" cap="none" spc="0">
                          <a:ln>
                            <a:noFill/>
                          </a:ln>
                          <a:solidFill>
                            <a:srgbClr val="E27A1C"/>
                          </a:solidFill>
                          <a:latin typeface="Source Han Sans JP"/>
                          <a:ea typeface="Source Han Sans JP"/>
                          <a:cs typeface="Source Han Sans JP"/>
                        </a:rPr>
                        <a:t>1.61</a:t>
                      </a:r>
                      <a:br/>
                      <a:r>
                        <a:rPr sz="1200" b="0" i="0" u="none" cap="none" spc="0">
                          <a:ln>
                            <a:noFill/>
                          </a:ln>
                          <a:solidFill>
                            <a:srgbClr val="E27A1C"/>
                          </a:solidFill>
                          <a:latin typeface="Source Han Sans JP"/>
                          <a:ea typeface="Source Han Sans JP"/>
                          <a:cs typeface="Source Han Sans JP"/>
                        </a:rPr>
                        <a:t>中程度</a:t>
                      </a:r>
                      <a:endParaRPr sz="1200" b="0" i="0" u="none" kern="1200" cap="none" spc="0" baseline="0">
                        <a:ln>
                          <a:noFill/>
                        </a:ln>
                        <a:solidFill>
                          <a:srgbClr val="E27A1C"/>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635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c>
                  <a:txBody>
                    <a:bodyPr/>
                    <a:lstStyle/>
                    <a:p>
                      <a:pPr marL="0" marR="0" lvl="0" indent="0" algn="l" defTabSz="914400">
                        <a:lnSpc>
                          <a:spcPts val="2040"/>
                        </a:lnSpc>
                        <a:spcBef>
                          <a:spcPts val="0"/>
                        </a:spcBef>
                        <a:spcAft>
                          <a:spcPts val="0"/>
                        </a:spcAft>
                        <a:buClrTx/>
                        <a:buSzTx/>
                        <a:buFontTx/>
                        <a:buNone/>
                      </a:pPr>
                      <a:r>
                        <a:rPr sz="1200" b="0" i="0" u="none" cap="none" spc="0">
                          <a:ln>
                            <a:noFill/>
                          </a:ln>
                          <a:solidFill>
                            <a:srgbClr val="599975"/>
                          </a:solidFill>
                          <a:latin typeface="Source Han Sans JP"/>
                          <a:ea typeface="Source Han Sans JP"/>
                          <a:cs typeface="Source Han Sans JP"/>
                        </a:rPr>
                        <a:t>記録数：</a:t>
                      </a:r>
                      <a:r>
                        <a:rPr sz="1200" b="0" i="0" u="none" cap="none" spc="0">
                          <a:ln>
                            <a:noFill/>
                          </a:ln>
                          <a:solidFill>
                            <a:srgbClr val="599975"/>
                          </a:solidFill>
                          <a:latin typeface="Source Han Sans JP"/>
                          <a:ea typeface="Source Han Sans JP"/>
                          <a:cs typeface="Source Han Sans JP"/>
                        </a:rPr>
                        <a:t>3.22</a:t>
                      </a:r>
                      <a:br/>
                      <a:r>
                        <a:rPr sz="1200" b="0" i="0" u="none" cap="none" spc="0">
                          <a:ln>
                            <a:noFill/>
                          </a:ln>
                          <a:solidFill>
                            <a:srgbClr val="599975"/>
                          </a:solidFill>
                          <a:latin typeface="Source Han Sans JP"/>
                          <a:ea typeface="Source Han Sans JP"/>
                          <a:cs typeface="Source Han Sans JP"/>
                        </a:rPr>
                        <a:t>高い</a:t>
                      </a:r>
                      <a:endParaRPr sz="1200" b="0" i="0" u="none" kern="1200" cap="none" spc="0" baseline="0">
                        <a:ln>
                          <a:noFill/>
                        </a:ln>
                        <a:solidFill>
                          <a:srgbClr val="599975"/>
                        </a:solidFill>
                        <a:latin typeface="Source Han Sans JP"/>
                        <a:ea typeface="Source Han Sans JP"/>
                        <a:cs typeface="Source Han Sans JP"/>
                      </a:endParaRPr>
                    </a:p>
                  </a:txBody>
                  <a:tcPr marL="91440" marR="91440" marT="45720" marB="45720" anchor="ctr">
                    <a:lnL w="6350" cmpd="sng">
                      <a:solidFill>
                        <a:schemeClr val="tx1">
                          <a:lumMod val="50000"/>
                          <a:lumOff val="50000"/>
                        </a:schemeClr>
                      </a:solidFill>
                      <a:prstDash val="solid"/>
                    </a:lnL>
                    <a:lnR w="12700" cmpd="sng">
                      <a:solidFill>
                        <a:schemeClr val="tx1">
                          <a:lumMod val="50000"/>
                          <a:lumOff val="50000"/>
                        </a:schemeClr>
                      </a:solidFill>
                      <a:prstDash val="solid"/>
                    </a:lnR>
                    <a:lnT w="6350" cmpd="sng">
                      <a:solidFill>
                        <a:schemeClr val="tx1">
                          <a:lumMod val="50000"/>
                          <a:lumOff val="50000"/>
                        </a:schemeClr>
                      </a:solidFill>
                      <a:prstDash val="solid"/>
                    </a:lnT>
                    <a:lnB w="12700" cmpd="sng">
                      <a:solidFill>
                        <a:schemeClr val="tx1">
                          <a:lumMod val="50000"/>
                          <a:lumOff val="50000"/>
                        </a:schemeClr>
                      </a:solidFill>
                      <a:prstDash val="solid"/>
                    </a:lnB>
                    <a:solidFill>
                      <a:srgbClr val="FFFFFF"/>
                    </a:solidFill>
                  </a:tcPr>
                </a:tc>
              </a:tr>
            </a:tbl>
          </a:graphicData>
        </a:graphic>
      </p:graphicFrame>
      <p:sp>
        <p:nvSpPr>
          <p:cNvPr id="10" name="正方形/長方形 9">
            <a:extLst xmlns:a="http://schemas.openxmlformats.org/drawingml/2006/main">
              <a:ext uri="{FF2B5EF4-FFF2-40B4-BE49-F238E27FC236}">
                <a16:creationId xmlns:a16="http://schemas.microsoft.com/office/drawing/2014/main" id="{E4C16E64-DB85-B6B1-1BBC-BA6A564DC845}"/>
              </a:ext>
            </a:extLst>
          </p:cNvPr>
          <p:cNvSpPr>
            <a:spLocks xmlns:a="http://schemas.openxmlformats.org/drawingml/2006/main" noGrp="1"/>
          </p:cNvSpPr>
          <p:nvPr/>
        </p:nvSpPr>
        <p:spPr>
          <a:xfrm xmlns:a="http://schemas.openxmlformats.org/drawingml/2006/main" rot="0" flipH="0" flipV="0">
            <a:off x="420509" y="1523112"/>
            <a:ext cx="4129710" cy="842369"/>
          </a:xfrm>
          <a:prstGeom xmlns:a="http://schemas.openxmlformats.org/drawingml/2006/main" prst="rect">
            <a:avLst/>
          </a:prstGeom>
          <a:solidFill xmlns:a="http://schemas.openxmlformats.org/drawingml/2006/main">
            <a:schemeClr val="bg1">
              <a:lumMod val="95000"/>
              <a:alpha val="30000"/>
            </a:schemeClr>
          </a:solidFill>
          <a:ln xmlns:a="http://schemas.openxmlformats.org/drawingml/2006/main" w="12700">
            <a:solidFill>
              <a:schemeClr val="tx1">
                <a:lumMod val="65000"/>
                <a:lumOff val="3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n>
                <a:solidFill>
                  <a:schemeClr val="tx1">
                    <a:lumMod val="50000"/>
                    <a:lumOff val="50000"/>
                  </a:schemeClr>
                </a:solidFill>
              </a:ln>
            </a:endParaRPr>
          </a:p>
        </p:txBody>
      </p:sp>
      <p:sp>
        <p:nvSpPr>
          <p:cNvPr id="11" name="テキスト ボックス 10">
            <a:extLst xmlns:a="http://schemas.openxmlformats.org/drawingml/2006/main">
              <a:ext uri="{FF2B5EF4-FFF2-40B4-BE49-F238E27FC236}">
                <a16:creationId xmlns:a16="http://schemas.microsoft.com/office/drawing/2014/main" id="{40BBB2C4-3849-C0F5-F7BD-FD8F33743170}"/>
              </a:ext>
            </a:extLst>
          </p:cNvPr>
          <p:cNvSpPr>
            <a:spLocks xmlns:a="http://schemas.openxmlformats.org/drawingml/2006/main" noGrp="1"/>
          </p:cNvSpPr>
          <p:nvPr/>
        </p:nvSpPr>
        <p:spPr>
          <a:xfrm xmlns:a="http://schemas.openxmlformats.org/drawingml/2006/main" rot="0" flipH="0" flipV="0">
            <a:off x="490497" y="1640478"/>
            <a:ext cx="3956852" cy="30008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350">
                <a:solidFill>
                  <a:srgbClr val="DCD8DC">
                    <a:lumMod val="25000"/>
                  </a:srgbClr>
                </a:solidFill>
                <a:latin typeface="源ノ角ゴシック JP"/>
                <a:ea typeface="源ノ角ゴシック JP"/>
                <a:cs typeface="源ノ角ゴシック JP"/>
              </a:rPr>
              <a:t>購買記録数（件</a:t>
            </a:r>
            <a:r>
              <a:rPr sz="1350">
                <a:solidFill>
                  <a:srgbClr val="DCD8DC">
                    <a:lumMod val="25000"/>
                  </a:srgbClr>
                </a:solidFill>
                <a:latin typeface="源ノ角ゴシック JP"/>
                <a:ea typeface="源ノ角ゴシック JP"/>
                <a:cs typeface="源ノ角ゴシック JP"/>
              </a:rPr>
              <a:t> / 1000</a:t>
            </a:r>
            <a:r>
              <a:rPr sz="1350">
                <a:solidFill>
                  <a:srgbClr val="DCD8DC">
                    <a:lumMod val="25000"/>
                  </a:srgbClr>
                </a:solidFill>
                <a:latin typeface="源ノ角ゴシック JP"/>
                <a:ea typeface="源ノ角ゴシック JP"/>
                <a:cs typeface="源ノ角ゴシック JP"/>
              </a:rPr>
              <a:t>人）：</a:t>
            </a:r>
            <a:endParaRPr sz="1350">
              <a:solidFill>
                <a:srgbClr val="DCD8DC">
                  <a:lumMod val="25000"/>
                </a:srgbClr>
              </a:solidFill>
              <a:latin typeface="源ノ角ゴシック JP"/>
              <a:ea typeface="源ノ角ゴシック JP"/>
              <a:cs typeface="源ノ角ゴシック JP"/>
            </a:endParaRPr>
          </a:p>
        </p:txBody>
      </p:sp>
      <p:sp>
        <p:nvSpPr>
          <p:cNvPr id="12" name="テキスト ボックス 11">
            <a:extLst xmlns:a="http://schemas.openxmlformats.org/drawingml/2006/main">
              <a:ext uri="{FF2B5EF4-FFF2-40B4-BE49-F238E27FC236}">
                <a16:creationId xmlns:a16="http://schemas.microsoft.com/office/drawing/2014/main" id="{67D27D74-FEE4-662D-CB61-6EB607EEDF00}"/>
              </a:ext>
            </a:extLst>
          </p:cNvPr>
          <p:cNvSpPr>
            <a:spLocks xmlns:a="http://schemas.openxmlformats.org/drawingml/2006/main" noGrp="1"/>
          </p:cNvSpPr>
          <p:nvPr/>
        </p:nvSpPr>
        <p:spPr>
          <a:xfrm xmlns:a="http://schemas.openxmlformats.org/drawingml/2006/main" rot="0" flipH="0" flipV="0">
            <a:off x="490497" y="1972416"/>
            <a:ext cx="3808262" cy="30008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350">
                <a:solidFill>
                  <a:srgbClr val="DCD8DC">
                    <a:lumMod val="25000"/>
                  </a:srgbClr>
                </a:solidFill>
                <a:latin typeface="源ノ角ゴシック JP"/>
                <a:ea typeface="源ノ角ゴシック JP"/>
                <a:cs typeface="源ノ角ゴシック JP"/>
              </a:rPr>
              <a:t>適切さの評価：</a:t>
            </a:r>
            <a:r>
              <a:rPr sz="1350">
                <a:solidFill>
                  <a:srgbClr val="599975"/>
                </a:solidFill>
                <a:latin typeface="源ノ角ゴシック JP"/>
                <a:ea typeface="源ノ角ゴシック JP"/>
                <a:cs typeface="源ノ角ゴシック JP"/>
              </a:rPr>
              <a:t>高い</a:t>
            </a:r>
            <a:r>
              <a:rPr sz="1350">
                <a:solidFill>
                  <a:srgbClr val="DCD8DC">
                    <a:lumMod val="25000"/>
                  </a:srgbClr>
                </a:solidFill>
                <a:latin typeface="源ノ角ゴシック JP"/>
                <a:ea typeface="源ノ角ゴシック JP"/>
                <a:cs typeface="源ノ角ゴシック JP"/>
              </a:rPr>
              <a:t> / </a:t>
            </a:r>
            <a:r>
              <a:rPr sz="1350">
                <a:solidFill>
                  <a:srgbClr val="E27A1C"/>
                </a:solidFill>
                <a:latin typeface="源ノ角ゴシック JP"/>
                <a:ea typeface="源ノ角ゴシック JP"/>
                <a:cs typeface="源ノ角ゴシック JP"/>
              </a:rPr>
              <a:t>中程度</a:t>
            </a:r>
            <a:r>
              <a:rPr sz="1350">
                <a:solidFill>
                  <a:srgbClr val="E27A1C"/>
                </a:solidFill>
                <a:latin typeface="源ノ角ゴシック JP"/>
                <a:ea typeface="源ノ角ゴシック JP"/>
                <a:cs typeface="源ノ角ゴシック JP"/>
              </a:rPr>
              <a:t> </a:t>
            </a:r>
            <a:r>
              <a:rPr sz="1350">
                <a:solidFill>
                  <a:srgbClr val="DCD8DC">
                    <a:lumMod val="25000"/>
                  </a:srgbClr>
                </a:solidFill>
                <a:latin typeface="源ノ角ゴシック JP"/>
                <a:ea typeface="源ノ角ゴシック JP"/>
                <a:cs typeface="源ノ角ゴシック JP"/>
              </a:rPr>
              <a:t>/ </a:t>
            </a:r>
            <a:r>
              <a:rPr sz="1350">
                <a:solidFill>
                  <a:srgbClr val="CE4D44"/>
                </a:solidFill>
                <a:latin typeface="源ノ角ゴシック JP"/>
                <a:ea typeface="源ノ角ゴシック JP"/>
                <a:cs typeface="源ノ角ゴシック JP"/>
              </a:rPr>
              <a:t>低い</a:t>
            </a:r>
            <a:r>
              <a:rPr sz="1350">
                <a:solidFill>
                  <a:srgbClr val="DCD8DC">
                    <a:lumMod val="25000"/>
                  </a:srgbClr>
                </a:solidFill>
                <a:latin typeface="源ノ角ゴシック JP"/>
                <a:ea typeface="源ノ角ゴシック JP"/>
                <a:cs typeface="源ノ角ゴシック JP"/>
              </a:rPr>
              <a:t> </a:t>
            </a:r>
          </a:p>
        </p:txBody>
      </p:sp>
      <p:sp>
        <p:nvSpPr>
          <p:cNvPr id="14" name="テキスト ボックス 13">
            <a:extLst xmlns:a="http://schemas.openxmlformats.org/drawingml/2006/main">
              <a:ext uri="{FF2B5EF4-FFF2-40B4-BE49-F238E27FC236}">
                <a16:creationId xmlns:a16="http://schemas.microsoft.com/office/drawing/2014/main" id="{C6EA6A6A-2AAE-61FD-09F1-E08A00A2AA8E}"/>
              </a:ext>
            </a:extLst>
          </p:cNvPr>
          <p:cNvSpPr>
            <a:spLocks xmlns:a="http://schemas.openxmlformats.org/drawingml/2006/main" noGrp="1"/>
          </p:cNvSpPr>
          <p:nvPr/>
        </p:nvSpPr>
        <p:spPr>
          <a:xfrm xmlns:a="http://schemas.openxmlformats.org/drawingml/2006/main" rot="0" flipH="0" flipV="0">
            <a:off x="8626734" y="2807699"/>
            <a:ext cx="3308742" cy="697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z="1450" spc="20">
                <a:solidFill>
                  <a:srgbClr val="DCD8DC">
                    <a:lumMod val="25000"/>
                  </a:srgbClr>
                </a:solidFill>
                <a:latin typeface="源ノ角ゴシック JP"/>
                <a:ea typeface="源ノ角ゴシック JP"/>
                <a:cs typeface="源ノ角ゴシック JP"/>
              </a:rPr>
              <a:t>購買記録数に基づき、適切さを</a:t>
            </a:r>
            <a:b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 </a:t>
            </a:r>
            <a:r>
              <a:rPr sz="1450" spc="20">
                <a:solidFill>
                  <a:srgbClr val="599975"/>
                </a:solidFill>
                <a:latin typeface="源ノ角ゴシック JP"/>
                <a:ea typeface="源ノ角ゴシック JP"/>
                <a:cs typeface="源ノ角ゴシック JP"/>
              </a:rPr>
              <a:t>高い</a:t>
            </a:r>
            <a:r>
              <a:rPr sz="1450" spc="20">
                <a:solidFill>
                  <a:srgbClr val="DCD8DC">
                    <a:lumMod val="25000"/>
                  </a:srgbClr>
                </a:solidFill>
                <a:latin typeface="源ノ角ゴシック JP"/>
                <a:ea typeface="源ノ角ゴシック JP"/>
                <a:cs typeface="源ノ角ゴシック JP"/>
              </a:rPr>
              <a:t> / </a:t>
            </a:r>
            <a:r>
              <a:rPr sz="1450" spc="20">
                <a:solidFill>
                  <a:srgbClr val="E27A1C"/>
                </a:solidFill>
                <a:latin typeface="源ノ角ゴシック JP"/>
                <a:ea typeface="源ノ角ゴシック JP"/>
                <a:cs typeface="源ノ角ゴシック JP"/>
              </a:rPr>
              <a:t>中程度</a:t>
            </a:r>
            <a:r>
              <a:rPr sz="1450" spc="20">
                <a:solidFill>
                  <a:srgbClr val="E27A1C"/>
                </a:solidFill>
                <a:latin typeface="源ノ角ゴシック JP"/>
                <a:ea typeface="源ノ角ゴシック JP"/>
                <a:cs typeface="源ノ角ゴシック JP"/>
              </a:rPr>
              <a:t> </a:t>
            </a:r>
            <a:r>
              <a:rPr sz="1450" spc="20">
                <a:solidFill>
                  <a:srgbClr val="DCD8DC">
                    <a:lumMod val="25000"/>
                  </a:srgbClr>
                </a:solidFill>
                <a:latin typeface="源ノ角ゴシック JP"/>
                <a:ea typeface="源ノ角ゴシック JP"/>
                <a:cs typeface="源ノ角ゴシック JP"/>
              </a:rPr>
              <a:t>/ </a:t>
            </a:r>
            <a:r>
              <a:rPr sz="1450" spc="20">
                <a:solidFill>
                  <a:srgbClr val="CE4D44"/>
                </a:solidFill>
                <a:latin typeface="源ノ角ゴシック JP"/>
                <a:ea typeface="源ノ角ゴシック JP"/>
                <a:cs typeface="源ノ角ゴシック JP"/>
              </a:rPr>
              <a:t>低い</a:t>
            </a:r>
            <a:r>
              <a:rPr sz="1450" spc="20">
                <a:solidFill>
                  <a:srgbClr val="DCD8DC">
                    <a:lumMod val="25000"/>
                  </a:srgbClr>
                </a:solidFill>
                <a:latin typeface="源ノ角ゴシック JP"/>
                <a:ea typeface="源ノ角ゴシック JP"/>
                <a:cs typeface="源ノ角ゴシック JP"/>
              </a:rPr>
              <a:t> </a:t>
            </a:r>
            <a:r>
              <a:rPr sz="1450" spc="20">
                <a:solidFill>
                  <a:srgbClr val="DCD8DC">
                    <a:lumMod val="25000"/>
                  </a:srgbClr>
                </a:solidFill>
                <a:latin typeface="源ノ角ゴシック JP"/>
                <a:ea typeface="源ノ角ゴシック JP"/>
                <a:cs typeface="源ノ角ゴシック JP"/>
              </a:rPr>
              <a:t>）で評価した</a:t>
            </a:r>
            <a:endParaRPr sz="1450" spc="20">
              <a:solidFill>
                <a:srgbClr val="DCD8DC">
                  <a:lumMod val="25000"/>
                </a:srgbClr>
              </a:solidFill>
              <a:latin typeface="源ノ角ゴシック JP"/>
              <a:ea typeface="源ノ角ゴシック JP"/>
              <a:cs typeface="源ノ角ゴシック JP"/>
            </a:endParaRPr>
          </a:p>
        </p:txBody>
      </p:sp>
      <p:sp>
        <p:nvSpPr>
          <p:cNvPr id="15" name="テキスト ボックス 14">
            <a:extLst xmlns:a="http://schemas.openxmlformats.org/drawingml/2006/main">
              <a:ext uri="{FF2B5EF4-FFF2-40B4-BE49-F238E27FC236}">
                <a16:creationId xmlns:a16="http://schemas.microsoft.com/office/drawing/2014/main" id="{D72A80AE-63E8-6261-6448-AB07EBA861C9}"/>
              </a:ext>
            </a:extLst>
          </p:cNvPr>
          <p:cNvSpPr>
            <a:spLocks xmlns:a="http://schemas.openxmlformats.org/drawingml/2006/main" noGrp="1"/>
          </p:cNvSpPr>
          <p:nvPr/>
        </p:nvSpPr>
        <p:spPr>
          <a:xfrm xmlns:a="http://schemas.openxmlformats.org/drawingml/2006/main" rot="0" flipH="0" flipV="0">
            <a:off x="8729943" y="3700439"/>
            <a:ext cx="2196360" cy="105362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580"/>
              </a:lnSpc>
              <a:buNone/>
            </a:pPr>
            <a:r>
              <a:rPr sz="1450" spc="20">
                <a:solidFill>
                  <a:srgbClr val="599975"/>
                </a:solidFill>
                <a:latin typeface="源ノ角ゴシック JP"/>
                <a:ea typeface="源ノ角ゴシック JP"/>
                <a:cs typeface="源ノ角ゴシック JP"/>
              </a:rPr>
              <a:t>高い</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3.01</a:t>
            </a:r>
            <a:r>
              <a:rPr sz="1450" spc="20">
                <a:solidFill>
                  <a:srgbClr val="DCD8DC">
                    <a:lumMod val="25000"/>
                  </a:srgbClr>
                </a:solidFill>
                <a:latin typeface="源ノ角ゴシック JP"/>
                <a:ea typeface="源ノ角ゴシック JP"/>
                <a:cs typeface="源ノ角ゴシック JP"/>
              </a:rPr>
              <a:t>以上</a:t>
            </a:r>
            <a:endParaRPr sz="1450" spc="20">
              <a:solidFill>
                <a:srgbClr val="DCD8DC">
                  <a:lumMod val="25000"/>
                </a:srgbClr>
              </a:solidFill>
              <a:latin typeface="源ノ角ゴシック JP"/>
              <a:ea typeface="源ノ角ゴシック JP"/>
              <a:cs typeface="源ノ角ゴシック JP"/>
            </a:endParaRPr>
          </a:p>
          <a:p xmlns:a="http://schemas.openxmlformats.org/drawingml/2006/main">
            <a:pPr>
              <a:lnSpc>
                <a:spcPts val="2580"/>
              </a:lnSpc>
              <a:buNone/>
            </a:pPr>
            <a:r>
              <a:rPr sz="1450" spc="20">
                <a:solidFill>
                  <a:srgbClr val="E27A1C"/>
                </a:solidFill>
                <a:latin typeface="源ノ角ゴシック JP"/>
                <a:ea typeface="源ノ角ゴシック JP"/>
                <a:cs typeface="源ノ角ゴシック JP"/>
              </a:rPr>
              <a:t>中程度</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1.04–3.00</a:t>
            </a:r>
          </a:p>
          <a:p xmlns:a="http://schemas.openxmlformats.org/drawingml/2006/main">
            <a:pPr>
              <a:lnSpc>
                <a:spcPts val="2580"/>
              </a:lnSpc>
              <a:buNone/>
            </a:pPr>
            <a:r>
              <a:rPr sz="1450" spc="20">
                <a:solidFill>
                  <a:srgbClr val="CE4D44"/>
                </a:solidFill>
                <a:latin typeface="源ノ角ゴシック JP"/>
                <a:ea typeface="源ノ角ゴシック JP"/>
                <a:cs typeface="源ノ角ゴシック JP"/>
              </a:rPr>
              <a:t>低い</a:t>
            </a:r>
            <a:r>
              <a:rPr sz="1450" spc="20">
                <a:solidFill>
                  <a:srgbClr val="DCD8DC">
                    <a:lumMod val="25000"/>
                  </a:srgbClr>
                </a:solidFill>
                <a:latin typeface="源ノ角ゴシック JP"/>
                <a:ea typeface="源ノ角ゴシック JP"/>
                <a:cs typeface="源ノ角ゴシック JP"/>
              </a:rPr>
              <a:t>：</a:t>
            </a:r>
            <a:r>
              <a:rPr sz="1450" spc="20">
                <a:solidFill>
                  <a:srgbClr val="DCD8DC">
                    <a:lumMod val="25000"/>
                  </a:srgbClr>
                </a:solidFill>
                <a:latin typeface="源ノ角ゴシック JP"/>
                <a:ea typeface="源ノ角ゴシック JP"/>
                <a:cs typeface="源ノ角ゴシック JP"/>
              </a:rPr>
              <a:t>0–1.03</a:t>
            </a:r>
          </a:p>
        </p:txBody>
      </p:sp>
      <p:sp>
        <p:nvSpPr>
          <p:cNvPr id="17" name="テキスト ボックス 16">
            <a:extLst xmlns:a="http://schemas.openxmlformats.org/drawingml/2006/main">
              <a:ext uri="{FF2B5EF4-FFF2-40B4-BE49-F238E27FC236}">
                <a16:creationId xmlns:a16="http://schemas.microsoft.com/office/drawing/2014/main" id="{1E2CA1AA-ECDD-2849-5E1A-0AA760461664}"/>
              </a:ext>
            </a:extLst>
          </p:cNvPr>
          <p:cNvSpPr>
            <a:spLocks xmlns:a="http://schemas.openxmlformats.org/drawingml/2006/main" noGrp="1"/>
          </p:cNvSpPr>
          <p:nvPr/>
        </p:nvSpPr>
        <p:spPr>
          <a:xfrm xmlns:a="http://schemas.openxmlformats.org/drawingml/2006/main">
            <a:off x="373529" y="2534293"/>
            <a:ext cx="577884" cy="3771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z="1450" spc="20">
                <a:solidFill>
                  <a:srgbClr val="DCD8DC">
                    <a:lumMod val="25000"/>
                  </a:srgbClr>
                </a:solidFill>
                <a:latin typeface="源ノ角ゴシック JP"/>
                <a:ea typeface="源ノ角ゴシック JP"/>
                <a:cs typeface="源ノ角ゴシック JP"/>
              </a:rPr>
              <a:t>男性</a:t>
            </a:r>
            <a:endParaRPr sz="1450" spc="20">
              <a:solidFill>
                <a:srgbClr val="DCD8DC">
                  <a:lumMod val="25000"/>
                </a:srgbClr>
              </a:solidFill>
              <a:latin typeface="源ノ角ゴシック JP"/>
              <a:ea typeface="源ノ角ゴシック JP"/>
              <a:cs typeface="源ノ角ゴシック JP"/>
            </a:endParaRPr>
          </a:p>
        </p:txBody>
      </p:sp>
      <p:sp>
        <p:nvSpPr>
          <p:cNvPr id="26" name="テキスト ボックス 25">
            <a:extLst xmlns:a="http://schemas.openxmlformats.org/drawingml/2006/main">
              <a:ext uri="{FF2B5EF4-FFF2-40B4-BE49-F238E27FC236}">
                <a16:creationId xmlns:a16="http://schemas.microsoft.com/office/drawing/2014/main" id="{A71B4500-A967-A5C4-E553-DB0722A99324}"/>
              </a:ext>
            </a:extLst>
          </p:cNvPr>
          <p:cNvSpPr>
            <a:spLocks xmlns:a="http://schemas.openxmlformats.org/drawingml/2006/main" noGrp="1"/>
          </p:cNvSpPr>
          <p:nvPr/>
        </p:nvSpPr>
        <p:spPr>
          <a:xfrm xmlns:a="http://schemas.openxmlformats.org/drawingml/2006/main">
            <a:off x="2119631" y="6132506"/>
            <a:ext cx="7952738" cy="387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480"/>
              </a:lnSpc>
              <a:buNone/>
            </a:pPr>
            <a:r>
              <a:rPr spc="40">
                <a:solidFill>
                  <a:srgbClr val="C00000"/>
                </a:solidFill>
                <a:latin typeface="源ノ角ゴシック JP"/>
                <a:ea typeface="源ノ角ゴシック JP"/>
                <a:cs typeface="源ノ角ゴシック JP"/>
              </a:rPr>
              <a:t>若年男性において適切さが低いという問題は、他社においても確認された</a:t>
            </a:r>
            <a:endParaRPr spc="40">
              <a:solidFill>
                <a:srgbClr val="C00000"/>
              </a:solidFill>
              <a:latin typeface="源ノ角ゴシック JP"/>
              <a:ea typeface="源ノ角ゴシック JP"/>
              <a:cs typeface="源ノ角ゴシック JP"/>
            </a:endParaRPr>
          </a:p>
        </p:txBody>
      </p:sp>
      <p:sp>
        <p:nvSpPr>
          <p:cNvPr id="25" name="テキスト ボックス 24">
            <a:extLst xmlns:a="http://schemas.openxmlformats.org/drawingml/2006/main">
              <a:ext uri="{FF2B5EF4-FFF2-40B4-BE49-F238E27FC236}">
                <a16:creationId xmlns:a16="http://schemas.microsoft.com/office/drawing/2014/main" id="{5CDCF0BB-B53B-92F4-387F-950F2CAFD098}"/>
              </a:ext>
            </a:extLst>
          </p:cNvPr>
          <p:cNvSpPr>
            <a:spLocks xmlns:a="http://schemas.openxmlformats.org/drawingml/2006/main" noGrp="1"/>
          </p:cNvSpPr>
          <p:nvPr/>
        </p:nvSpPr>
        <p:spPr>
          <a:xfrm xmlns:a="http://schemas.openxmlformats.org/drawingml/2006/main">
            <a:off x="4751207" y="2510855"/>
            <a:ext cx="3771925" cy="36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380"/>
              </a:lnSpc>
              <a:buNone/>
            </a:pPr>
            <a:r>
              <a:rPr sz="1300" spc="20">
                <a:solidFill>
                  <a:srgbClr val="DCD8DC">
                    <a:lumMod val="25000"/>
                  </a:srgbClr>
                </a:solidFill>
                <a:latin typeface="源ノ角ゴシック JP"/>
                <a:ea typeface="源ノ角ゴシック JP"/>
                <a:cs typeface="源ノ角ゴシック JP"/>
              </a:rPr>
              <a:t>※</a:t>
            </a:r>
            <a:r>
              <a:rPr sz="1300" spc="20">
                <a:solidFill>
                  <a:srgbClr val="DCD8DC">
                    <a:lumMod val="25000"/>
                  </a:srgbClr>
                </a:solidFill>
                <a:latin typeface="源ノ角ゴシック JP"/>
                <a:ea typeface="源ノ角ゴシック JP"/>
                <a:cs typeface="源ノ角ゴシック JP"/>
              </a:rPr>
              <a:t> 属性ごとに、商品間で購買記録数を平均した</a:t>
            </a:r>
            <a:endParaRPr sz="1300" spc="20">
              <a:solidFill>
                <a:srgbClr val="DCD8DC">
                  <a:lumMod val="25000"/>
                </a:srgbClr>
              </a:solidFill>
              <a:latin typeface="源ノ角ゴシック JP"/>
              <a:ea typeface="源ノ角ゴシック JP"/>
              <a:cs typeface="源ノ角ゴシック JP"/>
            </a:endParaRPr>
          </a:p>
        </p:txBody>
      </p:sp>
      <p:sp>
        <p:nvSpPr>
          <p:cNvPr id="28" name="角丸四角形 27">
            <a:extLst xmlns:a="http://schemas.openxmlformats.org/drawingml/2006/main">
              <a:ext uri="{FF2B5EF4-FFF2-40B4-BE49-F238E27FC236}">
                <a16:creationId xmlns:a16="http://schemas.microsoft.com/office/drawing/2014/main" id="{D93FE0CE-CF5B-B11F-5811-CAA285FA59F8}"/>
              </a:ext>
            </a:extLst>
          </p:cNvPr>
          <p:cNvSpPr>
            <a:spLocks xmlns:a="http://schemas.openxmlformats.org/drawingml/2006/main" noGrp="1"/>
          </p:cNvSpPr>
          <p:nvPr/>
        </p:nvSpPr>
        <p:spPr>
          <a:xfrm xmlns:a="http://schemas.openxmlformats.org/drawingml/2006/main" rot="0" flipH="0" flipV="0">
            <a:off x="9147291" y="808666"/>
            <a:ext cx="2656821" cy="973000"/>
          </a:xfrm>
          <a:prstGeom xmlns:a="http://schemas.openxmlformats.org/drawingml/2006/main" prst="roundRect">
            <a:avLst/>
          </a:prstGeom>
          <a:solidFill xmlns:a="http://schemas.openxmlformats.org/drawingml/2006/main">
            <a:srgbClr val="CE4D44">
              <a:alpha val="15000"/>
            </a:srgb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テキスト ボックス 29">
            <a:extLst xmlns:a="http://schemas.openxmlformats.org/drawingml/2006/main">
              <a:ext uri="{FF2B5EF4-FFF2-40B4-BE49-F238E27FC236}">
                <a16:creationId xmlns:a16="http://schemas.microsoft.com/office/drawing/2014/main" id="{89A7799D-BF2E-E839-F7EC-A6F6D259C88B}"/>
              </a:ext>
            </a:extLst>
          </p:cNvPr>
          <p:cNvSpPr>
            <a:spLocks xmlns:a="http://schemas.openxmlformats.org/drawingml/2006/main" noGrp="1"/>
          </p:cNvSpPr>
          <p:nvPr/>
        </p:nvSpPr>
        <p:spPr>
          <a:xfrm xmlns:a="http://schemas.openxmlformats.org/drawingml/2006/main" rot="0" flipH="0" flipV="0">
            <a:off x="9071299" y="485067"/>
            <a:ext cx="2586680" cy="32752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020"/>
              </a:lnSpc>
              <a:buNone/>
            </a:pPr>
            <a:r>
              <a:rPr sz="1250" spc="40">
                <a:solidFill>
                  <a:srgbClr val="CE4D44"/>
                </a:solidFill>
                <a:latin typeface="源ノ角ゴシック JP"/>
                <a:ea typeface="源ノ角ゴシック JP"/>
                <a:cs typeface="源ノ角ゴシック JP"/>
              </a:rPr>
              <a:t>特定された問題</a:t>
            </a:r>
            <a:endParaRPr sz="1250" spc="40">
              <a:solidFill>
                <a:srgbClr val="CE4D44"/>
              </a:solidFill>
              <a:latin typeface="源ノ角ゴシック JP"/>
              <a:ea typeface="源ノ角ゴシック JP"/>
              <a:cs typeface="源ノ角ゴシック JP"/>
            </a:endParaRPr>
          </a:p>
        </p:txBody>
      </p:sp>
      <p:sp>
        <p:nvSpPr>
          <p:cNvPr id="31" name="テキスト ボックス 30">
            <a:extLst xmlns:a="http://schemas.openxmlformats.org/drawingml/2006/main">
              <a:ext uri="{FF2B5EF4-FFF2-40B4-BE49-F238E27FC236}">
                <a16:creationId xmlns:a16="http://schemas.microsoft.com/office/drawing/2014/main" id="{F146F9A2-075F-8FA5-341D-D10AAECD4F68}"/>
              </a:ext>
            </a:extLst>
          </p:cNvPr>
          <p:cNvSpPr>
            <a:spLocks xmlns:a="http://schemas.openxmlformats.org/drawingml/2006/main" noGrp="1"/>
          </p:cNvSpPr>
          <p:nvPr/>
        </p:nvSpPr>
        <p:spPr>
          <a:xfrm xmlns:a="http://schemas.openxmlformats.org/drawingml/2006/main" rot="0" flipH="0" flipV="0">
            <a:off x="9248989" y="862008"/>
            <a:ext cx="2470982" cy="83285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980"/>
              </a:lnSpc>
              <a:buNone/>
            </a:pPr>
            <a:r>
              <a:rPr sz="1150">
                <a:solidFill>
                  <a:schemeClr val="tx1">
                    <a:lumMod val="65000"/>
                    <a:lumOff val="35000"/>
                    <a:alpha val="60000"/>
                  </a:schemeClr>
                </a:solidFill>
                <a:latin typeface="源ノ角ゴシック JP"/>
                <a:ea typeface="源ノ角ゴシック JP"/>
                <a:cs typeface="源ノ角ゴシック JP"/>
              </a:rPr>
              <a:t>・栄養バランスへの対応について</a:t>
            </a:r>
            <a:endParaRPr sz="1150">
              <a:solidFill>
                <a:schemeClr val="tx1">
                  <a:lumMod val="65000"/>
                  <a:lumOff val="35000"/>
                  <a:alpha val="60000"/>
                </a:schemeClr>
              </a:solidFill>
              <a:latin typeface="源ノ角ゴシック JP"/>
              <a:ea typeface="源ノ角ゴシック JP"/>
              <a:cs typeface="源ノ角ゴシック JP"/>
            </a:endParaRPr>
          </a:p>
          <a:p xmlns:a="http://schemas.openxmlformats.org/drawingml/2006/main">
            <a:pPr>
              <a:lnSpc>
                <a:spcPts val="1980"/>
              </a:lnSpc>
              <a:buNone/>
            </a:pPr>
            <a:r>
              <a:rPr sz="1150" b="1">
                <a:solidFill>
                  <a:schemeClr val="tx1">
                    <a:lumMod val="75000"/>
                    <a:lumOff val="25000"/>
                  </a:schemeClr>
                </a:solidFill>
                <a:latin typeface="源ノ角ゴシック JP"/>
                <a:ea typeface="源ノ角ゴシック JP"/>
                <a:cs typeface="源ノ角ゴシック JP"/>
              </a:rPr>
              <a:t>・エネルギーへの対応について</a:t>
            </a:r>
            <a:endParaRPr sz="1150" b="1">
              <a:solidFill>
                <a:schemeClr val="tx1">
                  <a:lumMod val="75000"/>
                  <a:lumOff val="25000"/>
                </a:schemeClr>
              </a:solidFill>
              <a:latin typeface="源ノ角ゴシック JP"/>
              <a:ea typeface="源ノ角ゴシック JP"/>
              <a:cs typeface="源ノ角ゴシック JP"/>
            </a:endParaRPr>
          </a:p>
          <a:p xmlns:a="http://schemas.openxmlformats.org/drawingml/2006/main">
            <a:pPr>
              <a:lnSpc>
                <a:spcPts val="1980"/>
              </a:lnSpc>
              <a:buNone/>
            </a:pPr>
            <a:r>
              <a:rPr sz="1150">
                <a:solidFill>
                  <a:schemeClr val="tx1">
                    <a:lumMod val="65000"/>
                    <a:lumOff val="35000"/>
                    <a:alpha val="60000"/>
                  </a:schemeClr>
                </a:solidFill>
                <a:latin typeface="源ノ角ゴシック JP"/>
                <a:ea typeface="源ノ角ゴシック JP"/>
                <a:cs typeface="源ノ角ゴシック JP"/>
              </a:rPr>
              <a:t>・脂質への対応について</a:t>
            </a:r>
            <a:endParaRPr sz="1150">
              <a:solidFill>
                <a:schemeClr val="tx1">
                  <a:lumMod val="65000"/>
                  <a:lumOff val="35000"/>
                  <a:alpha val="60000"/>
                </a:schemeClr>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169871571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B2A6D37A-0794-157A-EE17-7F03905AE52A}"/>
              </a:ext>
            </a:extLst>
          </p:cNvPr>
          <p:cNvSpPr>
            <a:spLocks xmlns:a="http://schemas.openxmlformats.org/drawingml/2006/main" noGrp="1"/>
          </p:cNvSpPr>
          <p:nvPr/>
        </p:nvSpPr>
        <p:spPr>
          <a:xfrm xmlns:a="http://schemas.openxmlformats.org/drawingml/2006/main">
            <a:off x="223842" y="485067"/>
            <a:ext cx="10624972" cy="507619"/>
          </a:xfrm>
          <a:prstGeom xmlns:a="http://schemas.openxmlformats.org/drawingml/2006/main" prst="rect">
            <a:avLst/>
          </a:prstGeom>
          <a:noFill xmlns:a="http://schemas.openxmlformats.org/drawingml/2006/main"/>
          <a:ln xmlns:a="http://schemas.openxmlformats.org/drawingml/2006/main" w="2540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p:style>
        <p:txBody>
          <a:bodyPr xmlns:a="http://schemas.openxmlformats.org/drawingml/2006/main" rot="0" spcFirstLastPara="1" vert="horz" wrap="square" lIns="83715" tIns="83715" rIns="83715" bIns="83715" anchor="ctr">
            <a:spAutoFit/>
          </a:bodyPr>
          <a:lstStyle xmlns:a="http://schemas.openxmlformats.org/drawingml/2006/main"/>
          <a:p xmlns:a="http://schemas.openxmlformats.org/drawingml/2006/main">
            <a:pPr indent="66714" defTabSz="438410">
              <a:buNone/>
            </a:pPr>
            <a:r>
              <a:rPr sz="2200" b="1" spc="50">
                <a:solidFill>
                  <a:srgbClr val="42557A"/>
                </a:solidFill>
                <a:latin typeface="源ノ角ゴシック JP"/>
                <a:ea typeface="源ノ角ゴシック JP"/>
                <a:cs typeface="源ノ角ゴシック JP"/>
              </a:rPr>
              <a:t>健康ニーズに対するセブンイレブンの「対応」について３つの問題が特定された</a:t>
            </a:r>
            <a:endParaRPr sz="2200" b="1" spc="50">
              <a:solidFill>
                <a:srgbClr val="42557A"/>
              </a:solidFill>
              <a:latin typeface="源ノ角ゴシック JP"/>
              <a:ea typeface="源ノ角ゴシック JP"/>
              <a:cs typeface="源ノ角ゴシック JP"/>
            </a:endParaRPr>
          </a:p>
        </p:txBody>
      </p:sp>
      <p:sp>
        <p:nvSpPr>
          <p:cNvPr id="5" name="テキスト ボックス 4">
            <a:extLst xmlns:a="http://schemas.openxmlformats.org/drawingml/2006/main">
              <a:ext uri="{FF2B5EF4-FFF2-40B4-BE49-F238E27FC236}">
                <a16:creationId xmlns:a16="http://schemas.microsoft.com/office/drawing/2014/main" id="{6FFECFE2-14CE-7C50-AADB-2AA94C789FF2}"/>
              </a:ext>
            </a:extLst>
          </p:cNvPr>
          <p:cNvSpPr>
            <a:spLocks xmlns:a="http://schemas.openxmlformats.org/drawingml/2006/main" noGrp="1"/>
          </p:cNvSpPr>
          <p:nvPr/>
        </p:nvSpPr>
        <p:spPr>
          <a:xfrm xmlns:a="http://schemas.openxmlformats.org/drawingml/2006/main">
            <a:off x="1286701" y="3429000"/>
            <a:ext cx="9618598" cy="4359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980"/>
              </a:lnSpc>
              <a:buNone/>
            </a:pPr>
            <a:r>
              <a:rPr spc="30">
                <a:solidFill>
                  <a:srgbClr val="DCD8DC">
                    <a:lumMod val="25000"/>
                  </a:srgbClr>
                </a:solidFill>
                <a:latin typeface="源ノ角ゴシック JP"/>
                <a:ea typeface="源ノ角ゴシック JP"/>
                <a:cs typeface="源ノ角ゴシック JP"/>
              </a:rPr>
              <a:t>・若年男性において「エネルギーを</a:t>
            </a:r>
            <a:r>
              <a:rPr spc="30">
                <a:solidFill>
                  <a:srgbClr val="CE4D44"/>
                </a:solidFill>
                <a:latin typeface="源ノ角ゴシック JP"/>
                <a:ea typeface="源ノ角ゴシック JP"/>
                <a:cs typeface="源ノ角ゴシック JP"/>
              </a:rPr>
              <a:t>減らしたい</a:t>
            </a:r>
            <a:r>
              <a:rPr spc="30">
                <a:solidFill>
                  <a:srgbClr val="DCD8DC">
                    <a:lumMod val="25000"/>
                  </a:srgbClr>
                </a:solidFill>
                <a:latin typeface="源ノ角ゴシック JP"/>
                <a:ea typeface="源ノ角ゴシック JP"/>
                <a:cs typeface="源ノ角ゴシック JP"/>
              </a:rPr>
              <a:t>」ニーズに対する「対応」の</a:t>
            </a:r>
            <a:r>
              <a:rPr u="sng" spc="30">
                <a:solidFill>
                  <a:srgbClr val="DCD8DC">
                    <a:lumMod val="25000"/>
                  </a:srgbClr>
                </a:solidFill>
                <a:latin typeface="源ノ角ゴシック JP"/>
                <a:ea typeface="源ノ角ゴシック JP"/>
                <a:cs typeface="源ノ角ゴシック JP"/>
              </a:rPr>
              <a:t>適切さが低い</a:t>
            </a:r>
            <a:endParaRPr u="sng" spc="30">
              <a:solidFill>
                <a:srgbClr val="DCD8DC">
                  <a:lumMod val="25000"/>
                </a:srgbClr>
              </a:solidFill>
              <a:latin typeface="源ノ角ゴシック JP"/>
              <a:ea typeface="源ノ角ゴシック JP"/>
              <a:cs typeface="源ノ角ゴシック JP"/>
            </a:endParaRPr>
          </a:p>
        </p:txBody>
      </p:sp>
      <p:sp>
        <p:nvSpPr>
          <p:cNvPr id="6" name="テキスト ボックス 5">
            <a:extLst xmlns:a="http://schemas.openxmlformats.org/drawingml/2006/main">
              <a:ext uri="{FF2B5EF4-FFF2-40B4-BE49-F238E27FC236}">
                <a16:creationId xmlns:a16="http://schemas.microsoft.com/office/drawing/2014/main" id="{C4CBA6AF-F184-C66E-4542-D1DBAEF3E499}"/>
              </a:ext>
            </a:extLst>
          </p:cNvPr>
          <p:cNvSpPr>
            <a:spLocks xmlns:a="http://schemas.openxmlformats.org/drawingml/2006/main" noGrp="1"/>
          </p:cNvSpPr>
          <p:nvPr/>
        </p:nvSpPr>
        <p:spPr>
          <a:xfrm xmlns:a="http://schemas.openxmlformats.org/drawingml/2006/main">
            <a:off x="1286701" y="5672132"/>
            <a:ext cx="9618598" cy="4359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980"/>
              </a:lnSpc>
              <a:buNone/>
            </a:pPr>
            <a:r>
              <a:rPr spc="30">
                <a:solidFill>
                  <a:srgbClr val="DCD8DC">
                    <a:lumMod val="25000"/>
                  </a:srgbClr>
                </a:solidFill>
                <a:latin typeface="源ノ角ゴシック JP"/>
                <a:ea typeface="源ノ角ゴシック JP"/>
                <a:cs typeface="源ノ角ゴシック JP"/>
              </a:rPr>
              <a:t>・属性を問わず「脂質を</a:t>
            </a:r>
            <a:r>
              <a:rPr spc="30">
                <a:solidFill>
                  <a:srgbClr val="CE4D44"/>
                </a:solidFill>
                <a:latin typeface="源ノ角ゴシック JP"/>
                <a:ea typeface="源ノ角ゴシック JP"/>
                <a:cs typeface="源ノ角ゴシック JP"/>
              </a:rPr>
              <a:t>減らしたい</a:t>
            </a:r>
            <a:r>
              <a:rPr spc="30">
                <a:solidFill>
                  <a:srgbClr val="DCD8DC">
                    <a:lumMod val="25000"/>
                  </a:srgbClr>
                </a:solidFill>
                <a:latin typeface="源ノ角ゴシック JP"/>
                <a:ea typeface="源ノ角ゴシック JP"/>
                <a:cs typeface="源ノ角ゴシック JP"/>
              </a:rPr>
              <a:t>」ニーズに対する「対応」の</a:t>
            </a:r>
            <a:r>
              <a:rPr u="sng" spc="30">
                <a:solidFill>
                  <a:srgbClr val="DCD8DC">
                    <a:lumMod val="25000"/>
                  </a:srgbClr>
                </a:solidFill>
                <a:latin typeface="源ノ角ゴシック JP"/>
                <a:ea typeface="源ノ角ゴシック JP"/>
                <a:cs typeface="源ノ角ゴシック JP"/>
              </a:rPr>
              <a:t>実施量が不十分である</a:t>
            </a:r>
            <a:endParaRPr u="sng" spc="30">
              <a:solidFill>
                <a:srgbClr val="DCD8DC">
                  <a:lumMod val="25000"/>
                </a:srgbClr>
              </a:solidFill>
              <a:latin typeface="源ノ角ゴシック JP"/>
              <a:ea typeface="源ノ角ゴシック JP"/>
              <a:cs typeface="源ノ角ゴシック JP"/>
            </a:endParaRPr>
          </a:p>
        </p:txBody>
      </p:sp>
      <p:sp>
        <p:nvSpPr>
          <p:cNvPr id="4" name="テキスト ボックス 3">
            <a:extLst xmlns:a="http://schemas.openxmlformats.org/drawingml/2006/main">
              <a:ext uri="{FF2B5EF4-FFF2-40B4-BE49-F238E27FC236}">
                <a16:creationId xmlns:a16="http://schemas.microsoft.com/office/drawing/2014/main" id="{B4816487-7B0C-CEAA-8529-30E810EE04D6}"/>
              </a:ext>
            </a:extLst>
          </p:cNvPr>
          <p:cNvSpPr>
            <a:spLocks xmlns:a="http://schemas.openxmlformats.org/drawingml/2006/main" noGrp="1"/>
          </p:cNvSpPr>
          <p:nvPr/>
        </p:nvSpPr>
        <p:spPr>
          <a:xfrm xmlns:a="http://schemas.openxmlformats.org/drawingml/2006/main">
            <a:off x="1286701" y="1185868"/>
            <a:ext cx="9618598" cy="43595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980"/>
              </a:lnSpc>
              <a:buNone/>
            </a:pPr>
            <a:r>
              <a:rPr spc="30">
                <a:solidFill>
                  <a:srgbClr val="DCD8DC">
                    <a:lumMod val="25000"/>
                  </a:srgbClr>
                </a:solidFill>
                <a:latin typeface="源ノ角ゴシック JP"/>
                <a:ea typeface="源ノ角ゴシック JP"/>
                <a:cs typeface="源ノ角ゴシック JP"/>
              </a:rPr>
              <a:t>・若年層を中心に「栄養バランスを</a:t>
            </a:r>
            <a:r>
              <a:rPr spc="30">
                <a:solidFill>
                  <a:srgbClr val="599975"/>
                </a:solidFill>
                <a:latin typeface="源ノ角ゴシック JP"/>
                <a:ea typeface="源ノ角ゴシック JP"/>
                <a:cs typeface="源ノ角ゴシック JP"/>
              </a:rPr>
              <a:t>調整したい</a:t>
            </a:r>
            <a:r>
              <a:rPr spc="30">
                <a:solidFill>
                  <a:srgbClr val="DCD8DC">
                    <a:lumMod val="25000"/>
                  </a:srgbClr>
                </a:solidFill>
                <a:latin typeface="源ノ角ゴシック JP"/>
                <a:ea typeface="源ノ角ゴシック JP"/>
                <a:cs typeface="源ノ角ゴシック JP"/>
              </a:rPr>
              <a:t>」ニーズに対する「対応」の</a:t>
            </a:r>
            <a:r>
              <a:rPr u="sng" spc="30">
                <a:solidFill>
                  <a:srgbClr val="DCD8DC">
                    <a:lumMod val="25000"/>
                  </a:srgbClr>
                </a:solidFill>
                <a:latin typeface="源ノ角ゴシック JP"/>
                <a:ea typeface="源ノ角ゴシック JP"/>
                <a:cs typeface="源ノ角ゴシック JP"/>
              </a:rPr>
              <a:t>適切さが低い</a:t>
            </a:r>
            <a:endParaRPr u="sng" spc="30">
              <a:solidFill>
                <a:srgbClr val="DCD8DC">
                  <a:lumMod val="25000"/>
                </a:srgbClr>
              </a:solidFill>
              <a:latin typeface="源ノ角ゴシック JP"/>
              <a:ea typeface="源ノ角ゴシック JP"/>
              <a:cs typeface="源ノ角ゴシック JP"/>
            </a:endParaRPr>
          </a:p>
        </p:txBody>
      </p:sp>
      <p:sp>
        <p:nvSpPr>
          <p:cNvPr id="7" name="テキスト ボックス 6">
            <a:extLst xmlns:a="http://schemas.openxmlformats.org/drawingml/2006/main">
              <a:ext uri="{FF2B5EF4-FFF2-40B4-BE49-F238E27FC236}">
                <a16:creationId xmlns:a16="http://schemas.microsoft.com/office/drawing/2014/main" id="{8D1DAC61-AAAA-3E61-3D1F-4BB4C2D2D928}"/>
              </a:ext>
            </a:extLst>
          </p:cNvPr>
          <p:cNvSpPr>
            <a:spLocks xmlns:a="http://schemas.openxmlformats.org/drawingml/2006/main" noGrp="1"/>
          </p:cNvSpPr>
          <p:nvPr/>
        </p:nvSpPr>
        <p:spPr>
          <a:xfrm xmlns:a="http://schemas.openxmlformats.org/drawingml/2006/main">
            <a:off x="1527829" y="1724997"/>
            <a:ext cx="6262394" cy="36862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280"/>
              </a:lnSpc>
              <a:buNone/>
            </a:pPr>
            <a:r>
              <a:rPr spc="30">
                <a:solidFill>
                  <a:schemeClr val="tx1">
                    <a:lumMod val="75000"/>
                    <a:lumOff val="25000"/>
                  </a:schemeClr>
                </a:solidFill>
                <a:latin typeface="源ノ角ゴシック JP"/>
                <a:ea typeface="源ノ角ゴシック JP"/>
                <a:cs typeface="源ノ角ゴシック JP"/>
              </a:rPr>
              <a:t>一方で、他社では若年層に対する「対応」の適切さが高い</a:t>
            </a:r>
            <a:endParaRPr spc="30">
              <a:solidFill>
                <a:schemeClr val="tx1">
                  <a:lumMod val="75000"/>
                  <a:lumOff val="25000"/>
                </a:schemeClr>
              </a:solidFill>
              <a:latin typeface="源ノ角ゴシック JP"/>
              <a:ea typeface="源ノ角ゴシック JP"/>
              <a:cs typeface="源ノ角ゴシック JP"/>
            </a:endParaRPr>
          </a:p>
        </p:txBody>
      </p:sp>
      <p:sp>
        <p:nvSpPr>
          <p:cNvPr id="8" name="テキスト ボックス 7">
            <a:extLst xmlns:a="http://schemas.openxmlformats.org/drawingml/2006/main">
              <a:ext uri="{FF2B5EF4-FFF2-40B4-BE49-F238E27FC236}">
                <a16:creationId xmlns:a16="http://schemas.microsoft.com/office/drawing/2014/main" id="{97461F15-C905-3C70-5EB3-1BAB03CED7A8}"/>
              </a:ext>
            </a:extLst>
          </p:cNvPr>
          <p:cNvSpPr>
            <a:spLocks xmlns:a="http://schemas.openxmlformats.org/drawingml/2006/main" noGrp="1"/>
          </p:cNvSpPr>
          <p:nvPr/>
        </p:nvSpPr>
        <p:spPr>
          <a:xfrm xmlns:a="http://schemas.openxmlformats.org/drawingml/2006/main">
            <a:off x="1532368" y="2212298"/>
            <a:ext cx="7945927" cy="36862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280"/>
              </a:lnSpc>
              <a:buNone/>
            </a:pPr>
            <a:r>
              <a:rPr spc="30">
                <a:solidFill>
                  <a:srgbClr val="C00000"/>
                </a:solidFill>
                <a:latin typeface="源ノ角ゴシック JP"/>
                <a:ea typeface="源ノ角ゴシック JP"/>
                <a:cs typeface="源ノ角ゴシック JP"/>
              </a:rPr>
              <a:t>→</a:t>
            </a:r>
            <a:r>
              <a:rPr spc="30">
                <a:solidFill>
                  <a:srgbClr val="C00000"/>
                </a:solidFill>
                <a:latin typeface="源ノ角ゴシック JP"/>
                <a:ea typeface="源ノ角ゴシック JP"/>
                <a:cs typeface="源ノ角ゴシック JP"/>
              </a:rPr>
              <a:t> </a:t>
            </a:r>
            <a:r>
              <a:rPr spc="30">
                <a:solidFill>
                  <a:srgbClr val="C00000"/>
                </a:solidFill>
                <a:latin typeface="源ノ角ゴシック JP"/>
                <a:ea typeface="源ノ角ゴシック JP"/>
                <a:cs typeface="源ノ角ゴシック JP"/>
              </a:rPr>
              <a:t>「対応」の適切さを改善し、</a:t>
            </a:r>
            <a:r>
              <a:rPr u="sng" spc="30">
                <a:solidFill>
                  <a:srgbClr val="C00000"/>
                </a:solidFill>
                <a:latin typeface="源ノ角ゴシック JP"/>
                <a:ea typeface="源ノ角ゴシック JP"/>
                <a:cs typeface="源ノ角ゴシック JP"/>
              </a:rPr>
              <a:t>他社と同程度の水準に追いつく必要がある</a:t>
            </a:r>
            <a:endParaRPr u="sng" spc="30">
              <a:solidFill>
                <a:srgbClr val="C00000"/>
              </a:solidFill>
              <a:latin typeface="源ノ角ゴシック JP"/>
              <a:ea typeface="源ノ角ゴシック JP"/>
              <a:cs typeface="源ノ角ゴシック JP"/>
            </a:endParaRPr>
          </a:p>
        </p:txBody>
      </p:sp>
    </p:spTree>
    <p:extLst>
      <p:ext uri="{BB962C8B-B14F-4D97-AF65-F5344CB8AC3E}">
        <p14:creationId xmlns:p14="http://schemas.microsoft.com/office/powerpoint/2010/main" val="387603671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7586F096-20AA-49EE-8DB4-9022DA8F4E90}"/>
              </a:ext>
            </a:extLst>
          </p:cNvPr>
          <p:cNvSpPr>
            <a:spLocks xmlns:a="http://schemas.openxmlformats.org/drawingml/2006/main" noGrp="1"/>
          </p:cNvSpPr>
          <p:nvPr/>
        </p:nvSpPr>
        <p:spPr>
          <a:xfrm xmlns:a="http://schemas.openxmlformats.org/drawingml/2006/main">
            <a:off x="133350" y="95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11111"/>
                </a:solidFill>
                <a:latin typeface="Hiragino Kaku Gothic ProN"/>
                <a:ea typeface="Hiragino Kaku Gothic ProN"/>
                <a:cs typeface="Hiragino Kaku Gothic ProN"/>
              </a:defRPr>
            </a:pPr>
            <a:r>
              <a:rPr sz="1050" b="0">
                <a:solidFill>
                  <a:srgbClr val="111111"/>
                </a:solidFill>
                <a:latin typeface="Hiragino Kaku Gothic ProN"/>
                <a:ea typeface="Hiragino Kaku Gothic ProN"/>
                <a:cs typeface="Hiragino Kaku Gothic ProN"/>
              </a:rPr>
              <a:t>原因分析｜ボトルネックの特定</a:t>
            </a:r>
          </a:p>
        </p:txBody>
      </p:sp>
      <p:sp>
        <p:nvSpPr>
          <p:cNvPr id="2" name="">
            <a:extLst xmlns:a="http://schemas.openxmlformats.org/drawingml/2006/main">
              <a:ext uri="{FF2B5EF4-FFF2-40B4-BE49-F238E27FC236}">
                <a16:creationId xmlns:a16="http://schemas.microsoft.com/office/drawing/2014/main" id="{52378560-4B9D-45E1-9089-BF61B050D1FA}"/>
              </a:ext>
            </a:extLst>
          </p:cNvPr>
          <p:cNvSpPr>
            <a:spLocks xmlns:a="http://schemas.openxmlformats.org/drawingml/2006/main" noGrp="1"/>
          </p:cNvSpPr>
          <p:nvPr/>
        </p:nvSpPr>
        <p:spPr>
          <a:xfrm xmlns:a="http://schemas.openxmlformats.org/drawingml/2006/main">
            <a:off x="428625" y="552450"/>
            <a:ext cx="1128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42577F"/>
                </a:solidFill>
                <a:latin typeface="Hiragino Kaku Gothic ProN"/>
                <a:ea typeface="Hiragino Kaku Gothic ProN"/>
                <a:cs typeface="Hiragino Kaku Gothic ProN"/>
              </a:defRPr>
            </a:pPr>
            <a:r>
              <a:rPr sz="2175" b="1">
                <a:solidFill>
                  <a:srgbClr val="42577F"/>
                </a:solidFill>
                <a:latin typeface="Hiragino Kaku Gothic ProN"/>
                <a:ea typeface="Hiragino Kaku Gothic ProN"/>
                <a:cs typeface="Hiragino Kaku Gothic ProN"/>
              </a:rPr>
              <a:t>若年層では、「対応」商品を購入したことのある人の少なさがボトルネックである</a:t>
            </a:r>
          </a:p>
        </p:txBody>
      </p:sp>
      <p:sp>
        <p:nvSpPr>
          <p:cNvPr id="3" name="">
            <a:extLst xmlns:a="http://schemas.openxmlformats.org/drawingml/2006/main">
              <a:ext uri="{FF2B5EF4-FFF2-40B4-BE49-F238E27FC236}">
                <a16:creationId xmlns:a16="http://schemas.microsoft.com/office/drawing/2014/main" id="{A296E733-C2E8-4B1E-8E4A-2AE8473731B8}"/>
              </a:ext>
            </a:extLst>
          </p:cNvPr>
          <p:cNvSpPr>
            <a:spLocks xmlns:a="http://schemas.openxmlformats.org/drawingml/2006/main" noGrp="1"/>
          </p:cNvSpPr>
          <p:nvPr/>
        </p:nvSpPr>
        <p:spPr>
          <a:xfrm xmlns:a="http://schemas.openxmlformats.org/drawingml/2006/main">
            <a:off x="11525250" y="6496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111111"/>
                </a:solidFill>
                <a:latin typeface="Hiragino Kaku Gothic ProN"/>
                <a:ea typeface="Hiragino Kaku Gothic ProN"/>
                <a:cs typeface="Hiragino Kaku Gothic ProN"/>
              </a:defRPr>
            </a:pPr>
            <a:r>
              <a:rPr sz="900" b="0">
                <a:solidFill>
                  <a:srgbClr val="111111"/>
                </a:solidFill>
                <a:latin typeface="Hiragino Kaku Gothic ProN"/>
                <a:ea typeface="Hiragino Kaku Gothic ProN"/>
                <a:cs typeface="Hiragino Kaku Gothic ProN"/>
              </a:rPr>
              <a:t>12</a:t>
            </a:r>
          </a:p>
        </p:txBody>
      </p:sp>
      <p:sp>
        <p:nvSpPr>
          <p:cNvPr id="4" name="">
            <a:extLst xmlns:a="http://schemas.openxmlformats.org/drawingml/2006/main">
              <a:ext uri="{FF2B5EF4-FFF2-40B4-BE49-F238E27FC236}">
                <a16:creationId xmlns:a16="http://schemas.microsoft.com/office/drawing/2014/main" id="{5EF32852-67AC-42C4-9BE1-462F59F2D453}"/>
              </a:ext>
            </a:extLst>
          </p:cNvPr>
          <p:cNvSpPr>
            <a:spLocks xmlns:a="http://schemas.openxmlformats.org/drawingml/2006/main" noGrp="1"/>
          </p:cNvSpPr>
          <p:nvPr/>
        </p:nvSpPr>
        <p:spPr>
          <a:xfrm xmlns:a="http://schemas.openxmlformats.org/drawingml/2006/main">
            <a:off x="476250" y="1428750"/>
            <a:ext cx="5334000" cy="2381250"/>
          </a:xfrm>
          <a:prstGeom xmlns:a="http://schemas.openxmlformats.org/drawingml/2006/main" prst="roundRect">
            <a:avLst>
              <a:gd name="adj" fmla="val 4800"/>
            </a:avLst>
          </a:prstGeom>
          <a:solidFill xmlns:a="http://schemas.openxmlformats.org/drawingml/2006/main">
            <a:srgbClr val="F7F3F1"/>
          </a:solidFill>
          <a:ln xmlns:a="http://schemas.openxmlformats.org/drawingml/2006/main" w="9525">
            <a:solidFill>
              <a:srgbClr val="DDD8D5"/>
            </a:solidFill>
            <a:prstDash val="solid"/>
          </a:ln>
        </p:spPr>
      </p:sp>
      <p:sp>
        <p:nvSpPr>
          <p:cNvPr id="5" name="">
            <a:extLst xmlns:a="http://schemas.openxmlformats.org/drawingml/2006/main">
              <a:ext uri="{FF2B5EF4-FFF2-40B4-BE49-F238E27FC236}">
                <a16:creationId xmlns:a16="http://schemas.microsoft.com/office/drawing/2014/main" id="{747C2F14-B5EE-4F6D-8532-C835443634A5}"/>
              </a:ext>
            </a:extLst>
          </p:cNvPr>
          <p:cNvSpPr>
            <a:spLocks xmlns:a="http://schemas.openxmlformats.org/drawingml/2006/main" noGrp="1"/>
          </p:cNvSpPr>
          <p:nvPr/>
        </p:nvSpPr>
        <p:spPr>
          <a:xfrm xmlns:a="http://schemas.openxmlformats.org/drawingml/2006/main">
            <a:off x="714375" y="160020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37343A"/>
                </a:solidFill>
                <a:latin typeface="Hiragino Kaku Gothic ProN"/>
                <a:ea typeface="Hiragino Kaku Gothic ProN"/>
                <a:cs typeface="Hiragino Kaku Gothic ProN"/>
              </a:defRPr>
            </a:pPr>
            <a:r>
              <a:rPr sz="1425" b="1">
                <a:solidFill>
                  <a:srgbClr val="37343A"/>
                </a:solidFill>
                <a:latin typeface="Hiragino Kaku Gothic ProN"/>
                <a:ea typeface="Hiragino Kaku Gothic ProN"/>
                <a:cs typeface="Hiragino Kaku Gothic ProN"/>
              </a:rPr>
              <a:t>購買記録数は、購入の「広がり」と「深さ」に分けられる</a:t>
            </a:r>
          </a:p>
        </p:txBody>
      </p:sp>
      <p:sp>
        <p:nvSpPr>
          <p:cNvPr id="6" name="">
            <a:extLst xmlns:a="http://schemas.openxmlformats.org/drawingml/2006/main">
              <a:ext uri="{FF2B5EF4-FFF2-40B4-BE49-F238E27FC236}">
                <a16:creationId xmlns:a16="http://schemas.microsoft.com/office/drawing/2014/main" id="{944C2372-2D4D-43B6-BB20-983C6BD2CADD}"/>
              </a:ext>
            </a:extLst>
          </p:cNvPr>
          <p:cNvSpPr>
            <a:spLocks xmlns:a="http://schemas.openxmlformats.org/drawingml/2006/main" noGrp="1"/>
          </p:cNvSpPr>
          <p:nvPr/>
        </p:nvSpPr>
        <p:spPr>
          <a:xfrm xmlns:a="http://schemas.openxmlformats.org/drawingml/2006/main">
            <a:off x="742950" y="2190750"/>
            <a:ext cx="2000250" cy="876300"/>
          </a:xfrm>
          <a:prstGeom xmlns:a="http://schemas.openxmlformats.org/drawingml/2006/main" prst="roundRect">
            <a:avLst>
              <a:gd name="adj" fmla="val 10870"/>
            </a:avLst>
          </a:prstGeom>
          <a:solidFill xmlns:a="http://schemas.openxmlformats.org/drawingml/2006/main">
            <a:srgbClr val="E8F3EB"/>
          </a:solidFill>
          <a:ln xmlns:a="http://schemas.openxmlformats.org/drawingml/2006/main" w="9525">
            <a:solidFill>
              <a:srgbClr val="58A977"/>
            </a:solidFill>
            <a:prstDash val="solid"/>
          </a:ln>
        </p:spPr>
      </p:sp>
      <p:sp>
        <p:nvSpPr>
          <p:cNvPr id="7" name="">
            <a:extLst xmlns:a="http://schemas.openxmlformats.org/drawingml/2006/main">
              <a:ext uri="{FF2B5EF4-FFF2-40B4-BE49-F238E27FC236}">
                <a16:creationId xmlns:a16="http://schemas.microsoft.com/office/drawing/2014/main" id="{6D4AADE6-DF5C-4C9B-990A-90C001624E0A}"/>
              </a:ext>
            </a:extLst>
          </p:cNvPr>
          <p:cNvSpPr>
            <a:spLocks xmlns:a="http://schemas.openxmlformats.org/drawingml/2006/main" noGrp="1"/>
          </p:cNvSpPr>
          <p:nvPr/>
        </p:nvSpPr>
        <p:spPr>
          <a:xfrm xmlns:a="http://schemas.openxmlformats.org/drawingml/2006/main">
            <a:off x="876300" y="22669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58A977"/>
                </a:solidFill>
                <a:latin typeface="Hiragino Kaku Gothic ProN"/>
                <a:ea typeface="Hiragino Kaku Gothic ProN"/>
                <a:cs typeface="Hiragino Kaku Gothic ProN"/>
              </a:defRPr>
            </a:pPr>
            <a:r>
              <a:rPr sz="1350" b="1">
                <a:solidFill>
                  <a:srgbClr val="58A977"/>
                </a:solidFill>
                <a:latin typeface="Hiragino Kaku Gothic ProN"/>
                <a:ea typeface="Hiragino Kaku Gothic ProN"/>
                <a:cs typeface="Hiragino Kaku Gothic ProN"/>
              </a:rPr>
              <a:t>購入経験者の割合</a:t>
            </a:r>
          </a:p>
        </p:txBody>
      </p:sp>
      <p:sp>
        <p:nvSpPr>
          <p:cNvPr id="8" name="">
            <a:extLst xmlns:a="http://schemas.openxmlformats.org/drawingml/2006/main">
              <a:ext uri="{FF2B5EF4-FFF2-40B4-BE49-F238E27FC236}">
                <a16:creationId xmlns:a16="http://schemas.microsoft.com/office/drawing/2014/main" id="{0C8E3AF1-1BF8-41A3-9741-EEF1AC2347DD}"/>
              </a:ext>
            </a:extLst>
          </p:cNvPr>
          <p:cNvSpPr>
            <a:spLocks xmlns:a="http://schemas.openxmlformats.org/drawingml/2006/main" noGrp="1"/>
          </p:cNvSpPr>
          <p:nvPr/>
        </p:nvSpPr>
        <p:spPr>
          <a:xfrm xmlns:a="http://schemas.openxmlformats.org/drawingml/2006/main">
            <a:off x="895350" y="2590800"/>
            <a:ext cx="1695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37343A"/>
                </a:solidFill>
                <a:latin typeface="Hiragino Kaku Gothic ProN"/>
                <a:ea typeface="Hiragino Kaku Gothic ProN"/>
                <a:cs typeface="Hiragino Kaku Gothic ProN"/>
              </a:defRPr>
            </a:pPr>
            <a:r>
              <a:rPr sz="1050" b="0">
                <a:solidFill>
                  <a:srgbClr val="37343A"/>
                </a:solidFill>
                <a:latin typeface="Hiragino Kaku Gothic ProN"/>
                <a:ea typeface="Hiragino Kaku Gothic ProN"/>
                <a:cs typeface="Hiragino Kaku Gothic ProN"/>
              </a:rPr>
              <a:t>どれだけ多くの人に</a:t>
            </a:r>
          </a:p>
          <a:p xmlns:a="http://schemas.openxmlformats.org/drawingml/2006/main">
            <a:pPr algn="ctr">
              <a:defRPr sz="1050" b="0">
                <a:solidFill>
                  <a:srgbClr val="37343A"/>
                </a:solidFill>
                <a:latin typeface="Hiragino Kaku Gothic ProN"/>
                <a:ea typeface="Hiragino Kaku Gothic ProN"/>
                <a:cs typeface="Hiragino Kaku Gothic ProN"/>
              </a:defRPr>
            </a:pPr>
            <a:r>
              <a:rPr sz="1050" b="0">
                <a:solidFill>
                  <a:srgbClr val="37343A"/>
                </a:solidFill>
                <a:latin typeface="Hiragino Kaku Gothic ProN"/>
                <a:ea typeface="Hiragino Kaku Gothic ProN"/>
                <a:cs typeface="Hiragino Kaku Gothic ProN"/>
              </a:rPr>
              <a:t>購入が広がったか</a:t>
            </a:r>
          </a:p>
        </p:txBody>
      </p:sp>
      <p:sp>
        <p:nvSpPr>
          <p:cNvPr id="9" name="">
            <a:extLst xmlns:a="http://schemas.openxmlformats.org/drawingml/2006/main">
              <a:ext uri="{FF2B5EF4-FFF2-40B4-BE49-F238E27FC236}">
                <a16:creationId xmlns:a16="http://schemas.microsoft.com/office/drawing/2014/main" id="{39586849-4365-4AA5-96F9-0BADC87FB832}"/>
              </a:ext>
            </a:extLst>
          </p:cNvPr>
          <p:cNvSpPr>
            <a:spLocks xmlns:a="http://schemas.openxmlformats.org/drawingml/2006/main" noGrp="1"/>
          </p:cNvSpPr>
          <p:nvPr/>
        </p:nvSpPr>
        <p:spPr>
          <a:xfrm xmlns:a="http://schemas.openxmlformats.org/drawingml/2006/main">
            <a:off x="2819400" y="2343150"/>
            <a:ext cx="342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6F6B70"/>
                </a:solidFill>
                <a:latin typeface="Hiragino Kaku Gothic ProN"/>
                <a:ea typeface="Hiragino Kaku Gothic ProN"/>
                <a:cs typeface="Hiragino Kaku Gothic ProN"/>
              </a:defRPr>
            </a:pPr>
            <a:r>
              <a:rPr sz="2250" b="1">
                <a:solidFill>
                  <a:srgbClr val="6F6B70"/>
                </a:solidFill>
                <a:latin typeface="Hiragino Kaku Gothic ProN"/>
                <a:ea typeface="Hiragino Kaku Gothic ProN"/>
                <a:cs typeface="Hiragino Kaku Gothic ProN"/>
              </a:rPr>
              <a:t>×</a:t>
            </a:r>
          </a:p>
        </p:txBody>
      </p:sp>
      <p:sp>
        <p:nvSpPr>
          <p:cNvPr id="10" name="">
            <a:extLst xmlns:a="http://schemas.openxmlformats.org/drawingml/2006/main">
              <a:ext uri="{FF2B5EF4-FFF2-40B4-BE49-F238E27FC236}">
                <a16:creationId xmlns:a16="http://schemas.microsoft.com/office/drawing/2014/main" id="{E4B9CA8A-28EF-44FA-BB9C-1FE13EBA180B}"/>
              </a:ext>
            </a:extLst>
          </p:cNvPr>
          <p:cNvSpPr>
            <a:spLocks xmlns:a="http://schemas.openxmlformats.org/drawingml/2006/main" noGrp="1"/>
          </p:cNvSpPr>
          <p:nvPr/>
        </p:nvSpPr>
        <p:spPr>
          <a:xfrm xmlns:a="http://schemas.openxmlformats.org/drawingml/2006/main">
            <a:off x="3238500" y="2190750"/>
            <a:ext cx="2247900" cy="876300"/>
          </a:xfrm>
          <a:prstGeom xmlns:a="http://schemas.openxmlformats.org/drawingml/2006/main" prst="roundRect">
            <a:avLst>
              <a:gd name="adj" fmla="val 10870"/>
            </a:avLst>
          </a:prstGeom>
          <a:solidFill xmlns:a="http://schemas.openxmlformats.org/drawingml/2006/main">
            <a:srgbClr val="FAE9D8"/>
          </a:solidFill>
          <a:ln xmlns:a="http://schemas.openxmlformats.org/drawingml/2006/main" w="9525">
            <a:solidFill>
              <a:srgbClr val="E98A35"/>
            </a:solidFill>
            <a:prstDash val="solid"/>
          </a:ln>
        </p:spPr>
      </p:sp>
      <p:sp>
        <p:nvSpPr>
          <p:cNvPr id="11" name="">
            <a:extLst xmlns:a="http://schemas.openxmlformats.org/drawingml/2006/main">
              <a:ext uri="{FF2B5EF4-FFF2-40B4-BE49-F238E27FC236}">
                <a16:creationId xmlns:a16="http://schemas.microsoft.com/office/drawing/2014/main" id="{E6285B85-FAF6-44A0-80BA-031B8333B23C}"/>
              </a:ext>
            </a:extLst>
          </p:cNvPr>
          <p:cNvSpPr>
            <a:spLocks xmlns:a="http://schemas.openxmlformats.org/drawingml/2006/main" noGrp="1"/>
          </p:cNvSpPr>
          <p:nvPr/>
        </p:nvSpPr>
        <p:spPr>
          <a:xfrm xmlns:a="http://schemas.openxmlformats.org/drawingml/2006/main">
            <a:off x="3352800" y="2247900"/>
            <a:ext cx="2019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E98A35"/>
                </a:solidFill>
                <a:latin typeface="Hiragino Kaku Gothic ProN"/>
                <a:ea typeface="Hiragino Kaku Gothic ProN"/>
                <a:cs typeface="Hiragino Kaku Gothic ProN"/>
              </a:defRPr>
            </a:pPr>
            <a:r>
              <a:rPr sz="1200" b="1">
                <a:solidFill>
                  <a:srgbClr val="E98A35"/>
                </a:solidFill>
                <a:latin typeface="Hiragino Kaku Gothic ProN"/>
                <a:ea typeface="Hiragino Kaku Gothic ProN"/>
                <a:cs typeface="Hiragino Kaku Gothic ProN"/>
              </a:rPr>
              <a:t>購入経験者1人あたりの購入回数</a:t>
            </a:r>
          </a:p>
        </p:txBody>
      </p:sp>
      <p:sp>
        <p:nvSpPr>
          <p:cNvPr id="12" name="">
            <a:extLst xmlns:a="http://schemas.openxmlformats.org/drawingml/2006/main">
              <a:ext uri="{FF2B5EF4-FFF2-40B4-BE49-F238E27FC236}">
                <a16:creationId xmlns:a16="http://schemas.microsoft.com/office/drawing/2014/main" id="{06062048-F5CC-4F22-9DD4-316B19899398}"/>
              </a:ext>
            </a:extLst>
          </p:cNvPr>
          <p:cNvSpPr>
            <a:spLocks xmlns:a="http://schemas.openxmlformats.org/drawingml/2006/main" noGrp="1"/>
          </p:cNvSpPr>
          <p:nvPr/>
        </p:nvSpPr>
        <p:spPr>
          <a:xfrm xmlns:a="http://schemas.openxmlformats.org/drawingml/2006/main">
            <a:off x="3409950" y="260985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37343A"/>
                </a:solidFill>
                <a:latin typeface="Hiragino Kaku Gothic ProN"/>
                <a:ea typeface="Hiragino Kaku Gothic ProN"/>
                <a:cs typeface="Hiragino Kaku Gothic ProN"/>
              </a:defRPr>
            </a:pPr>
            <a:r>
              <a:rPr sz="1050" b="0">
                <a:solidFill>
                  <a:srgbClr val="37343A"/>
                </a:solidFill>
                <a:latin typeface="Hiragino Kaku Gothic ProN"/>
                <a:ea typeface="Hiragino Kaku Gothic ProN"/>
                <a:cs typeface="Hiragino Kaku Gothic ProN"/>
              </a:rPr>
              <a:t>購入した人が</a:t>
            </a:r>
          </a:p>
          <a:p xmlns:a="http://schemas.openxmlformats.org/drawingml/2006/main">
            <a:pPr algn="ctr">
              <a:defRPr sz="1050" b="0">
                <a:solidFill>
                  <a:srgbClr val="37343A"/>
                </a:solidFill>
                <a:latin typeface="Hiragino Kaku Gothic ProN"/>
                <a:ea typeface="Hiragino Kaku Gothic ProN"/>
                <a:cs typeface="Hiragino Kaku Gothic ProN"/>
              </a:defRPr>
            </a:pPr>
            <a:r>
              <a:rPr sz="1050" b="0">
                <a:solidFill>
                  <a:srgbClr val="37343A"/>
                </a:solidFill>
                <a:latin typeface="Hiragino Kaku Gothic ProN"/>
                <a:ea typeface="Hiragino Kaku Gothic ProN"/>
                <a:cs typeface="Hiragino Kaku Gothic ProN"/>
              </a:rPr>
              <a:t>どれだけ繰り返したか</a:t>
            </a:r>
          </a:p>
        </p:txBody>
      </p:sp>
      <p:sp>
        <p:nvSpPr>
          <p:cNvPr id="13" name="">
            <a:extLst xmlns:a="http://schemas.openxmlformats.org/drawingml/2006/main">
              <a:ext uri="{FF2B5EF4-FFF2-40B4-BE49-F238E27FC236}">
                <a16:creationId xmlns:a16="http://schemas.microsoft.com/office/drawing/2014/main" id="{CB5FFBDE-7FC1-425E-8399-EA76BED2F0AA}"/>
              </a:ext>
            </a:extLst>
          </p:cNvPr>
          <p:cNvSpPr>
            <a:spLocks xmlns:a="http://schemas.openxmlformats.org/drawingml/2006/main" noGrp="1"/>
          </p:cNvSpPr>
          <p:nvPr/>
        </p:nvSpPr>
        <p:spPr>
          <a:xfrm xmlns:a="http://schemas.openxmlformats.org/drawingml/2006/main">
            <a:off x="914400" y="3276600"/>
            <a:ext cx="4457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42577F"/>
                </a:solidFill>
                <a:latin typeface="Hiragino Kaku Gothic ProN"/>
                <a:ea typeface="Hiragino Kaku Gothic ProN"/>
                <a:cs typeface="Hiragino Kaku Gothic ProN"/>
              </a:defRPr>
            </a:pPr>
            <a:r>
              <a:rPr sz="1200" b="1">
                <a:solidFill>
                  <a:srgbClr val="42577F"/>
                </a:solidFill>
                <a:latin typeface="Hiragino Kaku Gothic ProN"/>
                <a:ea typeface="Hiragino Kaku Gothic ProN"/>
                <a:cs typeface="Hiragino Kaku Gothic ProN"/>
              </a:rPr>
              <a:t>購買記録数（件／1,000人）＝ 上記2要素 × 1,000</a:t>
            </a:r>
          </a:p>
        </p:txBody>
      </p:sp>
      <p:sp>
        <p:nvSpPr>
          <p:cNvPr id="14" name="">
            <a:extLst xmlns:a="http://schemas.openxmlformats.org/drawingml/2006/main">
              <a:ext uri="{FF2B5EF4-FFF2-40B4-BE49-F238E27FC236}">
                <a16:creationId xmlns:a16="http://schemas.microsoft.com/office/drawing/2014/main" id="{C59681F7-2FA9-4C27-9FD8-47B497C9D360}"/>
              </a:ext>
            </a:extLst>
          </p:cNvPr>
          <p:cNvSpPr>
            <a:spLocks xmlns:a="http://schemas.openxmlformats.org/drawingml/2006/main" noGrp="1"/>
          </p:cNvSpPr>
          <p:nvPr/>
        </p:nvSpPr>
        <p:spPr>
          <a:xfrm xmlns:a="http://schemas.openxmlformats.org/drawingml/2006/main">
            <a:off x="6096000" y="1428750"/>
            <a:ext cx="5619750" cy="2381250"/>
          </a:xfrm>
          <a:prstGeom xmlns:a="http://schemas.openxmlformats.org/drawingml/2006/main" prst="roundRect">
            <a:avLst>
              <a:gd name="adj" fmla="val 4800"/>
            </a:avLst>
          </a:prstGeom>
          <a:solidFill xmlns:a="http://schemas.openxmlformats.org/drawingml/2006/main">
            <a:srgbClr val="FFFFFF"/>
          </a:solidFill>
          <a:ln xmlns:a="http://schemas.openxmlformats.org/drawingml/2006/main" w="9525">
            <a:solidFill>
              <a:srgbClr val="DDD8D5"/>
            </a:solidFill>
            <a:prstDash val="solid"/>
          </a:ln>
        </p:spPr>
      </p:sp>
      <p:sp>
        <p:nvSpPr>
          <p:cNvPr id="15" name="">
            <a:extLst xmlns:a="http://schemas.openxmlformats.org/drawingml/2006/main">
              <a:ext uri="{FF2B5EF4-FFF2-40B4-BE49-F238E27FC236}">
                <a16:creationId xmlns:a16="http://schemas.microsoft.com/office/drawing/2014/main" id="{C75BCBA2-DEF2-4315-8200-2BC6DB4A74FB}"/>
              </a:ext>
            </a:extLst>
          </p:cNvPr>
          <p:cNvSpPr>
            <a:spLocks xmlns:a="http://schemas.openxmlformats.org/drawingml/2006/main" noGrp="1"/>
          </p:cNvSpPr>
          <p:nvPr/>
        </p:nvSpPr>
        <p:spPr>
          <a:xfrm xmlns:a="http://schemas.openxmlformats.org/drawingml/2006/main">
            <a:off x="6381750" y="16002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37343A"/>
                </a:solidFill>
                <a:latin typeface="Hiragino Kaku Gothic ProN"/>
                <a:ea typeface="Hiragino Kaku Gothic ProN"/>
                <a:cs typeface="Hiragino Kaku Gothic ProN"/>
              </a:defRPr>
            </a:pPr>
            <a:r>
              <a:rPr sz="1425" b="1">
                <a:solidFill>
                  <a:srgbClr val="37343A"/>
                </a:solidFill>
                <a:latin typeface="Hiragino Kaku Gothic ProN"/>
                <a:ea typeface="Hiragino Kaku Gothic ProN"/>
                <a:cs typeface="Hiragino Kaku Gothic ProN"/>
              </a:rPr>
              <a:t>若年層と中高年層の差をシャープレイ分解</a:t>
            </a:r>
          </a:p>
        </p:txBody>
      </p:sp>
      <p:sp>
        <p:nvSpPr>
          <p:cNvPr id="16" name="">
            <a:extLst xmlns:a="http://schemas.openxmlformats.org/drawingml/2006/main">
              <a:ext uri="{FF2B5EF4-FFF2-40B4-BE49-F238E27FC236}">
                <a16:creationId xmlns:a16="http://schemas.microsoft.com/office/drawing/2014/main" id="{64E32E71-E60B-4750-8955-D84EA6175D0F}"/>
              </a:ext>
            </a:extLst>
          </p:cNvPr>
          <p:cNvSpPr>
            <a:spLocks xmlns:a="http://schemas.openxmlformats.org/drawingml/2006/main" noGrp="1"/>
          </p:cNvSpPr>
          <p:nvPr/>
        </p:nvSpPr>
        <p:spPr>
          <a:xfrm xmlns:a="http://schemas.openxmlformats.org/drawingml/2006/main">
            <a:off x="6381750" y="20002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F6B70"/>
                </a:solidFill>
                <a:latin typeface="Hiragino Kaku Gothic ProN"/>
                <a:ea typeface="Hiragino Kaku Gothic ProN"/>
                <a:cs typeface="Hiragino Kaku Gothic ProN"/>
              </a:defRPr>
            </a:pPr>
            <a:r>
              <a:rPr sz="1125" b="0">
                <a:solidFill>
                  <a:srgbClr val="6F6B70"/>
                </a:solidFill>
                <a:latin typeface="Hiragino Kaku Gothic ProN"/>
                <a:ea typeface="Hiragino Kaku Gothic ProN"/>
                <a:cs typeface="Hiragino Kaku Gothic ProN"/>
              </a:rPr>
              <a:t>購買記録数：1.208 → 1.953件／1,000人</a:t>
            </a:r>
          </a:p>
        </p:txBody>
      </p:sp>
      <p:sp>
        <p:nvSpPr>
          <p:cNvPr id="17" name="">
            <a:extLst xmlns:a="http://schemas.openxmlformats.org/drawingml/2006/main">
              <a:ext uri="{FF2B5EF4-FFF2-40B4-BE49-F238E27FC236}">
                <a16:creationId xmlns:a16="http://schemas.microsoft.com/office/drawing/2014/main" id="{1BDA68B0-0C4E-4B6A-888E-C311C070ED54}"/>
              </a:ext>
            </a:extLst>
          </p:cNvPr>
          <p:cNvSpPr>
            <a:spLocks xmlns:a="http://schemas.openxmlformats.org/drawingml/2006/main" noGrp="1"/>
          </p:cNvSpPr>
          <p:nvPr/>
        </p:nvSpPr>
        <p:spPr>
          <a:xfrm xmlns:a="http://schemas.openxmlformats.org/drawingml/2006/main">
            <a:off x="6381750" y="242887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a:solidFill>
                  <a:srgbClr val="37343A"/>
                </a:solidFill>
                <a:latin typeface="Hiragino Kaku Gothic ProN"/>
                <a:ea typeface="Hiragino Kaku Gothic ProN"/>
                <a:cs typeface="Hiragino Kaku Gothic ProN"/>
              </a:defRPr>
            </a:pPr>
            <a:r>
              <a:rPr sz="1125" b="1">
                <a:solidFill>
                  <a:srgbClr val="37343A"/>
                </a:solidFill>
                <a:latin typeface="Hiragino Kaku Gothic ProN"/>
                <a:ea typeface="Hiragino Kaku Gothic ProN"/>
                <a:cs typeface="Hiragino Kaku Gothic ProN"/>
              </a:rPr>
              <a:t>差への寄与</a:t>
            </a:r>
          </a:p>
        </p:txBody>
      </p:sp>
      <p:sp>
        <p:nvSpPr>
          <p:cNvPr id="18" name="">
            <a:extLst xmlns:a="http://schemas.openxmlformats.org/drawingml/2006/main">
              <a:ext uri="{FF2B5EF4-FFF2-40B4-BE49-F238E27FC236}">
                <a16:creationId xmlns:a16="http://schemas.microsoft.com/office/drawing/2014/main" id="{4CEC6468-E793-485A-9ACD-94C90DDBBB19}"/>
              </a:ext>
            </a:extLst>
          </p:cNvPr>
          <p:cNvSpPr>
            <a:spLocks xmlns:a="http://schemas.openxmlformats.org/drawingml/2006/main" noGrp="1"/>
          </p:cNvSpPr>
          <p:nvPr/>
        </p:nvSpPr>
        <p:spPr>
          <a:xfrm xmlns:a="http://schemas.openxmlformats.org/drawingml/2006/main">
            <a:off x="7477125" y="2400300"/>
            <a:ext cx="2517029" cy="523875"/>
          </a:xfrm>
          <a:prstGeom xmlns:a="http://schemas.openxmlformats.org/drawingml/2006/main" prst="rect">
            <a:avLst/>
          </a:prstGeom>
          <a:solidFill xmlns:a="http://schemas.openxmlformats.org/drawingml/2006/main">
            <a:srgbClr val="58A977"/>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96CDEB23-9C4D-49C4-A559-2F906F8BCE0C}"/>
              </a:ext>
            </a:extLst>
          </p:cNvPr>
          <p:cNvSpPr>
            <a:spLocks xmlns:a="http://schemas.openxmlformats.org/drawingml/2006/main" noGrp="1"/>
          </p:cNvSpPr>
          <p:nvPr/>
        </p:nvSpPr>
        <p:spPr>
          <a:xfrm xmlns:a="http://schemas.openxmlformats.org/drawingml/2006/main">
            <a:off x="9994154" y="2400300"/>
            <a:ext cx="1245346" cy="523875"/>
          </a:xfrm>
          <a:prstGeom xmlns:a="http://schemas.openxmlformats.org/drawingml/2006/main" prst="rect">
            <a:avLst/>
          </a:prstGeom>
          <a:solidFill xmlns:a="http://schemas.openxmlformats.org/drawingml/2006/main">
            <a:srgbClr val="E98A35"/>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E79B604C-3A8B-4BA5-93ED-F44FBAD692BB}"/>
              </a:ext>
            </a:extLst>
          </p:cNvPr>
          <p:cNvSpPr>
            <a:spLocks xmlns:a="http://schemas.openxmlformats.org/drawingml/2006/main" noGrp="1"/>
          </p:cNvSpPr>
          <p:nvPr/>
        </p:nvSpPr>
        <p:spPr>
          <a:xfrm xmlns:a="http://schemas.openxmlformats.org/drawingml/2006/main">
            <a:off x="7553325" y="2428875"/>
            <a:ext cx="2364629"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iragino Kaku Gothic ProN"/>
                <a:ea typeface="Hiragino Kaku Gothic ProN"/>
                <a:cs typeface="Hiragino Kaku Gothic ProN"/>
              </a:defRPr>
            </a:pPr>
            <a:r>
              <a:rPr sz="1200" b="1">
                <a:solidFill>
                  <a:srgbClr val="FFFFFF"/>
                </a:solidFill>
                <a:latin typeface="Hiragino Kaku Gothic ProN"/>
                <a:ea typeface="Hiragino Kaku Gothic ProN"/>
                <a:cs typeface="Hiragino Kaku Gothic ProN"/>
              </a:rPr>
              <a:t>購入経験者の割合</a:t>
            </a:r>
          </a:p>
          <a:p xmlns:a="http://schemas.openxmlformats.org/drawingml/2006/main">
            <a:pPr algn="ctr">
              <a:defRPr sz="1200" b="1">
                <a:solidFill>
                  <a:srgbClr val="FFFFFF"/>
                </a:solidFill>
                <a:latin typeface="Hiragino Kaku Gothic ProN"/>
                <a:ea typeface="Hiragino Kaku Gothic ProN"/>
                <a:cs typeface="Hiragino Kaku Gothic ProN"/>
              </a:defRPr>
            </a:pPr>
            <a:r>
              <a:rPr sz="1200" b="1">
                <a:solidFill>
                  <a:srgbClr val="FFFFFF"/>
                </a:solidFill>
                <a:latin typeface="Hiragino Kaku Gothic ProN"/>
                <a:ea typeface="Hiragino Kaku Gothic ProN"/>
                <a:cs typeface="Hiragino Kaku Gothic ProN"/>
              </a:rPr>
              <a:t>66.9%</a:t>
            </a:r>
          </a:p>
        </p:txBody>
      </p:sp>
      <p:sp>
        <p:nvSpPr>
          <p:cNvPr id="21" name="">
            <a:extLst xmlns:a="http://schemas.openxmlformats.org/drawingml/2006/main">
              <a:ext uri="{FF2B5EF4-FFF2-40B4-BE49-F238E27FC236}">
                <a16:creationId xmlns:a16="http://schemas.microsoft.com/office/drawing/2014/main" id="{15380FC9-3274-4974-889F-DF4BCE83D754}"/>
              </a:ext>
            </a:extLst>
          </p:cNvPr>
          <p:cNvSpPr>
            <a:spLocks xmlns:a="http://schemas.openxmlformats.org/drawingml/2006/main" noGrp="1"/>
          </p:cNvSpPr>
          <p:nvPr/>
        </p:nvSpPr>
        <p:spPr>
          <a:xfrm xmlns:a="http://schemas.openxmlformats.org/drawingml/2006/main">
            <a:off x="10032254" y="2428875"/>
            <a:ext cx="1169146"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iragino Kaku Gothic ProN"/>
                <a:ea typeface="Hiragino Kaku Gothic ProN"/>
                <a:cs typeface="Hiragino Kaku Gothic ProN"/>
              </a:defRPr>
            </a:pPr>
            <a:r>
              <a:rPr sz="1050" b="1">
                <a:solidFill>
                  <a:srgbClr val="FFFFFF"/>
                </a:solidFill>
                <a:latin typeface="Hiragino Kaku Gothic ProN"/>
                <a:ea typeface="Hiragino Kaku Gothic ProN"/>
                <a:cs typeface="Hiragino Kaku Gothic ProN"/>
              </a:rPr>
              <a:t>1人あたり回数</a:t>
            </a:r>
          </a:p>
          <a:p xmlns:a="http://schemas.openxmlformats.org/drawingml/2006/main">
            <a:pPr algn="ctr">
              <a:defRPr sz="1050" b="1">
                <a:solidFill>
                  <a:srgbClr val="FFFFFF"/>
                </a:solidFill>
                <a:latin typeface="Hiragino Kaku Gothic ProN"/>
                <a:ea typeface="Hiragino Kaku Gothic ProN"/>
                <a:cs typeface="Hiragino Kaku Gothic ProN"/>
              </a:defRPr>
            </a:pPr>
            <a:r>
              <a:rPr sz="1050" b="1">
                <a:solidFill>
                  <a:srgbClr val="FFFFFF"/>
                </a:solidFill>
                <a:latin typeface="Hiragino Kaku Gothic ProN"/>
                <a:ea typeface="Hiragino Kaku Gothic ProN"/>
                <a:cs typeface="Hiragino Kaku Gothic ProN"/>
              </a:rPr>
              <a:t>33.1%</a:t>
            </a:r>
          </a:p>
        </p:txBody>
      </p:sp>
      <p:sp>
        <p:nvSpPr>
          <p:cNvPr id="22" name="">
            <a:extLst xmlns:a="http://schemas.openxmlformats.org/drawingml/2006/main">
              <a:ext uri="{FF2B5EF4-FFF2-40B4-BE49-F238E27FC236}">
                <a16:creationId xmlns:a16="http://schemas.microsoft.com/office/drawing/2014/main" id="{F17C53F8-BBF3-4464-937F-D02A89031BA0}"/>
              </a:ext>
            </a:extLst>
          </p:cNvPr>
          <p:cNvSpPr>
            <a:spLocks xmlns:a="http://schemas.openxmlformats.org/drawingml/2006/main" noGrp="1"/>
          </p:cNvSpPr>
          <p:nvPr/>
        </p:nvSpPr>
        <p:spPr>
          <a:xfrm xmlns:a="http://schemas.openxmlformats.org/drawingml/2006/main">
            <a:off x="6381750" y="3143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C00000"/>
                </a:solidFill>
                <a:latin typeface="Hiragino Kaku Gothic ProN"/>
                <a:ea typeface="Hiragino Kaku Gothic ProN"/>
                <a:cs typeface="Hiragino Kaku Gothic ProN"/>
              </a:defRPr>
            </a:pPr>
            <a:r>
              <a:rPr sz="1200" b="1">
                <a:solidFill>
                  <a:srgbClr val="C00000"/>
                </a:solidFill>
                <a:latin typeface="Hiragino Kaku Gothic ProN"/>
                <a:ea typeface="Hiragino Kaku Gothic ProN"/>
                <a:cs typeface="Hiragino Kaku Gothic ProN"/>
              </a:rPr>
              <a:t>男女別でも、購入経験者の割合の寄与が6割超</a:t>
            </a:r>
          </a:p>
        </p:txBody>
      </p:sp>
      <p:sp>
        <p:nvSpPr>
          <p:cNvPr id="23" name="">
            <a:extLst xmlns:a="http://schemas.openxmlformats.org/drawingml/2006/main">
              <a:ext uri="{FF2B5EF4-FFF2-40B4-BE49-F238E27FC236}">
                <a16:creationId xmlns:a16="http://schemas.microsoft.com/office/drawing/2014/main" id="{5A8E87F8-DF8E-4419-A75D-CFB327E004EA}"/>
              </a:ext>
            </a:extLst>
          </p:cNvPr>
          <p:cNvSpPr>
            <a:spLocks xmlns:a="http://schemas.openxmlformats.org/drawingml/2006/main" noGrp="1"/>
          </p:cNvSpPr>
          <p:nvPr/>
        </p:nvSpPr>
        <p:spPr>
          <a:xfrm xmlns:a="http://schemas.openxmlformats.org/drawingml/2006/main">
            <a:off x="809625" y="4171950"/>
            <a:ext cx="2952750" cy="904875"/>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DD8D5"/>
            </a:solidFill>
            <a:prstDash val="solid"/>
          </a:ln>
        </p:spPr>
      </p:sp>
      <p:sp>
        <p:nvSpPr>
          <p:cNvPr id="24" name="">
            <a:extLst xmlns:a="http://schemas.openxmlformats.org/drawingml/2006/main">
              <a:ext uri="{FF2B5EF4-FFF2-40B4-BE49-F238E27FC236}">
                <a16:creationId xmlns:a16="http://schemas.microsoft.com/office/drawing/2014/main" id="{48415627-D2FA-4D2F-9C4A-A8DE1248AACB}"/>
              </a:ext>
            </a:extLst>
          </p:cNvPr>
          <p:cNvSpPr>
            <a:spLocks xmlns:a="http://schemas.openxmlformats.org/drawingml/2006/main" noGrp="1"/>
          </p:cNvSpPr>
          <p:nvPr/>
        </p:nvSpPr>
        <p:spPr>
          <a:xfrm xmlns:a="http://schemas.openxmlformats.org/drawingml/2006/main">
            <a:off x="1000125" y="42957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3B73B9"/>
                </a:solidFill>
                <a:latin typeface="Hiragino Kaku Gothic ProN"/>
                <a:ea typeface="Hiragino Kaku Gothic ProN"/>
                <a:cs typeface="Hiragino Kaku Gothic ProN"/>
              </a:defRPr>
            </a:pPr>
            <a:r>
              <a:rPr sz="1350" b="1">
                <a:solidFill>
                  <a:srgbClr val="3B73B9"/>
                </a:solidFill>
                <a:latin typeface="Hiragino Kaku Gothic ProN"/>
                <a:ea typeface="Hiragino Kaku Gothic ProN"/>
                <a:cs typeface="Hiragino Kaku Gothic ProN"/>
              </a:rPr>
              <a:t>若年層</a:t>
            </a:r>
          </a:p>
        </p:txBody>
      </p:sp>
      <p:sp>
        <p:nvSpPr>
          <p:cNvPr id="25" name="">
            <a:extLst xmlns:a="http://schemas.openxmlformats.org/drawingml/2006/main">
              <a:ext uri="{FF2B5EF4-FFF2-40B4-BE49-F238E27FC236}">
                <a16:creationId xmlns:a16="http://schemas.microsoft.com/office/drawing/2014/main" id="{4AC25C1C-C7A6-43B2-9D1D-514DFD5F385A}"/>
              </a:ext>
            </a:extLst>
          </p:cNvPr>
          <p:cNvSpPr>
            <a:spLocks xmlns:a="http://schemas.openxmlformats.org/drawingml/2006/main" noGrp="1"/>
          </p:cNvSpPr>
          <p:nvPr/>
        </p:nvSpPr>
        <p:spPr>
          <a:xfrm xmlns:a="http://schemas.openxmlformats.org/drawingml/2006/main">
            <a:off x="2143125" y="4210050"/>
            <a:ext cx="1381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2250" b="1">
                <a:solidFill>
                  <a:srgbClr val="42577F"/>
                </a:solidFill>
                <a:latin typeface="Hiragino Kaku Gothic ProN"/>
                <a:ea typeface="Hiragino Kaku Gothic ProN"/>
                <a:cs typeface="Hiragino Kaku Gothic ProN"/>
              </a:defRPr>
            </a:pPr>
            <a:r>
              <a:rPr sz="2250" b="1">
                <a:solidFill>
                  <a:srgbClr val="42577F"/>
                </a:solidFill>
                <a:latin typeface="Hiragino Kaku Gothic ProN"/>
                <a:ea typeface="Hiragino Kaku Gothic ProN"/>
                <a:cs typeface="Hiragino Kaku Gothic ProN"/>
              </a:rPr>
              <a:t>1.208</a:t>
            </a:r>
          </a:p>
        </p:txBody>
      </p:sp>
      <p:sp>
        <p:nvSpPr>
          <p:cNvPr id="26" name="">
            <a:extLst xmlns:a="http://schemas.openxmlformats.org/drawingml/2006/main">
              <a:ext uri="{FF2B5EF4-FFF2-40B4-BE49-F238E27FC236}">
                <a16:creationId xmlns:a16="http://schemas.microsoft.com/office/drawing/2014/main" id="{FA44DC3E-820A-411C-B366-41701F73AB6F}"/>
              </a:ext>
            </a:extLst>
          </p:cNvPr>
          <p:cNvSpPr>
            <a:spLocks xmlns:a="http://schemas.openxmlformats.org/drawingml/2006/main" noGrp="1"/>
          </p:cNvSpPr>
          <p:nvPr/>
        </p:nvSpPr>
        <p:spPr>
          <a:xfrm xmlns:a="http://schemas.openxmlformats.org/drawingml/2006/main">
            <a:off x="2238375" y="4676775"/>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6F6B70"/>
                </a:solidFill>
                <a:latin typeface="Hiragino Kaku Gothic ProN"/>
                <a:ea typeface="Hiragino Kaku Gothic ProN"/>
                <a:cs typeface="Hiragino Kaku Gothic ProN"/>
              </a:defRPr>
            </a:pPr>
            <a:r>
              <a:rPr sz="975" b="0">
                <a:solidFill>
                  <a:srgbClr val="6F6B70"/>
                </a:solidFill>
                <a:latin typeface="Hiragino Kaku Gothic ProN"/>
                <a:ea typeface="Hiragino Kaku Gothic ProN"/>
                <a:cs typeface="Hiragino Kaku Gothic ProN"/>
              </a:rPr>
              <a:t>件／1,000人</a:t>
            </a:r>
          </a:p>
        </p:txBody>
      </p:sp>
      <p:sp>
        <p:nvSpPr>
          <p:cNvPr id="27" name="">
            <a:extLst xmlns:a="http://schemas.openxmlformats.org/drawingml/2006/main">
              <a:ext uri="{FF2B5EF4-FFF2-40B4-BE49-F238E27FC236}">
                <a16:creationId xmlns:a16="http://schemas.microsoft.com/office/drawing/2014/main" id="{5BADD4EB-ABA7-4703-B4FC-FD43393E8579}"/>
              </a:ext>
            </a:extLst>
          </p:cNvPr>
          <p:cNvSpPr>
            <a:spLocks xmlns:a="http://schemas.openxmlformats.org/drawingml/2006/main" noGrp="1"/>
          </p:cNvSpPr>
          <p:nvPr/>
        </p:nvSpPr>
        <p:spPr>
          <a:xfrm xmlns:a="http://schemas.openxmlformats.org/drawingml/2006/main">
            <a:off x="3981450" y="4305300"/>
            <a:ext cx="552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6F6B70"/>
                </a:solidFill>
                <a:latin typeface="Hiragino Kaku Gothic ProN"/>
                <a:ea typeface="Hiragino Kaku Gothic ProN"/>
                <a:cs typeface="Hiragino Kaku Gothic ProN"/>
              </a:defRPr>
            </a:pPr>
            <a:r>
              <a:rPr sz="2550" b="1">
                <a:solidFill>
                  <a:srgbClr val="6F6B70"/>
                </a:solidFill>
                <a:latin typeface="Hiragino Kaku Gothic ProN"/>
                <a:ea typeface="Hiragino Kaku Gothic ProN"/>
                <a:cs typeface="Hiragino Kaku Gothic ProN"/>
              </a:rPr>
              <a:t>→</a:t>
            </a:r>
          </a:p>
        </p:txBody>
      </p:sp>
      <p:sp>
        <p:nvSpPr>
          <p:cNvPr id="28" name="">
            <a:extLst xmlns:a="http://schemas.openxmlformats.org/drawingml/2006/main">
              <a:ext uri="{FF2B5EF4-FFF2-40B4-BE49-F238E27FC236}">
                <a16:creationId xmlns:a16="http://schemas.microsoft.com/office/drawing/2014/main" id="{C938E0E1-A958-4694-9417-A7752797A284}"/>
              </a:ext>
            </a:extLst>
          </p:cNvPr>
          <p:cNvSpPr>
            <a:spLocks xmlns:a="http://schemas.openxmlformats.org/drawingml/2006/main" noGrp="1"/>
          </p:cNvSpPr>
          <p:nvPr/>
        </p:nvSpPr>
        <p:spPr>
          <a:xfrm xmlns:a="http://schemas.openxmlformats.org/drawingml/2006/main">
            <a:off x="4762500" y="4171950"/>
            <a:ext cx="2952750" cy="904875"/>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DDD8D5"/>
            </a:solidFill>
            <a:prstDash val="solid"/>
          </a:ln>
        </p:spPr>
      </p:sp>
      <p:sp>
        <p:nvSpPr>
          <p:cNvPr id="29" name="">
            <a:extLst xmlns:a="http://schemas.openxmlformats.org/drawingml/2006/main">
              <a:ext uri="{FF2B5EF4-FFF2-40B4-BE49-F238E27FC236}">
                <a16:creationId xmlns:a16="http://schemas.microsoft.com/office/drawing/2014/main" id="{383A54A3-5A5B-4E12-B533-73BD1901026C}"/>
              </a:ext>
            </a:extLst>
          </p:cNvPr>
          <p:cNvSpPr>
            <a:spLocks xmlns:a="http://schemas.openxmlformats.org/drawingml/2006/main" noGrp="1"/>
          </p:cNvSpPr>
          <p:nvPr/>
        </p:nvSpPr>
        <p:spPr>
          <a:xfrm xmlns:a="http://schemas.openxmlformats.org/drawingml/2006/main">
            <a:off x="4953000" y="429577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88848A"/>
                </a:solidFill>
                <a:latin typeface="Hiragino Kaku Gothic ProN"/>
                <a:ea typeface="Hiragino Kaku Gothic ProN"/>
                <a:cs typeface="Hiragino Kaku Gothic ProN"/>
              </a:defRPr>
            </a:pPr>
            <a:r>
              <a:rPr sz="1350" b="1">
                <a:solidFill>
                  <a:srgbClr val="88848A"/>
                </a:solidFill>
                <a:latin typeface="Hiragino Kaku Gothic ProN"/>
                <a:ea typeface="Hiragino Kaku Gothic ProN"/>
                <a:cs typeface="Hiragino Kaku Gothic ProN"/>
              </a:rPr>
              <a:t>中高年層</a:t>
            </a:r>
          </a:p>
        </p:txBody>
      </p:sp>
      <p:sp>
        <p:nvSpPr>
          <p:cNvPr id="30" name="">
            <a:extLst xmlns:a="http://schemas.openxmlformats.org/drawingml/2006/main">
              <a:ext uri="{FF2B5EF4-FFF2-40B4-BE49-F238E27FC236}">
                <a16:creationId xmlns:a16="http://schemas.microsoft.com/office/drawing/2014/main" id="{4ED70596-CF82-4C2C-AD23-86771233D4D6}"/>
              </a:ext>
            </a:extLst>
          </p:cNvPr>
          <p:cNvSpPr>
            <a:spLocks xmlns:a="http://schemas.openxmlformats.org/drawingml/2006/main" noGrp="1"/>
          </p:cNvSpPr>
          <p:nvPr/>
        </p:nvSpPr>
        <p:spPr>
          <a:xfrm xmlns:a="http://schemas.openxmlformats.org/drawingml/2006/main">
            <a:off x="6191250" y="4210050"/>
            <a:ext cx="1285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2250" b="1">
                <a:solidFill>
                  <a:srgbClr val="42577F"/>
                </a:solidFill>
                <a:latin typeface="Hiragino Kaku Gothic ProN"/>
                <a:ea typeface="Hiragino Kaku Gothic ProN"/>
                <a:cs typeface="Hiragino Kaku Gothic ProN"/>
              </a:defRPr>
            </a:pPr>
            <a:r>
              <a:rPr sz="2250" b="1">
                <a:solidFill>
                  <a:srgbClr val="42577F"/>
                </a:solidFill>
                <a:latin typeface="Hiragino Kaku Gothic ProN"/>
                <a:ea typeface="Hiragino Kaku Gothic ProN"/>
                <a:cs typeface="Hiragino Kaku Gothic ProN"/>
              </a:rPr>
              <a:t>1.953</a:t>
            </a:r>
          </a:p>
        </p:txBody>
      </p:sp>
      <p:sp>
        <p:nvSpPr>
          <p:cNvPr id="31" name="">
            <a:extLst xmlns:a="http://schemas.openxmlformats.org/drawingml/2006/main">
              <a:ext uri="{FF2B5EF4-FFF2-40B4-BE49-F238E27FC236}">
                <a16:creationId xmlns:a16="http://schemas.microsoft.com/office/drawing/2014/main" id="{138C059A-6A66-4D32-BB96-82ABDEFF8423}"/>
              </a:ext>
            </a:extLst>
          </p:cNvPr>
          <p:cNvSpPr>
            <a:spLocks xmlns:a="http://schemas.openxmlformats.org/drawingml/2006/main" noGrp="1"/>
          </p:cNvSpPr>
          <p:nvPr/>
        </p:nvSpPr>
        <p:spPr>
          <a:xfrm xmlns:a="http://schemas.openxmlformats.org/drawingml/2006/main">
            <a:off x="6191250" y="4676775"/>
            <a:ext cx="1285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75" b="0">
                <a:solidFill>
                  <a:srgbClr val="6F6B70"/>
                </a:solidFill>
                <a:latin typeface="Hiragino Kaku Gothic ProN"/>
                <a:ea typeface="Hiragino Kaku Gothic ProN"/>
                <a:cs typeface="Hiragino Kaku Gothic ProN"/>
              </a:defRPr>
            </a:pPr>
            <a:r>
              <a:rPr sz="975" b="0">
                <a:solidFill>
                  <a:srgbClr val="6F6B70"/>
                </a:solidFill>
                <a:latin typeface="Hiragino Kaku Gothic ProN"/>
                <a:ea typeface="Hiragino Kaku Gothic ProN"/>
                <a:cs typeface="Hiragino Kaku Gothic ProN"/>
              </a:rPr>
              <a:t>件／1,000人</a:t>
            </a:r>
          </a:p>
        </p:txBody>
      </p:sp>
      <p:sp>
        <p:nvSpPr>
          <p:cNvPr id="32" name="">
            <a:extLst xmlns:a="http://schemas.openxmlformats.org/drawingml/2006/main">
              <a:ext uri="{FF2B5EF4-FFF2-40B4-BE49-F238E27FC236}">
                <a16:creationId xmlns:a16="http://schemas.microsoft.com/office/drawing/2014/main" id="{0DCACA8B-55AD-42FE-90BF-89D810A8497F}"/>
              </a:ext>
            </a:extLst>
          </p:cNvPr>
          <p:cNvSpPr>
            <a:spLocks xmlns:a="http://schemas.openxmlformats.org/drawingml/2006/main" noGrp="1"/>
          </p:cNvSpPr>
          <p:nvPr/>
        </p:nvSpPr>
        <p:spPr>
          <a:xfrm xmlns:a="http://schemas.openxmlformats.org/drawingml/2006/main">
            <a:off x="8096250" y="4305300"/>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C00000"/>
                </a:solidFill>
                <a:latin typeface="Hiragino Kaku Gothic ProN"/>
                <a:ea typeface="Hiragino Kaku Gothic ProN"/>
                <a:cs typeface="Hiragino Kaku Gothic ProN"/>
              </a:defRPr>
            </a:pPr>
            <a:r>
              <a:rPr sz="1350" b="1">
                <a:solidFill>
                  <a:srgbClr val="C00000"/>
                </a:solidFill>
                <a:latin typeface="Hiragino Kaku Gothic ProN"/>
                <a:ea typeface="Hiragino Kaku Gothic ProN"/>
                <a:cs typeface="Hiragino Kaku Gothic ProN"/>
              </a:rPr>
              <a:t>同じ商品群でも、若年層では購入が広がっていない</a:t>
            </a:r>
          </a:p>
        </p:txBody>
      </p:sp>
      <p:sp>
        <p:nvSpPr>
          <p:cNvPr id="33" name="">
            <a:extLst xmlns:a="http://schemas.openxmlformats.org/drawingml/2006/main">
              <a:ext uri="{FF2B5EF4-FFF2-40B4-BE49-F238E27FC236}">
                <a16:creationId xmlns:a16="http://schemas.microsoft.com/office/drawing/2014/main" id="{B15BB111-29FF-43D7-A2FC-007C65A8B60C}"/>
              </a:ext>
            </a:extLst>
          </p:cNvPr>
          <p:cNvSpPr>
            <a:spLocks xmlns:a="http://schemas.openxmlformats.org/drawingml/2006/main" noGrp="1"/>
          </p:cNvSpPr>
          <p:nvPr/>
        </p:nvSpPr>
        <p:spPr>
          <a:xfrm xmlns:a="http://schemas.openxmlformats.org/drawingml/2006/main">
            <a:off x="476250" y="5429250"/>
            <a:ext cx="11239500" cy="742950"/>
          </a:xfrm>
          <a:prstGeom xmlns:a="http://schemas.openxmlformats.org/drawingml/2006/main" prst="roundRect">
            <a:avLst>
              <a:gd name="adj" fmla="val 12821"/>
            </a:avLst>
          </a:prstGeom>
          <a:solidFill xmlns:a="http://schemas.openxmlformats.org/drawingml/2006/main">
            <a:srgbClr val="FCE8E6"/>
          </a:solidFill>
          <a:ln xmlns:a="http://schemas.openxmlformats.org/drawingml/2006/main" w="9525">
            <a:solidFill>
              <a:srgbClr val="FCE8E6"/>
            </a:solidFill>
            <a:prstDash val="solid"/>
          </a:ln>
        </p:spPr>
      </p:sp>
      <p:sp>
        <p:nvSpPr>
          <p:cNvPr id="34" name="">
            <a:extLst xmlns:a="http://schemas.openxmlformats.org/drawingml/2006/main">
              <a:ext uri="{FF2B5EF4-FFF2-40B4-BE49-F238E27FC236}">
                <a16:creationId xmlns:a16="http://schemas.microsoft.com/office/drawing/2014/main" id="{E2024FD6-1924-41B7-A94A-6E05E045FEDB}"/>
              </a:ext>
            </a:extLst>
          </p:cNvPr>
          <p:cNvSpPr>
            <a:spLocks xmlns:a="http://schemas.openxmlformats.org/drawingml/2006/main" noGrp="1"/>
          </p:cNvSpPr>
          <p:nvPr/>
        </p:nvSpPr>
        <p:spPr>
          <a:xfrm xmlns:a="http://schemas.openxmlformats.org/drawingml/2006/main">
            <a:off x="685800" y="55245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C00000"/>
                </a:solidFill>
                <a:latin typeface="Hiragino Kaku Gothic ProN"/>
                <a:ea typeface="Hiragino Kaku Gothic ProN"/>
                <a:cs typeface="Hiragino Kaku Gothic ProN"/>
              </a:defRPr>
            </a:pPr>
            <a:r>
              <a:rPr sz="1500" b="1">
                <a:solidFill>
                  <a:srgbClr val="C00000"/>
                </a:solidFill>
                <a:latin typeface="Hiragino Kaku Gothic ProN"/>
                <a:ea typeface="Hiragino Kaku Gothic ProN"/>
                <a:cs typeface="Hiragino Kaku Gothic ProN"/>
              </a:rPr>
              <a:t>若年層の購買記録数を改善するには、まず「一度でも購入する人」を増やす必要がある</a:t>
            </a:r>
          </a:p>
        </p:txBody>
      </p:sp>
    </p:spTree>
    <p:extLst>
      <p:ext uri="{BB962C8B-B14F-4D97-AF65-F5344CB8AC3E}">
        <p14:creationId xmlns:p14="http://schemas.microsoft.com/office/powerpoint/2010/main" val="136882681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C67F2F0-9F0E-4323-AE24-2D065DAC4EED}"/>
              </a:ext>
            </a:extLst>
          </p:cNvPr>
          <p:cNvSpPr>
            <a:spLocks xmlns:a="http://schemas.openxmlformats.org/drawingml/2006/main" noGrp="1"/>
          </p:cNvSpPr>
          <p:nvPr/>
        </p:nvSpPr>
        <p:spPr>
          <a:xfrm xmlns:a="http://schemas.openxmlformats.org/drawingml/2006/main">
            <a:off x="133350" y="95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11111"/>
                </a:solidFill>
                <a:latin typeface="Hiragino Kaku Gothic ProN"/>
                <a:ea typeface="Hiragino Kaku Gothic ProN"/>
                <a:cs typeface="Hiragino Kaku Gothic ProN"/>
              </a:defRPr>
            </a:pPr>
            <a:r>
              <a:rPr sz="1050" b="0">
                <a:solidFill>
                  <a:srgbClr val="111111"/>
                </a:solidFill>
                <a:latin typeface="Hiragino Kaku Gothic ProN"/>
                <a:ea typeface="Hiragino Kaku Gothic ProN"/>
                <a:cs typeface="Hiragino Kaku Gothic ProN"/>
              </a:rPr>
              <a:t>原因分析｜原因特定</a:t>
            </a:r>
          </a:p>
        </p:txBody>
      </p:sp>
      <p:sp>
        <p:nvSpPr>
          <p:cNvPr id="2" name="">
            <a:extLst xmlns:a="http://schemas.openxmlformats.org/drawingml/2006/main">
              <a:ext uri="{FF2B5EF4-FFF2-40B4-BE49-F238E27FC236}">
                <a16:creationId xmlns:a16="http://schemas.microsoft.com/office/drawing/2014/main" id="{972F7AFF-DDA9-4377-89EF-50DD03B3070E}"/>
              </a:ext>
            </a:extLst>
          </p:cNvPr>
          <p:cNvSpPr>
            <a:spLocks xmlns:a="http://schemas.openxmlformats.org/drawingml/2006/main" noGrp="1"/>
          </p:cNvSpPr>
          <p:nvPr/>
        </p:nvSpPr>
        <p:spPr>
          <a:xfrm xmlns:a="http://schemas.openxmlformats.org/drawingml/2006/main">
            <a:off x="428625" y="552450"/>
            <a:ext cx="1128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42577F"/>
                </a:solidFill>
                <a:latin typeface="Hiragino Kaku Gothic ProN"/>
                <a:ea typeface="Hiragino Kaku Gothic ProN"/>
                <a:cs typeface="Hiragino Kaku Gothic ProN"/>
              </a:defRPr>
            </a:pPr>
            <a:r>
              <a:rPr sz="2175" b="1">
                <a:solidFill>
                  <a:srgbClr val="42577F"/>
                </a:solidFill>
                <a:latin typeface="Hiragino Kaku Gothic ProN"/>
                <a:ea typeface="Hiragino Kaku Gothic ProN"/>
                <a:cs typeface="Hiragino Kaku Gothic ProN"/>
              </a:rPr>
              <a:t>若年層が求める「食事補完」と、「対応」の商品構成がずれている</a:t>
            </a:r>
          </a:p>
        </p:txBody>
      </p:sp>
      <p:sp>
        <p:nvSpPr>
          <p:cNvPr id="3" name="">
            <a:extLst xmlns:a="http://schemas.openxmlformats.org/drawingml/2006/main">
              <a:ext uri="{FF2B5EF4-FFF2-40B4-BE49-F238E27FC236}">
                <a16:creationId xmlns:a16="http://schemas.microsoft.com/office/drawing/2014/main" id="{6A644140-D252-49B0-A3F1-CF97071470D7}"/>
              </a:ext>
            </a:extLst>
          </p:cNvPr>
          <p:cNvSpPr>
            <a:spLocks xmlns:a="http://schemas.openxmlformats.org/drawingml/2006/main" noGrp="1"/>
          </p:cNvSpPr>
          <p:nvPr/>
        </p:nvSpPr>
        <p:spPr>
          <a:xfrm xmlns:a="http://schemas.openxmlformats.org/drawingml/2006/main">
            <a:off x="11525250" y="6496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111111"/>
                </a:solidFill>
                <a:latin typeface="Hiragino Kaku Gothic ProN"/>
                <a:ea typeface="Hiragino Kaku Gothic ProN"/>
                <a:cs typeface="Hiragino Kaku Gothic ProN"/>
              </a:defRPr>
            </a:pPr>
            <a:r>
              <a:rPr sz="900" b="0">
                <a:solidFill>
                  <a:srgbClr val="111111"/>
                </a:solidFill>
                <a:latin typeface="Hiragino Kaku Gothic ProN"/>
                <a:ea typeface="Hiragino Kaku Gothic ProN"/>
                <a:cs typeface="Hiragino Kaku Gothic ProN"/>
              </a:rPr>
              <a:t>13</a:t>
            </a:r>
          </a:p>
        </p:txBody>
      </p:sp>
      <p:sp>
        <p:nvSpPr>
          <p:cNvPr id="4" name="">
            <a:extLst xmlns:a="http://schemas.openxmlformats.org/drawingml/2006/main">
              <a:ext uri="{FF2B5EF4-FFF2-40B4-BE49-F238E27FC236}">
                <a16:creationId xmlns:a16="http://schemas.microsoft.com/office/drawing/2014/main" id="{7ED89737-1127-487C-9516-F775081E01B5}"/>
              </a:ext>
            </a:extLst>
          </p:cNvPr>
          <p:cNvSpPr>
            <a:spLocks xmlns:a="http://schemas.openxmlformats.org/drawingml/2006/main" noGrp="1"/>
          </p:cNvSpPr>
          <p:nvPr/>
        </p:nvSpPr>
        <p:spPr>
          <a:xfrm xmlns:a="http://schemas.openxmlformats.org/drawingml/2006/main">
            <a:off x="523875" y="12573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F6B70"/>
                </a:solidFill>
                <a:latin typeface="Hiragino Kaku Gothic ProN"/>
                <a:ea typeface="Hiragino Kaku Gothic ProN"/>
                <a:cs typeface="Hiragino Kaku Gothic ProN"/>
              </a:defRPr>
            </a:pPr>
            <a:r>
              <a:rPr sz="1125" b="0">
                <a:solidFill>
                  <a:srgbClr val="6F6B70"/>
                </a:solidFill>
                <a:latin typeface="Hiragino Kaku Gothic ProN"/>
                <a:ea typeface="Hiragino Kaku Gothic ProN"/>
                <a:cs typeface="Hiragino Kaku Gothic ProN"/>
              </a:rPr>
              <a:t>若年層のなかで、利用日数と人数を揃えて比較</a:t>
            </a:r>
          </a:p>
        </p:txBody>
      </p:sp>
      <p:sp>
        <p:nvSpPr>
          <p:cNvPr id="5" name="">
            <a:extLst xmlns:a="http://schemas.openxmlformats.org/drawingml/2006/main">
              <a:ext uri="{FF2B5EF4-FFF2-40B4-BE49-F238E27FC236}">
                <a16:creationId xmlns:a16="http://schemas.microsoft.com/office/drawing/2014/main" id="{544F70FF-0643-4D22-8532-2F8C9088D2B9}"/>
              </a:ext>
            </a:extLst>
          </p:cNvPr>
          <p:cNvSpPr>
            <a:spLocks xmlns:a="http://schemas.openxmlformats.org/drawingml/2006/main" noGrp="1"/>
          </p:cNvSpPr>
          <p:nvPr/>
        </p:nvSpPr>
        <p:spPr>
          <a:xfrm xmlns:a="http://schemas.openxmlformats.org/drawingml/2006/main">
            <a:off x="476250" y="1619250"/>
            <a:ext cx="5286375" cy="3381375"/>
          </a:xfrm>
          <a:prstGeom xmlns:a="http://schemas.openxmlformats.org/drawingml/2006/main" prst="roundRect">
            <a:avLst>
              <a:gd name="adj" fmla="val 3380"/>
            </a:avLst>
          </a:prstGeom>
          <a:solidFill xmlns:a="http://schemas.openxmlformats.org/drawingml/2006/main">
            <a:srgbClr val="FFFFFF"/>
          </a:solidFill>
          <a:ln xmlns:a="http://schemas.openxmlformats.org/drawingml/2006/main" w="9525">
            <a:solidFill>
              <a:srgbClr val="DDD8D5"/>
            </a:solidFill>
            <a:prstDash val="solid"/>
          </a:ln>
        </p:spPr>
      </p:sp>
      <p:sp>
        <p:nvSpPr>
          <p:cNvPr id="6" name="">
            <a:extLst xmlns:a="http://schemas.openxmlformats.org/drawingml/2006/main">
              <a:ext uri="{FF2B5EF4-FFF2-40B4-BE49-F238E27FC236}">
                <a16:creationId xmlns:a16="http://schemas.microsoft.com/office/drawing/2014/main" id="{FF2A3F09-08A0-4FBA-875F-AFACBF4DBDEC}"/>
              </a:ext>
            </a:extLst>
          </p:cNvPr>
          <p:cNvSpPr>
            <a:spLocks xmlns:a="http://schemas.openxmlformats.org/drawingml/2006/main" noGrp="1"/>
          </p:cNvSpPr>
          <p:nvPr/>
        </p:nvSpPr>
        <p:spPr>
          <a:xfrm xmlns:a="http://schemas.openxmlformats.org/drawingml/2006/main">
            <a:off x="742950" y="17907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37343A"/>
                </a:solidFill>
                <a:latin typeface="Hiragino Kaku Gothic ProN"/>
                <a:ea typeface="Hiragino Kaku Gothic ProN"/>
                <a:cs typeface="Hiragino Kaku Gothic ProN"/>
              </a:defRPr>
            </a:pPr>
            <a:r>
              <a:rPr sz="1425" b="1">
                <a:solidFill>
                  <a:srgbClr val="37343A"/>
                </a:solidFill>
                <a:latin typeface="Hiragino Kaku Gothic ProN"/>
                <a:ea typeface="Hiragino Kaku Gothic ProN"/>
                <a:cs typeface="Hiragino Kaku Gothic ProN"/>
              </a:rPr>
              <a:t>普段の惣菜類の購買構成</a:t>
            </a:r>
          </a:p>
        </p:txBody>
      </p:sp>
      <p:sp>
        <p:nvSpPr>
          <p:cNvPr id="7" name="">
            <a:extLst xmlns:a="http://schemas.openxmlformats.org/drawingml/2006/main">
              <a:ext uri="{FF2B5EF4-FFF2-40B4-BE49-F238E27FC236}">
                <a16:creationId xmlns:a16="http://schemas.microsoft.com/office/drawing/2014/main" id="{74F3E113-313A-4881-99BC-5155AADE8782}"/>
              </a:ext>
            </a:extLst>
          </p:cNvPr>
          <p:cNvSpPr>
            <a:spLocks xmlns:a="http://schemas.openxmlformats.org/drawingml/2006/main" noGrp="1"/>
          </p:cNvSpPr>
          <p:nvPr/>
        </p:nvSpPr>
        <p:spPr>
          <a:xfrm xmlns:a="http://schemas.openxmlformats.org/drawingml/2006/main">
            <a:off x="1285875" y="2457450"/>
            <a:ext cx="1143000" cy="314325"/>
          </a:xfrm>
          <a:prstGeom xmlns:a="http://schemas.openxmlformats.org/drawingml/2006/main" prst="rect">
            <a:avLst/>
          </a:prstGeom>
          <a:solidFill xmlns:a="http://schemas.openxmlformats.org/drawingml/2006/main">
            <a:srgbClr val="E98A3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209B55BE-DE53-425F-90FD-6E3962EB7770}"/>
              </a:ext>
            </a:extLst>
          </p:cNvPr>
          <p:cNvSpPr>
            <a:spLocks xmlns:a="http://schemas.openxmlformats.org/drawingml/2006/main" noGrp="1"/>
          </p:cNvSpPr>
          <p:nvPr/>
        </p:nvSpPr>
        <p:spPr>
          <a:xfrm xmlns:a="http://schemas.openxmlformats.org/drawingml/2006/main">
            <a:off x="1285875" y="2771775"/>
            <a:ext cx="1143000" cy="1781175"/>
          </a:xfrm>
          <a:prstGeom xmlns:a="http://schemas.openxmlformats.org/drawingml/2006/main" prst="rect">
            <a:avLst/>
          </a:prstGeom>
          <a:solidFill xmlns:a="http://schemas.openxmlformats.org/drawingml/2006/main">
            <a:srgbClr val="58A977"/>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CDBC92EA-D7B2-47D9-8335-256DE5F836D9}"/>
              </a:ext>
            </a:extLst>
          </p:cNvPr>
          <p:cNvSpPr>
            <a:spLocks xmlns:a="http://schemas.openxmlformats.org/drawingml/2006/main" noGrp="1"/>
          </p:cNvSpPr>
          <p:nvPr/>
        </p:nvSpPr>
        <p:spPr>
          <a:xfrm xmlns:a="http://schemas.openxmlformats.org/drawingml/2006/main">
            <a:off x="1323975" y="2476500"/>
            <a:ext cx="1066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iragino Kaku Gothic ProN"/>
                <a:ea typeface="Hiragino Kaku Gothic ProN"/>
                <a:cs typeface="Hiragino Kaku Gothic ProN"/>
              </a:defRPr>
            </a:pPr>
            <a:r>
              <a:rPr sz="1050" b="1">
                <a:solidFill>
                  <a:srgbClr val="FFFFFF"/>
                </a:solidFill>
                <a:latin typeface="Hiragino Kaku Gothic ProN"/>
                <a:ea typeface="Hiragino Kaku Gothic ProN"/>
                <a:cs typeface="Hiragino Kaku Gothic ProN"/>
              </a:rPr>
              <a:t>15.0%</a:t>
            </a:r>
          </a:p>
        </p:txBody>
      </p:sp>
      <p:sp>
        <p:nvSpPr>
          <p:cNvPr id="10" name="">
            <a:extLst xmlns:a="http://schemas.openxmlformats.org/drawingml/2006/main">
              <a:ext uri="{FF2B5EF4-FFF2-40B4-BE49-F238E27FC236}">
                <a16:creationId xmlns:a16="http://schemas.microsoft.com/office/drawing/2014/main" id="{89BDC205-7105-486E-B62A-C669832E8488}"/>
              </a:ext>
            </a:extLst>
          </p:cNvPr>
          <p:cNvSpPr>
            <a:spLocks xmlns:a="http://schemas.openxmlformats.org/drawingml/2006/main" noGrp="1"/>
          </p:cNvSpPr>
          <p:nvPr/>
        </p:nvSpPr>
        <p:spPr>
          <a:xfrm xmlns:a="http://schemas.openxmlformats.org/drawingml/2006/main">
            <a:off x="1323975" y="2790825"/>
            <a:ext cx="106680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Hiragino Kaku Gothic ProN"/>
                <a:ea typeface="Hiragino Kaku Gothic ProN"/>
                <a:cs typeface="Hiragino Kaku Gothic ProN"/>
              </a:defRPr>
            </a:pPr>
            <a:r>
              <a:rPr sz="1350" b="1">
                <a:solidFill>
                  <a:srgbClr val="FFFFFF"/>
                </a:solidFill>
                <a:latin typeface="Hiragino Kaku Gothic ProN"/>
                <a:ea typeface="Hiragino Kaku Gothic ProN"/>
                <a:cs typeface="Hiragino Kaku Gothic ProN"/>
              </a:rPr>
              <a:t>85.0%</a:t>
            </a:r>
          </a:p>
        </p:txBody>
      </p:sp>
      <p:sp>
        <p:nvSpPr>
          <p:cNvPr id="11" name="">
            <a:extLst xmlns:a="http://schemas.openxmlformats.org/drawingml/2006/main">
              <a:ext uri="{FF2B5EF4-FFF2-40B4-BE49-F238E27FC236}">
                <a16:creationId xmlns:a16="http://schemas.microsoft.com/office/drawing/2014/main" id="{1C59D1C7-F38C-42B1-B0CF-8E53E17D4F8B}"/>
              </a:ext>
            </a:extLst>
          </p:cNvPr>
          <p:cNvSpPr>
            <a:spLocks xmlns:a="http://schemas.openxmlformats.org/drawingml/2006/main" noGrp="1"/>
          </p:cNvSpPr>
          <p:nvPr/>
        </p:nvSpPr>
        <p:spPr>
          <a:xfrm xmlns:a="http://schemas.openxmlformats.org/drawingml/2006/main">
            <a:off x="3286125" y="2457450"/>
            <a:ext cx="1143000" cy="201168"/>
          </a:xfrm>
          <a:prstGeom xmlns:a="http://schemas.openxmlformats.org/drawingml/2006/main" prst="rect">
            <a:avLst/>
          </a:prstGeom>
          <a:solidFill xmlns:a="http://schemas.openxmlformats.org/drawingml/2006/main">
            <a:srgbClr val="E98A3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BEF61BCE-F7DF-46DC-8077-CEBF49274297}"/>
              </a:ext>
            </a:extLst>
          </p:cNvPr>
          <p:cNvSpPr>
            <a:spLocks xmlns:a="http://schemas.openxmlformats.org/drawingml/2006/main" noGrp="1"/>
          </p:cNvSpPr>
          <p:nvPr/>
        </p:nvSpPr>
        <p:spPr>
          <a:xfrm xmlns:a="http://schemas.openxmlformats.org/drawingml/2006/main">
            <a:off x="3286125" y="2658618"/>
            <a:ext cx="1143000" cy="1894332"/>
          </a:xfrm>
          <a:prstGeom xmlns:a="http://schemas.openxmlformats.org/drawingml/2006/main" prst="rect">
            <a:avLst/>
          </a:prstGeom>
          <a:solidFill xmlns:a="http://schemas.openxmlformats.org/drawingml/2006/main">
            <a:srgbClr val="58A977"/>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F1BB9F80-A1A2-489C-9CA5-D307D690E2DE}"/>
              </a:ext>
            </a:extLst>
          </p:cNvPr>
          <p:cNvSpPr>
            <a:spLocks xmlns:a="http://schemas.openxmlformats.org/drawingml/2006/main" noGrp="1"/>
          </p:cNvSpPr>
          <p:nvPr/>
        </p:nvSpPr>
        <p:spPr>
          <a:xfrm xmlns:a="http://schemas.openxmlformats.org/drawingml/2006/main">
            <a:off x="3324225" y="2476500"/>
            <a:ext cx="106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iragino Kaku Gothic ProN"/>
                <a:ea typeface="Hiragino Kaku Gothic ProN"/>
                <a:cs typeface="Hiragino Kaku Gothic ProN"/>
              </a:defRPr>
            </a:pPr>
            <a:r>
              <a:rPr sz="1050" b="1">
                <a:solidFill>
                  <a:srgbClr val="FFFFFF"/>
                </a:solidFill>
                <a:latin typeface="Hiragino Kaku Gothic ProN"/>
                <a:ea typeface="Hiragino Kaku Gothic ProN"/>
                <a:cs typeface="Hiragino Kaku Gothic ProN"/>
              </a:rPr>
              <a:t>9.6%</a:t>
            </a:r>
          </a:p>
        </p:txBody>
      </p:sp>
      <p:sp>
        <p:nvSpPr>
          <p:cNvPr id="14" name="">
            <a:extLst xmlns:a="http://schemas.openxmlformats.org/drawingml/2006/main">
              <a:ext uri="{FF2B5EF4-FFF2-40B4-BE49-F238E27FC236}">
                <a16:creationId xmlns:a16="http://schemas.microsoft.com/office/drawing/2014/main" id="{B5877B4C-3FBF-49D6-A469-DB706D381872}"/>
              </a:ext>
            </a:extLst>
          </p:cNvPr>
          <p:cNvSpPr>
            <a:spLocks xmlns:a="http://schemas.openxmlformats.org/drawingml/2006/main" noGrp="1"/>
          </p:cNvSpPr>
          <p:nvPr/>
        </p:nvSpPr>
        <p:spPr>
          <a:xfrm xmlns:a="http://schemas.openxmlformats.org/drawingml/2006/main">
            <a:off x="3324225" y="2677668"/>
            <a:ext cx="1066800" cy="18562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Hiragino Kaku Gothic ProN"/>
                <a:ea typeface="Hiragino Kaku Gothic ProN"/>
                <a:cs typeface="Hiragino Kaku Gothic ProN"/>
              </a:defRPr>
            </a:pPr>
            <a:r>
              <a:rPr sz="1350" b="1">
                <a:solidFill>
                  <a:srgbClr val="FFFFFF"/>
                </a:solidFill>
                <a:latin typeface="Hiragino Kaku Gothic ProN"/>
                <a:ea typeface="Hiragino Kaku Gothic ProN"/>
                <a:cs typeface="Hiragino Kaku Gothic ProN"/>
              </a:rPr>
              <a:t>90.4%</a:t>
            </a:r>
          </a:p>
        </p:txBody>
      </p:sp>
      <p:sp>
        <p:nvSpPr>
          <p:cNvPr id="15" name="">
            <a:extLst xmlns:a="http://schemas.openxmlformats.org/drawingml/2006/main">
              <a:ext uri="{FF2B5EF4-FFF2-40B4-BE49-F238E27FC236}">
                <a16:creationId xmlns:a16="http://schemas.microsoft.com/office/drawing/2014/main" id="{3C97E21C-A67A-40AA-AAEA-969BE59B8870}"/>
              </a:ext>
            </a:extLst>
          </p:cNvPr>
          <p:cNvSpPr>
            <a:spLocks xmlns:a="http://schemas.openxmlformats.org/drawingml/2006/main" noGrp="1"/>
          </p:cNvSpPr>
          <p:nvPr/>
        </p:nvSpPr>
        <p:spPr>
          <a:xfrm xmlns:a="http://schemas.openxmlformats.org/drawingml/2006/main">
            <a:off x="1000125" y="4667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7C5AA6"/>
                </a:solidFill>
                <a:latin typeface="Hiragino Kaku Gothic ProN"/>
                <a:ea typeface="Hiragino Kaku Gothic ProN"/>
                <a:cs typeface="Hiragino Kaku Gothic ProN"/>
              </a:defRPr>
            </a:pPr>
            <a:r>
              <a:rPr sz="1275" b="1">
                <a:solidFill>
                  <a:srgbClr val="7C5AA6"/>
                </a:solidFill>
                <a:latin typeface="Hiragino Kaku Gothic ProN"/>
                <a:ea typeface="Hiragino Kaku Gothic ProN"/>
                <a:cs typeface="Hiragino Kaku Gothic ProN"/>
              </a:rPr>
              <a:t>購入経験群</a:t>
            </a:r>
          </a:p>
        </p:txBody>
      </p:sp>
      <p:sp>
        <p:nvSpPr>
          <p:cNvPr id="16" name="">
            <a:extLst xmlns:a="http://schemas.openxmlformats.org/drawingml/2006/main">
              <a:ext uri="{FF2B5EF4-FFF2-40B4-BE49-F238E27FC236}">
                <a16:creationId xmlns:a16="http://schemas.microsoft.com/office/drawing/2014/main" id="{6D2760CF-A9A7-470D-937D-BD54B28C1F2F}"/>
              </a:ext>
            </a:extLst>
          </p:cNvPr>
          <p:cNvSpPr>
            <a:spLocks xmlns:a="http://schemas.openxmlformats.org/drawingml/2006/main" noGrp="1"/>
          </p:cNvSpPr>
          <p:nvPr/>
        </p:nvSpPr>
        <p:spPr>
          <a:xfrm xmlns:a="http://schemas.openxmlformats.org/drawingml/2006/main">
            <a:off x="3000375" y="4667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D68AA3"/>
                </a:solidFill>
                <a:latin typeface="Hiragino Kaku Gothic ProN"/>
                <a:ea typeface="Hiragino Kaku Gothic ProN"/>
                <a:cs typeface="Hiragino Kaku Gothic ProN"/>
              </a:defRPr>
            </a:pPr>
            <a:r>
              <a:rPr sz="1275" b="1">
                <a:solidFill>
                  <a:srgbClr val="D68AA3"/>
                </a:solidFill>
                <a:latin typeface="Hiragino Kaku Gothic ProN"/>
                <a:ea typeface="Hiragino Kaku Gothic ProN"/>
                <a:cs typeface="Hiragino Kaku Gothic ProN"/>
              </a:rPr>
              <a:t>購入未経験群</a:t>
            </a:r>
          </a:p>
        </p:txBody>
      </p:sp>
      <p:sp>
        <p:nvSpPr>
          <p:cNvPr id="17" name="">
            <a:extLst xmlns:a="http://schemas.openxmlformats.org/drawingml/2006/main">
              <a:ext uri="{FF2B5EF4-FFF2-40B4-BE49-F238E27FC236}">
                <a16:creationId xmlns:a16="http://schemas.microsoft.com/office/drawing/2014/main" id="{EFBEAE1C-2D89-4289-8FA7-BC7BA9C85773}"/>
              </a:ext>
            </a:extLst>
          </p:cNvPr>
          <p:cNvSpPr>
            <a:spLocks xmlns:a="http://schemas.openxmlformats.org/drawingml/2006/main" noGrp="1"/>
          </p:cNvSpPr>
          <p:nvPr/>
        </p:nvSpPr>
        <p:spPr>
          <a:xfrm xmlns:a="http://schemas.openxmlformats.org/drawingml/2006/main">
            <a:off x="4533900" y="2609850"/>
            <a:ext cx="952500" cy="266700"/>
          </a:xfrm>
          <a:prstGeom xmlns:a="http://schemas.openxmlformats.org/drawingml/2006/main" prst="roundRect">
            <a:avLst>
              <a:gd name="adj" fmla="val 28571"/>
            </a:avLst>
          </a:prstGeom>
          <a:solidFill xmlns:a="http://schemas.openxmlformats.org/drawingml/2006/main">
            <a:srgbClr val="FAE9D8"/>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E98A35"/>
                </a:solidFill>
                <a:latin typeface="Hiragino Kaku Gothic ProN"/>
                <a:ea typeface="Hiragino Kaku Gothic ProN"/>
                <a:cs typeface="Hiragino Kaku Gothic ProN"/>
              </a:defRPr>
            </a:pPr>
            <a:r>
              <a:rPr sz="1050" b="1">
                <a:solidFill>
                  <a:srgbClr val="E98A35"/>
                </a:solidFill>
                <a:latin typeface="Hiragino Kaku Gothic ProN"/>
                <a:ea typeface="Hiragino Kaku Gothic ProN"/>
                <a:cs typeface="Hiragino Kaku Gothic ProN"/>
              </a:rPr>
              <a:t>食事完結型</a:t>
            </a:r>
          </a:p>
        </p:txBody>
      </p:sp>
      <p:sp>
        <p:nvSpPr>
          <p:cNvPr id="18" name="">
            <a:extLst xmlns:a="http://schemas.openxmlformats.org/drawingml/2006/main">
              <a:ext uri="{FF2B5EF4-FFF2-40B4-BE49-F238E27FC236}">
                <a16:creationId xmlns:a16="http://schemas.microsoft.com/office/drawing/2014/main" id="{22A2DAB6-5022-447F-B0C4-DD496DB7EBE3}"/>
              </a:ext>
            </a:extLst>
          </p:cNvPr>
          <p:cNvSpPr>
            <a:spLocks xmlns:a="http://schemas.openxmlformats.org/drawingml/2006/main" noGrp="1"/>
          </p:cNvSpPr>
          <p:nvPr/>
        </p:nvSpPr>
        <p:spPr>
          <a:xfrm xmlns:a="http://schemas.openxmlformats.org/drawingml/2006/main">
            <a:off x="4533900" y="3743325"/>
            <a:ext cx="952500" cy="266700"/>
          </a:xfrm>
          <a:prstGeom xmlns:a="http://schemas.openxmlformats.org/drawingml/2006/main" prst="roundRect">
            <a:avLst>
              <a:gd name="adj" fmla="val 28571"/>
            </a:avLst>
          </a:prstGeom>
          <a:solidFill xmlns:a="http://schemas.openxmlformats.org/drawingml/2006/main">
            <a:srgbClr val="E8F3EB"/>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58A977"/>
                </a:solidFill>
                <a:latin typeface="Hiragino Kaku Gothic ProN"/>
                <a:ea typeface="Hiragino Kaku Gothic ProN"/>
                <a:cs typeface="Hiragino Kaku Gothic ProN"/>
              </a:defRPr>
            </a:pPr>
            <a:r>
              <a:rPr sz="1050" b="1">
                <a:solidFill>
                  <a:srgbClr val="58A977"/>
                </a:solidFill>
                <a:latin typeface="Hiragino Kaku Gothic ProN"/>
                <a:ea typeface="Hiragino Kaku Gothic ProN"/>
                <a:cs typeface="Hiragino Kaku Gothic ProN"/>
              </a:rPr>
              <a:t>食事補完型</a:t>
            </a:r>
          </a:p>
        </p:txBody>
      </p:sp>
      <p:sp>
        <p:nvSpPr>
          <p:cNvPr id="19" name="">
            <a:extLst xmlns:a="http://schemas.openxmlformats.org/drawingml/2006/main">
              <a:ext uri="{FF2B5EF4-FFF2-40B4-BE49-F238E27FC236}">
                <a16:creationId xmlns:a16="http://schemas.microsoft.com/office/drawing/2014/main" id="{D80F774B-59E1-4080-9A09-C49FF6ACBF6D}"/>
              </a:ext>
            </a:extLst>
          </p:cNvPr>
          <p:cNvSpPr>
            <a:spLocks xmlns:a="http://schemas.openxmlformats.org/drawingml/2006/main" noGrp="1"/>
          </p:cNvSpPr>
          <p:nvPr/>
        </p:nvSpPr>
        <p:spPr>
          <a:xfrm xmlns:a="http://schemas.openxmlformats.org/drawingml/2006/main">
            <a:off x="2628900" y="3810000"/>
            <a:ext cx="809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C00000"/>
                </a:solidFill>
                <a:latin typeface="Hiragino Kaku Gothic ProN"/>
                <a:ea typeface="Hiragino Kaku Gothic ProN"/>
                <a:cs typeface="Hiragino Kaku Gothic ProN"/>
              </a:defRPr>
            </a:pPr>
            <a:r>
              <a:rPr sz="1350" b="1">
                <a:solidFill>
                  <a:srgbClr val="C00000"/>
                </a:solidFill>
                <a:latin typeface="Hiragino Kaku Gothic ProN"/>
                <a:ea typeface="Hiragino Kaku Gothic ProN"/>
                <a:cs typeface="Hiragino Kaku Gothic ProN"/>
              </a:rPr>
              <a:t>+5.4pt</a:t>
            </a:r>
          </a:p>
        </p:txBody>
      </p:sp>
      <p:sp>
        <p:nvSpPr>
          <p:cNvPr id="20" name="">
            <a:extLst xmlns:a="http://schemas.openxmlformats.org/drawingml/2006/main">
              <a:ext uri="{FF2B5EF4-FFF2-40B4-BE49-F238E27FC236}">
                <a16:creationId xmlns:a16="http://schemas.microsoft.com/office/drawing/2014/main" id="{D8125D4C-A619-4A3B-85CF-701C44D04F7D}"/>
              </a:ext>
            </a:extLst>
          </p:cNvPr>
          <p:cNvSpPr>
            <a:spLocks xmlns:a="http://schemas.openxmlformats.org/drawingml/2006/main" noGrp="1"/>
          </p:cNvSpPr>
          <p:nvPr/>
        </p:nvSpPr>
        <p:spPr>
          <a:xfrm xmlns:a="http://schemas.openxmlformats.org/drawingml/2006/main">
            <a:off x="5876925" y="29051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6F6B70"/>
                </a:solidFill>
                <a:latin typeface="Hiragino Kaku Gothic ProN"/>
                <a:ea typeface="Hiragino Kaku Gothic ProN"/>
                <a:cs typeface="Hiragino Kaku Gothic ProN"/>
              </a:defRPr>
            </a:pPr>
            <a:r>
              <a:rPr sz="2850" b="1">
                <a:solidFill>
                  <a:srgbClr val="6F6B70"/>
                </a:solidFill>
                <a:latin typeface="Hiragino Kaku Gothic ProN"/>
                <a:ea typeface="Hiragino Kaku Gothic ProN"/>
                <a:cs typeface="Hiragino Kaku Gothic ProN"/>
              </a:rPr>
              <a:t>→</a:t>
            </a:r>
          </a:p>
        </p:txBody>
      </p:sp>
      <p:sp>
        <p:nvSpPr>
          <p:cNvPr id="21" name="">
            <a:extLst xmlns:a="http://schemas.openxmlformats.org/drawingml/2006/main">
              <a:ext uri="{FF2B5EF4-FFF2-40B4-BE49-F238E27FC236}">
                <a16:creationId xmlns:a16="http://schemas.microsoft.com/office/drawing/2014/main" id="{4049EC57-D0AD-40FC-AD9B-FF896D6F9A18}"/>
              </a:ext>
            </a:extLst>
          </p:cNvPr>
          <p:cNvSpPr>
            <a:spLocks xmlns:a="http://schemas.openxmlformats.org/drawingml/2006/main" noGrp="1"/>
          </p:cNvSpPr>
          <p:nvPr/>
        </p:nvSpPr>
        <p:spPr>
          <a:xfrm xmlns:a="http://schemas.openxmlformats.org/drawingml/2006/main">
            <a:off x="6572250" y="1619250"/>
            <a:ext cx="5143500" cy="3381375"/>
          </a:xfrm>
          <a:prstGeom xmlns:a="http://schemas.openxmlformats.org/drawingml/2006/main" prst="roundRect">
            <a:avLst>
              <a:gd name="adj" fmla="val 3380"/>
            </a:avLst>
          </a:prstGeom>
          <a:solidFill xmlns:a="http://schemas.openxmlformats.org/drawingml/2006/main">
            <a:srgbClr val="F7F3F1"/>
          </a:solidFill>
          <a:ln xmlns:a="http://schemas.openxmlformats.org/drawingml/2006/main" w="9525">
            <a:solidFill>
              <a:srgbClr val="DDD8D5"/>
            </a:solidFill>
            <a:prstDash val="solid"/>
          </a:ln>
        </p:spPr>
      </p:sp>
      <p:sp>
        <p:nvSpPr>
          <p:cNvPr id="22" name="">
            <a:extLst xmlns:a="http://schemas.openxmlformats.org/drawingml/2006/main">
              <a:ext uri="{FF2B5EF4-FFF2-40B4-BE49-F238E27FC236}">
                <a16:creationId xmlns:a16="http://schemas.microsoft.com/office/drawing/2014/main" id="{313D43A2-2CA8-4A78-8687-19746C29228C}"/>
              </a:ext>
            </a:extLst>
          </p:cNvPr>
          <p:cNvSpPr>
            <a:spLocks xmlns:a="http://schemas.openxmlformats.org/drawingml/2006/main" noGrp="1"/>
          </p:cNvSpPr>
          <p:nvPr/>
        </p:nvSpPr>
        <p:spPr>
          <a:xfrm xmlns:a="http://schemas.openxmlformats.org/drawingml/2006/main">
            <a:off x="6838950" y="1790700"/>
            <a:ext cx="4619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37343A"/>
                </a:solidFill>
                <a:latin typeface="Hiragino Kaku Gothic ProN"/>
                <a:ea typeface="Hiragino Kaku Gothic ProN"/>
                <a:cs typeface="Hiragino Kaku Gothic ProN"/>
              </a:defRPr>
            </a:pPr>
            <a:r>
              <a:rPr sz="1425" b="1">
                <a:solidFill>
                  <a:srgbClr val="37343A"/>
                </a:solidFill>
                <a:latin typeface="Hiragino Kaku Gothic ProN"/>
                <a:ea typeface="Hiragino Kaku Gothic ProN"/>
                <a:cs typeface="Hiragino Kaku Gothic ProN"/>
              </a:rPr>
              <a:t>セブンの「対応」商品の構成</a:t>
            </a:r>
          </a:p>
        </p:txBody>
      </p:sp>
      <p:sp>
        <p:nvSpPr>
          <p:cNvPr id="23" name="">
            <a:extLst xmlns:a="http://schemas.openxmlformats.org/drawingml/2006/main">
              <a:ext uri="{FF2B5EF4-FFF2-40B4-BE49-F238E27FC236}">
                <a16:creationId xmlns:a16="http://schemas.microsoft.com/office/drawing/2014/main" id="{B7565ED5-997A-496E-8B32-3EE07DA57255}"/>
              </a:ext>
            </a:extLst>
          </p:cNvPr>
          <p:cNvSpPr>
            <a:spLocks xmlns:a="http://schemas.openxmlformats.org/drawingml/2006/main" noGrp="1"/>
          </p:cNvSpPr>
          <p:nvPr/>
        </p:nvSpPr>
        <p:spPr>
          <a:xfrm xmlns:a="http://schemas.openxmlformats.org/drawingml/2006/main">
            <a:off x="7524750" y="2476500"/>
            <a:ext cx="1238250" cy="1334167"/>
          </a:xfrm>
          <a:prstGeom xmlns:a="http://schemas.openxmlformats.org/drawingml/2006/main" prst="rect">
            <a:avLst/>
          </a:prstGeom>
          <a:solidFill xmlns:a="http://schemas.openxmlformats.org/drawingml/2006/main">
            <a:srgbClr val="E98A35"/>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8D773A3A-7CFD-4B4E-8734-468C9734F67C}"/>
              </a:ext>
            </a:extLst>
          </p:cNvPr>
          <p:cNvSpPr>
            <a:spLocks xmlns:a="http://schemas.openxmlformats.org/drawingml/2006/main" noGrp="1"/>
          </p:cNvSpPr>
          <p:nvPr/>
        </p:nvSpPr>
        <p:spPr>
          <a:xfrm xmlns:a="http://schemas.openxmlformats.org/drawingml/2006/main">
            <a:off x="7524750" y="3810667"/>
            <a:ext cx="1238250" cy="666083"/>
          </a:xfrm>
          <a:prstGeom xmlns:a="http://schemas.openxmlformats.org/drawingml/2006/main" prst="rect">
            <a:avLst/>
          </a:prstGeom>
          <a:solidFill xmlns:a="http://schemas.openxmlformats.org/drawingml/2006/main">
            <a:srgbClr val="58A977"/>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C4A579F8-35D7-4C08-8A57-575168C8B8E0}"/>
              </a:ext>
            </a:extLst>
          </p:cNvPr>
          <p:cNvSpPr>
            <a:spLocks xmlns:a="http://schemas.openxmlformats.org/drawingml/2006/main" noGrp="1"/>
          </p:cNvSpPr>
          <p:nvPr/>
        </p:nvSpPr>
        <p:spPr>
          <a:xfrm xmlns:a="http://schemas.openxmlformats.org/drawingml/2006/main">
            <a:off x="7562850" y="2495550"/>
            <a:ext cx="1162050" cy="12960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Hiragino Kaku Gothic ProN"/>
                <a:ea typeface="Hiragino Kaku Gothic ProN"/>
                <a:cs typeface="Hiragino Kaku Gothic ProN"/>
              </a:defRPr>
            </a:pPr>
            <a:r>
              <a:rPr sz="1275" b="1">
                <a:solidFill>
                  <a:srgbClr val="FFFFFF"/>
                </a:solidFill>
                <a:latin typeface="Hiragino Kaku Gothic ProN"/>
                <a:ea typeface="Hiragino Kaku Gothic ProN"/>
                <a:cs typeface="Hiragino Kaku Gothic ProN"/>
              </a:rPr>
              <a:t>食事完結型</a:t>
            </a:r>
          </a:p>
          <a:p xmlns:a="http://schemas.openxmlformats.org/drawingml/2006/main">
            <a:pPr algn="ctr">
              <a:defRPr sz="1275" b="1">
                <a:solidFill>
                  <a:srgbClr val="FFFFFF"/>
                </a:solidFill>
                <a:latin typeface="Hiragino Kaku Gothic ProN"/>
                <a:ea typeface="Hiragino Kaku Gothic ProN"/>
                <a:cs typeface="Hiragino Kaku Gothic ProN"/>
              </a:defRPr>
            </a:pPr>
            <a:r>
              <a:rPr sz="1275" b="1">
                <a:solidFill>
                  <a:srgbClr val="FFFFFF"/>
                </a:solidFill>
                <a:latin typeface="Hiragino Kaku Gothic ProN"/>
                <a:ea typeface="Hiragino Kaku Gothic ProN"/>
                <a:cs typeface="Hiragino Kaku Gothic ProN"/>
              </a:rPr>
              <a:t>66.7%</a:t>
            </a:r>
          </a:p>
        </p:txBody>
      </p:sp>
      <p:sp>
        <p:nvSpPr>
          <p:cNvPr id="26" name="">
            <a:extLst xmlns:a="http://schemas.openxmlformats.org/drawingml/2006/main">
              <a:ext uri="{FF2B5EF4-FFF2-40B4-BE49-F238E27FC236}">
                <a16:creationId xmlns:a16="http://schemas.microsoft.com/office/drawing/2014/main" id="{BCAF19E6-8D5F-4527-8926-367D8D4A3F62}"/>
              </a:ext>
            </a:extLst>
          </p:cNvPr>
          <p:cNvSpPr>
            <a:spLocks xmlns:a="http://schemas.openxmlformats.org/drawingml/2006/main" noGrp="1"/>
          </p:cNvSpPr>
          <p:nvPr/>
        </p:nvSpPr>
        <p:spPr>
          <a:xfrm xmlns:a="http://schemas.openxmlformats.org/drawingml/2006/main">
            <a:off x="7562850" y="3829717"/>
            <a:ext cx="1162050" cy="62798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iragino Kaku Gothic ProN"/>
                <a:ea typeface="Hiragino Kaku Gothic ProN"/>
                <a:cs typeface="Hiragino Kaku Gothic ProN"/>
              </a:defRPr>
            </a:pPr>
            <a:r>
              <a:rPr sz="1200" b="1">
                <a:solidFill>
                  <a:srgbClr val="FFFFFF"/>
                </a:solidFill>
                <a:latin typeface="Hiragino Kaku Gothic ProN"/>
                <a:ea typeface="Hiragino Kaku Gothic ProN"/>
                <a:cs typeface="Hiragino Kaku Gothic ProN"/>
              </a:rPr>
              <a:t>食事補完型</a:t>
            </a:r>
          </a:p>
          <a:p xmlns:a="http://schemas.openxmlformats.org/drawingml/2006/main">
            <a:pPr algn="ctr">
              <a:defRPr sz="1200" b="1">
                <a:solidFill>
                  <a:srgbClr val="FFFFFF"/>
                </a:solidFill>
                <a:latin typeface="Hiragino Kaku Gothic ProN"/>
                <a:ea typeface="Hiragino Kaku Gothic ProN"/>
                <a:cs typeface="Hiragino Kaku Gothic ProN"/>
              </a:defRPr>
            </a:pPr>
            <a:r>
              <a:rPr sz="1200" b="1">
                <a:solidFill>
                  <a:srgbClr val="FFFFFF"/>
                </a:solidFill>
                <a:latin typeface="Hiragino Kaku Gothic ProN"/>
                <a:ea typeface="Hiragino Kaku Gothic ProN"/>
                <a:cs typeface="Hiragino Kaku Gothic ProN"/>
              </a:rPr>
              <a:t>33.3%</a:t>
            </a:r>
          </a:p>
        </p:txBody>
      </p:sp>
      <p:sp>
        <p:nvSpPr>
          <p:cNvPr id="27" name="">
            <a:extLst xmlns:a="http://schemas.openxmlformats.org/drawingml/2006/main">
              <a:ext uri="{FF2B5EF4-FFF2-40B4-BE49-F238E27FC236}">
                <a16:creationId xmlns:a16="http://schemas.microsoft.com/office/drawing/2014/main" id="{D92043A6-8D4C-4B6B-8735-90AE8C0E1709}"/>
              </a:ext>
            </a:extLst>
          </p:cNvPr>
          <p:cNvSpPr>
            <a:spLocks xmlns:a="http://schemas.openxmlformats.org/drawingml/2006/main" noGrp="1"/>
          </p:cNvSpPr>
          <p:nvPr/>
        </p:nvSpPr>
        <p:spPr>
          <a:xfrm xmlns:a="http://schemas.openxmlformats.org/drawingml/2006/main">
            <a:off x="9239250" y="2476500"/>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58A977"/>
                </a:solidFill>
                <a:latin typeface="Hiragino Kaku Gothic ProN"/>
                <a:ea typeface="Hiragino Kaku Gothic ProN"/>
                <a:cs typeface="Hiragino Kaku Gothic ProN"/>
              </a:defRPr>
            </a:pPr>
            <a:r>
              <a:rPr sz="1350" b="1">
                <a:solidFill>
                  <a:srgbClr val="58A977"/>
                </a:solidFill>
                <a:latin typeface="Hiragino Kaku Gothic ProN"/>
                <a:ea typeface="Hiragino Kaku Gothic ProN"/>
                <a:cs typeface="Hiragino Kaku Gothic ProN"/>
              </a:rPr>
              <a:t>購入未経験群ほど</a:t>
            </a:r>
          </a:p>
          <a:p xmlns:a="http://schemas.openxmlformats.org/drawingml/2006/main">
            <a:pPr algn="ctr">
              <a:defRPr sz="1350" b="1">
                <a:solidFill>
                  <a:srgbClr val="58A977"/>
                </a:solidFill>
                <a:latin typeface="Hiragino Kaku Gothic ProN"/>
                <a:ea typeface="Hiragino Kaku Gothic ProN"/>
                <a:cs typeface="Hiragino Kaku Gothic ProN"/>
              </a:defRPr>
            </a:pPr>
            <a:r>
              <a:rPr sz="1350" b="1">
                <a:solidFill>
                  <a:srgbClr val="58A977"/>
                </a:solidFill>
                <a:latin typeface="Hiragino Kaku Gothic ProN"/>
                <a:ea typeface="Hiragino Kaku Gothic ProN"/>
                <a:cs typeface="Hiragino Kaku Gothic ProN"/>
              </a:rPr>
              <a:t>「軽食として補う」役割を求める</a:t>
            </a:r>
          </a:p>
        </p:txBody>
      </p:sp>
      <p:sp>
        <p:nvSpPr>
          <p:cNvPr id="28" name="">
            <a:extLst xmlns:a="http://schemas.openxmlformats.org/drawingml/2006/main">
              <a:ext uri="{FF2B5EF4-FFF2-40B4-BE49-F238E27FC236}">
                <a16:creationId xmlns:a16="http://schemas.microsoft.com/office/drawing/2014/main" id="{5670D793-6F23-4192-969D-D37858A13AD9}"/>
              </a:ext>
            </a:extLst>
          </p:cNvPr>
          <p:cNvSpPr>
            <a:spLocks xmlns:a="http://schemas.openxmlformats.org/drawingml/2006/main" noGrp="1"/>
          </p:cNvSpPr>
          <p:nvPr/>
        </p:nvSpPr>
        <p:spPr>
          <a:xfrm xmlns:a="http://schemas.openxmlformats.org/drawingml/2006/main">
            <a:off x="9763125" y="34290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0">
                <a:solidFill>
                  <a:srgbClr val="6F6B70"/>
                </a:solidFill>
                <a:latin typeface="Hiragino Kaku Gothic ProN"/>
                <a:ea typeface="Hiragino Kaku Gothic ProN"/>
                <a:cs typeface="Hiragino Kaku Gothic ProN"/>
              </a:defRPr>
            </a:pPr>
            <a:r>
              <a:rPr sz="1125" b="0">
                <a:solidFill>
                  <a:srgbClr val="6F6B70"/>
                </a:solidFill>
                <a:latin typeface="Hiragino Kaku Gothic ProN"/>
                <a:ea typeface="Hiragino Kaku Gothic ProN"/>
                <a:cs typeface="Hiragino Kaku Gothic ProN"/>
              </a:rPr>
              <a:t>しかし</a:t>
            </a:r>
          </a:p>
        </p:txBody>
      </p:sp>
      <p:sp>
        <p:nvSpPr>
          <p:cNvPr id="29" name="">
            <a:extLst xmlns:a="http://schemas.openxmlformats.org/drawingml/2006/main">
              <a:ext uri="{FF2B5EF4-FFF2-40B4-BE49-F238E27FC236}">
                <a16:creationId xmlns:a16="http://schemas.microsoft.com/office/drawing/2014/main" id="{9B43E4E9-8028-4CE2-9D8E-97CC2078FB7B}"/>
              </a:ext>
            </a:extLst>
          </p:cNvPr>
          <p:cNvSpPr>
            <a:spLocks xmlns:a="http://schemas.openxmlformats.org/drawingml/2006/main" noGrp="1"/>
          </p:cNvSpPr>
          <p:nvPr/>
        </p:nvSpPr>
        <p:spPr>
          <a:xfrm xmlns:a="http://schemas.openxmlformats.org/drawingml/2006/main">
            <a:off x="9239250" y="3762375"/>
            <a:ext cx="2095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98A35"/>
                </a:solidFill>
                <a:latin typeface="Hiragino Kaku Gothic ProN"/>
                <a:ea typeface="Hiragino Kaku Gothic ProN"/>
                <a:cs typeface="Hiragino Kaku Gothic ProN"/>
              </a:defRPr>
            </a:pPr>
            <a:r>
              <a:rPr sz="1350" b="1">
                <a:solidFill>
                  <a:srgbClr val="E98A35"/>
                </a:solidFill>
                <a:latin typeface="Hiragino Kaku Gothic ProN"/>
                <a:ea typeface="Hiragino Kaku Gothic ProN"/>
                <a:cs typeface="Hiragino Kaku Gothic ProN"/>
              </a:rPr>
              <a:t>「対応」は</a:t>
            </a:r>
          </a:p>
          <a:p xmlns:a="http://schemas.openxmlformats.org/drawingml/2006/main">
            <a:pPr algn="ctr">
              <a:defRPr sz="1350" b="1">
                <a:solidFill>
                  <a:srgbClr val="E98A35"/>
                </a:solidFill>
                <a:latin typeface="Hiragino Kaku Gothic ProN"/>
                <a:ea typeface="Hiragino Kaku Gothic ProN"/>
                <a:cs typeface="Hiragino Kaku Gothic ProN"/>
              </a:defRPr>
            </a:pPr>
            <a:r>
              <a:rPr sz="1350" b="1">
                <a:solidFill>
                  <a:srgbClr val="E98A35"/>
                </a:solidFill>
                <a:latin typeface="Hiragino Kaku Gothic ProN"/>
                <a:ea typeface="Hiragino Kaku Gothic ProN"/>
                <a:cs typeface="Hiragino Kaku Gothic ProN"/>
              </a:rPr>
              <a:t>本格的な食事が中心</a:t>
            </a:r>
          </a:p>
        </p:txBody>
      </p:sp>
      <p:sp>
        <p:nvSpPr>
          <p:cNvPr id="30" name="">
            <a:extLst xmlns:a="http://schemas.openxmlformats.org/drawingml/2006/main">
              <a:ext uri="{FF2B5EF4-FFF2-40B4-BE49-F238E27FC236}">
                <a16:creationId xmlns:a16="http://schemas.microsoft.com/office/drawing/2014/main" id="{1A4B3291-85A1-4757-ACB5-D67852DACB1F}"/>
              </a:ext>
            </a:extLst>
          </p:cNvPr>
          <p:cNvSpPr>
            <a:spLocks xmlns:a="http://schemas.openxmlformats.org/drawingml/2006/main" noGrp="1"/>
          </p:cNvSpPr>
          <p:nvPr/>
        </p:nvSpPr>
        <p:spPr>
          <a:xfrm xmlns:a="http://schemas.openxmlformats.org/drawingml/2006/main">
            <a:off x="476250" y="5314950"/>
            <a:ext cx="11239500" cy="838200"/>
          </a:xfrm>
          <a:prstGeom xmlns:a="http://schemas.openxmlformats.org/drawingml/2006/main" prst="roundRect">
            <a:avLst>
              <a:gd name="adj" fmla="val 11364"/>
            </a:avLst>
          </a:prstGeom>
          <a:solidFill xmlns:a="http://schemas.openxmlformats.org/drawingml/2006/main">
            <a:srgbClr val="FCE8E6"/>
          </a:solidFill>
          <a:ln xmlns:a="http://schemas.openxmlformats.org/drawingml/2006/main" w="9525">
            <a:solidFill>
              <a:srgbClr val="FCE8E6"/>
            </a:solidFill>
            <a:prstDash val="solid"/>
          </a:ln>
        </p:spPr>
      </p:sp>
      <p:sp>
        <p:nvSpPr>
          <p:cNvPr id="31" name="">
            <a:extLst xmlns:a="http://schemas.openxmlformats.org/drawingml/2006/main">
              <a:ext uri="{FF2B5EF4-FFF2-40B4-BE49-F238E27FC236}">
                <a16:creationId xmlns:a16="http://schemas.microsoft.com/office/drawing/2014/main" id="{C0F9306D-4920-4F63-84CB-4C4777AED994}"/>
              </a:ext>
            </a:extLst>
          </p:cNvPr>
          <p:cNvSpPr>
            <a:spLocks xmlns:a="http://schemas.openxmlformats.org/drawingml/2006/main" noGrp="1"/>
          </p:cNvSpPr>
          <p:nvPr/>
        </p:nvSpPr>
        <p:spPr>
          <a:xfrm xmlns:a="http://schemas.openxmlformats.org/drawingml/2006/main">
            <a:off x="685800" y="5410200"/>
            <a:ext cx="10820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C00000"/>
                </a:solidFill>
                <a:latin typeface="Hiragino Kaku Gothic ProN"/>
                <a:ea typeface="Hiragino Kaku Gothic ProN"/>
                <a:cs typeface="Hiragino Kaku Gothic ProN"/>
              </a:defRPr>
            </a:pPr>
            <a:r>
              <a:rPr sz="1500" b="1">
                <a:solidFill>
                  <a:srgbClr val="C00000"/>
                </a:solidFill>
                <a:latin typeface="Hiragino Kaku Gothic ProN"/>
                <a:ea typeface="Hiragino Kaku Gothic ProN"/>
                <a:cs typeface="Hiragino Kaku Gothic ProN"/>
              </a:rPr>
              <a:t>求める食事上の役割と商品構成のずれが、購入経験者の少なさにつながっている</a:t>
            </a:r>
          </a:p>
        </p:txBody>
      </p:sp>
    </p:spTree>
    <p:extLst>
      <p:ext uri="{BB962C8B-B14F-4D97-AF65-F5344CB8AC3E}">
        <p14:creationId xmlns:p14="http://schemas.microsoft.com/office/powerpoint/2010/main" val="148568488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C2DEEFF8-19C3-4A58-9005-5C7DB96FC14C}"/>
              </a:ext>
            </a:extLst>
          </p:cNvPr>
          <p:cNvSpPr>
            <a:spLocks xmlns:a="http://schemas.openxmlformats.org/drawingml/2006/main" noGrp="1"/>
          </p:cNvSpPr>
          <p:nvPr/>
        </p:nvSpPr>
        <p:spPr>
          <a:xfrm xmlns:a="http://schemas.openxmlformats.org/drawingml/2006/main">
            <a:off x="133350" y="95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11111"/>
                </a:solidFill>
                <a:latin typeface="Hiragino Kaku Gothic ProN"/>
                <a:ea typeface="Hiragino Kaku Gothic ProN"/>
                <a:cs typeface="Hiragino Kaku Gothic ProN"/>
              </a:defRPr>
            </a:pPr>
            <a:r>
              <a:rPr sz="1050" b="0">
                <a:solidFill>
                  <a:srgbClr val="111111"/>
                </a:solidFill>
                <a:latin typeface="Hiragino Kaku Gothic ProN"/>
                <a:ea typeface="Hiragino Kaku Gothic ProN"/>
                <a:cs typeface="Hiragino Kaku Gothic ProN"/>
              </a:rPr>
              <a:t>施策立案｜提案と効果試算</a:t>
            </a:r>
          </a:p>
        </p:txBody>
      </p:sp>
      <p:sp>
        <p:nvSpPr>
          <p:cNvPr id="2" name="">
            <a:extLst xmlns:a="http://schemas.openxmlformats.org/drawingml/2006/main">
              <a:ext uri="{FF2B5EF4-FFF2-40B4-BE49-F238E27FC236}">
                <a16:creationId xmlns:a16="http://schemas.microsoft.com/office/drawing/2014/main" id="{AA9211B7-AC30-48AF-8910-23DE5F3C4BF2}"/>
              </a:ext>
            </a:extLst>
          </p:cNvPr>
          <p:cNvSpPr>
            <a:spLocks xmlns:a="http://schemas.openxmlformats.org/drawingml/2006/main" noGrp="1"/>
          </p:cNvSpPr>
          <p:nvPr/>
        </p:nvSpPr>
        <p:spPr>
          <a:xfrm xmlns:a="http://schemas.openxmlformats.org/drawingml/2006/main">
            <a:off x="428625" y="552450"/>
            <a:ext cx="11287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42577F"/>
                </a:solidFill>
                <a:latin typeface="Hiragino Kaku Gothic ProN"/>
                <a:ea typeface="Hiragino Kaku Gothic ProN"/>
                <a:cs typeface="Hiragino Kaku Gothic ProN"/>
              </a:defRPr>
            </a:pPr>
            <a:r>
              <a:rPr sz="2175" b="1">
                <a:solidFill>
                  <a:srgbClr val="42577F"/>
                </a:solidFill>
                <a:latin typeface="Hiragino Kaku Gothic ProN"/>
                <a:ea typeface="Hiragino Kaku Gothic ProN"/>
                <a:cs typeface="Hiragino Kaku Gothic ProN"/>
              </a:rPr>
              <a:t>食事補完型へ3商品を置き換えれば、黒字を保ちながらローソンとの差を縮められる</a:t>
            </a:r>
          </a:p>
        </p:txBody>
      </p:sp>
      <p:sp>
        <p:nvSpPr>
          <p:cNvPr id="3" name="">
            <a:extLst xmlns:a="http://schemas.openxmlformats.org/drawingml/2006/main">
              <a:ext uri="{FF2B5EF4-FFF2-40B4-BE49-F238E27FC236}">
                <a16:creationId xmlns:a16="http://schemas.microsoft.com/office/drawing/2014/main" id="{FF4FD4ED-D583-4056-A2FE-3A830842F481}"/>
              </a:ext>
            </a:extLst>
          </p:cNvPr>
          <p:cNvSpPr>
            <a:spLocks xmlns:a="http://schemas.openxmlformats.org/drawingml/2006/main" noGrp="1"/>
          </p:cNvSpPr>
          <p:nvPr/>
        </p:nvSpPr>
        <p:spPr>
          <a:xfrm xmlns:a="http://schemas.openxmlformats.org/drawingml/2006/main">
            <a:off x="11525250" y="6496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111111"/>
                </a:solidFill>
                <a:latin typeface="Hiragino Kaku Gothic ProN"/>
                <a:ea typeface="Hiragino Kaku Gothic ProN"/>
                <a:cs typeface="Hiragino Kaku Gothic ProN"/>
              </a:defRPr>
            </a:pPr>
            <a:r>
              <a:rPr sz="900" b="0">
                <a:solidFill>
                  <a:srgbClr val="111111"/>
                </a:solidFill>
                <a:latin typeface="Hiragino Kaku Gothic ProN"/>
                <a:ea typeface="Hiragino Kaku Gothic ProN"/>
                <a:cs typeface="Hiragino Kaku Gothic ProN"/>
              </a:rPr>
              <a:t>14</a:t>
            </a:r>
          </a:p>
        </p:txBody>
      </p:sp>
      <p:sp>
        <p:nvSpPr>
          <p:cNvPr id="4" name="">
            <a:extLst xmlns:a="http://schemas.openxmlformats.org/drawingml/2006/main">
              <a:ext uri="{FF2B5EF4-FFF2-40B4-BE49-F238E27FC236}">
                <a16:creationId xmlns:a16="http://schemas.microsoft.com/office/drawing/2014/main" id="{525739B7-870E-445C-BFCC-DB1A34710F44}"/>
              </a:ext>
            </a:extLst>
          </p:cNvPr>
          <p:cNvSpPr>
            <a:spLocks xmlns:a="http://schemas.openxmlformats.org/drawingml/2006/main" noGrp="1"/>
          </p:cNvSpPr>
          <p:nvPr/>
        </p:nvSpPr>
        <p:spPr>
          <a:xfrm xmlns:a="http://schemas.openxmlformats.org/drawingml/2006/main">
            <a:off x="476250" y="1428750"/>
            <a:ext cx="4286250" cy="2238375"/>
          </a:xfrm>
          <a:prstGeom xmlns:a="http://schemas.openxmlformats.org/drawingml/2006/main" prst="roundRect">
            <a:avLst>
              <a:gd name="adj" fmla="val 5106"/>
            </a:avLst>
          </a:prstGeom>
          <a:solidFill xmlns:a="http://schemas.openxmlformats.org/drawingml/2006/main">
            <a:srgbClr val="F7F3F1"/>
          </a:solidFill>
          <a:ln xmlns:a="http://schemas.openxmlformats.org/drawingml/2006/main" w="9525">
            <a:solidFill>
              <a:srgbClr val="DDD8D5"/>
            </a:solidFill>
            <a:prstDash val="solid"/>
          </a:ln>
        </p:spPr>
      </p:sp>
      <p:sp>
        <p:nvSpPr>
          <p:cNvPr id="5" name="">
            <a:extLst xmlns:a="http://schemas.openxmlformats.org/drawingml/2006/main">
              <a:ext uri="{FF2B5EF4-FFF2-40B4-BE49-F238E27FC236}">
                <a16:creationId xmlns:a16="http://schemas.microsoft.com/office/drawing/2014/main" id="{37A4B3EE-F07B-4F73-B2F1-89D2F8F56211}"/>
              </a:ext>
            </a:extLst>
          </p:cNvPr>
          <p:cNvSpPr>
            <a:spLocks xmlns:a="http://schemas.openxmlformats.org/drawingml/2006/main" noGrp="1"/>
          </p:cNvSpPr>
          <p:nvPr/>
        </p:nvSpPr>
        <p:spPr>
          <a:xfrm xmlns:a="http://schemas.openxmlformats.org/drawingml/2006/main">
            <a:off x="742950" y="160020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37343A"/>
                </a:solidFill>
                <a:latin typeface="Hiragino Kaku Gothic ProN"/>
                <a:ea typeface="Hiragino Kaku Gothic ProN"/>
                <a:cs typeface="Hiragino Kaku Gothic ProN"/>
              </a:defRPr>
            </a:pPr>
            <a:r>
              <a:rPr sz="1500" b="1">
                <a:solidFill>
                  <a:srgbClr val="37343A"/>
                </a:solidFill>
                <a:latin typeface="Hiragino Kaku Gothic ProN"/>
                <a:ea typeface="Hiragino Kaku Gothic ProN"/>
                <a:cs typeface="Hiragino Kaku Gothic ProN"/>
              </a:rPr>
              <a:t>提案する施策</a:t>
            </a:r>
          </a:p>
        </p:txBody>
      </p:sp>
      <p:sp>
        <p:nvSpPr>
          <p:cNvPr id="6" name="">
            <a:extLst xmlns:a="http://schemas.openxmlformats.org/drawingml/2006/main">
              <a:ext uri="{FF2B5EF4-FFF2-40B4-BE49-F238E27FC236}">
                <a16:creationId xmlns:a16="http://schemas.microsoft.com/office/drawing/2014/main" id="{AD069131-4ABA-4153-BB9B-CAF0BE866DD6}"/>
              </a:ext>
            </a:extLst>
          </p:cNvPr>
          <p:cNvSpPr>
            <a:spLocks xmlns:a="http://schemas.openxmlformats.org/drawingml/2006/main" noGrp="1"/>
          </p:cNvSpPr>
          <p:nvPr/>
        </p:nvSpPr>
        <p:spPr>
          <a:xfrm xmlns:a="http://schemas.openxmlformats.org/drawingml/2006/main">
            <a:off x="781050" y="2143125"/>
            <a:ext cx="1381125" cy="1000125"/>
          </a:xfrm>
          <a:prstGeom xmlns:a="http://schemas.openxmlformats.org/drawingml/2006/main" prst="roundRect">
            <a:avLst>
              <a:gd name="adj" fmla="val 9524"/>
            </a:avLst>
          </a:prstGeom>
          <a:solidFill xmlns:a="http://schemas.openxmlformats.org/drawingml/2006/main">
            <a:srgbClr val="FAE9D8"/>
          </a:solidFill>
          <a:ln xmlns:a="http://schemas.openxmlformats.org/drawingml/2006/main" w="9525">
            <a:solidFill>
              <a:srgbClr val="E98A35"/>
            </a:solidFill>
            <a:prstDash val="solid"/>
          </a:ln>
        </p:spPr>
      </p:sp>
      <p:sp>
        <p:nvSpPr>
          <p:cNvPr id="7" name="">
            <a:extLst xmlns:a="http://schemas.openxmlformats.org/drawingml/2006/main">
              <a:ext uri="{FF2B5EF4-FFF2-40B4-BE49-F238E27FC236}">
                <a16:creationId xmlns:a16="http://schemas.microsoft.com/office/drawing/2014/main" id="{CE98CA6F-55A5-4E5E-8ABA-7393DEA9AE76}"/>
              </a:ext>
            </a:extLst>
          </p:cNvPr>
          <p:cNvSpPr>
            <a:spLocks xmlns:a="http://schemas.openxmlformats.org/drawingml/2006/main" noGrp="1"/>
          </p:cNvSpPr>
          <p:nvPr/>
        </p:nvSpPr>
        <p:spPr>
          <a:xfrm xmlns:a="http://schemas.openxmlformats.org/drawingml/2006/main">
            <a:off x="895350" y="2257425"/>
            <a:ext cx="11525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98A35"/>
                </a:solidFill>
                <a:latin typeface="Hiragino Kaku Gothic ProN"/>
                <a:ea typeface="Hiragino Kaku Gothic ProN"/>
                <a:cs typeface="Hiragino Kaku Gothic ProN"/>
              </a:defRPr>
            </a:pPr>
            <a:r>
              <a:rPr sz="1350" b="1">
                <a:solidFill>
                  <a:srgbClr val="E98A35"/>
                </a:solidFill>
                <a:latin typeface="Hiragino Kaku Gothic ProN"/>
                <a:ea typeface="Hiragino Kaku Gothic ProN"/>
                <a:cs typeface="Hiragino Kaku Gothic ProN"/>
              </a:rPr>
              <a:t>低実績の</a:t>
            </a:r>
          </a:p>
          <a:p xmlns:a="http://schemas.openxmlformats.org/drawingml/2006/main">
            <a:pPr algn="ctr">
              <a:defRPr sz="1350" b="1">
                <a:solidFill>
                  <a:srgbClr val="E98A35"/>
                </a:solidFill>
                <a:latin typeface="Hiragino Kaku Gothic ProN"/>
                <a:ea typeface="Hiragino Kaku Gothic ProN"/>
                <a:cs typeface="Hiragino Kaku Gothic ProN"/>
              </a:defRPr>
            </a:pPr>
            <a:r>
              <a:rPr sz="1350" b="1">
                <a:solidFill>
                  <a:srgbClr val="E98A35"/>
                </a:solidFill>
                <a:latin typeface="Hiragino Kaku Gothic ProN"/>
                <a:ea typeface="Hiragino Kaku Gothic ProN"/>
                <a:cs typeface="Hiragino Kaku Gothic ProN"/>
              </a:rPr>
              <a:t>食事完結型</a:t>
            </a:r>
          </a:p>
          <a:p xmlns:a="http://schemas.openxmlformats.org/drawingml/2006/main">
            <a:pPr algn="ctr">
              <a:defRPr sz="1350" b="1">
                <a:solidFill>
                  <a:srgbClr val="E98A35"/>
                </a:solidFill>
                <a:latin typeface="Hiragino Kaku Gothic ProN"/>
                <a:ea typeface="Hiragino Kaku Gothic ProN"/>
                <a:cs typeface="Hiragino Kaku Gothic ProN"/>
              </a:defRPr>
            </a:pPr>
            <a:r>
              <a:rPr sz="1350" b="1">
                <a:solidFill>
                  <a:srgbClr val="E98A35"/>
                </a:solidFill>
                <a:latin typeface="Hiragino Kaku Gothic ProN"/>
                <a:ea typeface="Hiragino Kaku Gothic ProN"/>
                <a:cs typeface="Hiragino Kaku Gothic ProN"/>
              </a:rPr>
              <a:t>3商品</a:t>
            </a:r>
          </a:p>
        </p:txBody>
      </p:sp>
      <p:sp>
        <p:nvSpPr>
          <p:cNvPr id="8" name="">
            <a:extLst xmlns:a="http://schemas.openxmlformats.org/drawingml/2006/main">
              <a:ext uri="{FF2B5EF4-FFF2-40B4-BE49-F238E27FC236}">
                <a16:creationId xmlns:a16="http://schemas.microsoft.com/office/drawing/2014/main" id="{B4D3A76C-4505-4AE6-A7E3-37E98E66D158}"/>
              </a:ext>
            </a:extLst>
          </p:cNvPr>
          <p:cNvSpPr>
            <a:spLocks xmlns:a="http://schemas.openxmlformats.org/drawingml/2006/main" noGrp="1"/>
          </p:cNvSpPr>
          <p:nvPr/>
        </p:nvSpPr>
        <p:spPr>
          <a:xfrm xmlns:a="http://schemas.openxmlformats.org/drawingml/2006/main">
            <a:off x="2286000" y="23241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700" b="1">
                <a:solidFill>
                  <a:srgbClr val="6F6B70"/>
                </a:solidFill>
                <a:latin typeface="Hiragino Kaku Gothic ProN"/>
                <a:ea typeface="Hiragino Kaku Gothic ProN"/>
                <a:cs typeface="Hiragino Kaku Gothic ProN"/>
              </a:defRPr>
            </a:pPr>
            <a:r>
              <a:rPr sz="2700" b="1">
                <a:solidFill>
                  <a:srgbClr val="6F6B70"/>
                </a:solidFill>
                <a:latin typeface="Hiragino Kaku Gothic ProN"/>
                <a:ea typeface="Hiragino Kaku Gothic ProN"/>
                <a:cs typeface="Hiragino Kaku Gothic ProN"/>
              </a:rPr>
              <a:t>→</a:t>
            </a:r>
          </a:p>
        </p:txBody>
      </p:sp>
      <p:sp>
        <p:nvSpPr>
          <p:cNvPr id="9" name="">
            <a:extLst xmlns:a="http://schemas.openxmlformats.org/drawingml/2006/main">
              <a:ext uri="{FF2B5EF4-FFF2-40B4-BE49-F238E27FC236}">
                <a16:creationId xmlns:a16="http://schemas.microsoft.com/office/drawing/2014/main" id="{EEEA22A5-42DA-4B91-B196-0B58039AAC51}"/>
              </a:ext>
            </a:extLst>
          </p:cNvPr>
          <p:cNvSpPr>
            <a:spLocks xmlns:a="http://schemas.openxmlformats.org/drawingml/2006/main" noGrp="1"/>
          </p:cNvSpPr>
          <p:nvPr/>
        </p:nvSpPr>
        <p:spPr>
          <a:xfrm xmlns:a="http://schemas.openxmlformats.org/drawingml/2006/main">
            <a:off x="3067050" y="2143125"/>
            <a:ext cx="1381125" cy="1000125"/>
          </a:xfrm>
          <a:prstGeom xmlns:a="http://schemas.openxmlformats.org/drawingml/2006/main" prst="roundRect">
            <a:avLst>
              <a:gd name="adj" fmla="val 9524"/>
            </a:avLst>
          </a:prstGeom>
          <a:solidFill xmlns:a="http://schemas.openxmlformats.org/drawingml/2006/main">
            <a:srgbClr val="E8F3EB"/>
          </a:solidFill>
          <a:ln xmlns:a="http://schemas.openxmlformats.org/drawingml/2006/main" w="9525">
            <a:solidFill>
              <a:srgbClr val="58A977"/>
            </a:solidFill>
            <a:prstDash val="solid"/>
          </a:ln>
        </p:spPr>
      </p:sp>
      <p:sp>
        <p:nvSpPr>
          <p:cNvPr id="10" name="">
            <a:extLst xmlns:a="http://schemas.openxmlformats.org/drawingml/2006/main">
              <a:ext uri="{FF2B5EF4-FFF2-40B4-BE49-F238E27FC236}">
                <a16:creationId xmlns:a16="http://schemas.microsoft.com/office/drawing/2014/main" id="{2BFC5A6C-D541-48A6-A6C6-0FFB645A03D2}"/>
              </a:ext>
            </a:extLst>
          </p:cNvPr>
          <p:cNvSpPr>
            <a:spLocks xmlns:a="http://schemas.openxmlformats.org/drawingml/2006/main" noGrp="1"/>
          </p:cNvSpPr>
          <p:nvPr/>
        </p:nvSpPr>
        <p:spPr>
          <a:xfrm xmlns:a="http://schemas.openxmlformats.org/drawingml/2006/main">
            <a:off x="3181350" y="2257425"/>
            <a:ext cx="11525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58A977"/>
                </a:solidFill>
                <a:latin typeface="Hiragino Kaku Gothic ProN"/>
                <a:ea typeface="Hiragino Kaku Gothic ProN"/>
                <a:cs typeface="Hiragino Kaku Gothic ProN"/>
              </a:defRPr>
            </a:pPr>
            <a:r>
              <a:rPr sz="1350" b="1">
                <a:solidFill>
                  <a:srgbClr val="58A977"/>
                </a:solidFill>
                <a:latin typeface="Hiragino Kaku Gothic ProN"/>
                <a:ea typeface="Hiragino Kaku Gothic ProN"/>
                <a:cs typeface="Hiragino Kaku Gothic ProN"/>
              </a:rPr>
              <a:t>若年層向け</a:t>
            </a:r>
          </a:p>
          <a:p xmlns:a="http://schemas.openxmlformats.org/drawingml/2006/main">
            <a:pPr algn="ctr">
              <a:defRPr sz="1350" b="1">
                <a:solidFill>
                  <a:srgbClr val="58A977"/>
                </a:solidFill>
                <a:latin typeface="Hiragino Kaku Gothic ProN"/>
                <a:ea typeface="Hiragino Kaku Gothic ProN"/>
                <a:cs typeface="Hiragino Kaku Gothic ProN"/>
              </a:defRPr>
            </a:pPr>
            <a:r>
              <a:rPr sz="1350" b="1">
                <a:solidFill>
                  <a:srgbClr val="58A977"/>
                </a:solidFill>
                <a:latin typeface="Hiragino Kaku Gothic ProN"/>
                <a:ea typeface="Hiragino Kaku Gothic ProN"/>
                <a:cs typeface="Hiragino Kaku Gothic ProN"/>
              </a:rPr>
              <a:t>食事補完型</a:t>
            </a:r>
          </a:p>
          <a:p xmlns:a="http://schemas.openxmlformats.org/drawingml/2006/main">
            <a:pPr algn="ctr">
              <a:defRPr sz="1350" b="1">
                <a:solidFill>
                  <a:srgbClr val="58A977"/>
                </a:solidFill>
                <a:latin typeface="Hiragino Kaku Gothic ProN"/>
                <a:ea typeface="Hiragino Kaku Gothic ProN"/>
                <a:cs typeface="Hiragino Kaku Gothic ProN"/>
              </a:defRPr>
            </a:pPr>
            <a:r>
              <a:rPr sz="1350" b="1">
                <a:solidFill>
                  <a:srgbClr val="58A977"/>
                </a:solidFill>
                <a:latin typeface="Hiragino Kaku Gothic ProN"/>
                <a:ea typeface="Hiragino Kaku Gothic ProN"/>
                <a:cs typeface="Hiragino Kaku Gothic ProN"/>
              </a:rPr>
              <a:t>新商品3商品</a:t>
            </a:r>
          </a:p>
        </p:txBody>
      </p:sp>
      <p:sp>
        <p:nvSpPr>
          <p:cNvPr id="11" name="">
            <a:extLst xmlns:a="http://schemas.openxmlformats.org/drawingml/2006/main">
              <a:ext uri="{FF2B5EF4-FFF2-40B4-BE49-F238E27FC236}">
                <a16:creationId xmlns:a16="http://schemas.microsoft.com/office/drawing/2014/main" id="{9AA77BD7-D44B-431C-8348-2DB8CD045D24}"/>
              </a:ext>
            </a:extLst>
          </p:cNvPr>
          <p:cNvSpPr>
            <a:spLocks xmlns:a="http://schemas.openxmlformats.org/drawingml/2006/main" noGrp="1"/>
          </p:cNvSpPr>
          <p:nvPr/>
        </p:nvSpPr>
        <p:spPr>
          <a:xfrm xmlns:a="http://schemas.openxmlformats.org/drawingml/2006/main">
            <a:off x="781050" y="3257550"/>
            <a:ext cx="3667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F6B70"/>
                </a:solidFill>
                <a:latin typeface="Hiragino Kaku Gothic ProN"/>
                <a:ea typeface="Hiragino Kaku Gothic ProN"/>
                <a:cs typeface="Hiragino Kaku Gothic ProN"/>
              </a:defRPr>
            </a:pPr>
            <a:r>
              <a:rPr sz="1050" b="0">
                <a:solidFill>
                  <a:srgbClr val="6F6B70"/>
                </a:solidFill>
                <a:latin typeface="Hiragino Kaku Gothic ProN"/>
                <a:ea typeface="Hiragino Kaku Gothic ProN"/>
                <a:cs typeface="Hiragino Kaku Gothic ProN"/>
              </a:rPr>
              <a:t>棚スペースを増やさず、1商品対1商品で置き換える</a:t>
            </a:r>
          </a:p>
        </p:txBody>
      </p:sp>
      <p:sp>
        <p:nvSpPr>
          <p:cNvPr id="12" name="">
            <a:extLst xmlns:a="http://schemas.openxmlformats.org/drawingml/2006/main">
              <a:ext uri="{FF2B5EF4-FFF2-40B4-BE49-F238E27FC236}">
                <a16:creationId xmlns:a16="http://schemas.microsoft.com/office/drawing/2014/main" id="{8C5384F7-8A2F-481D-B52E-BC268D3D9D22}"/>
              </a:ext>
            </a:extLst>
          </p:cNvPr>
          <p:cNvSpPr>
            <a:spLocks xmlns:a="http://schemas.openxmlformats.org/drawingml/2006/main" noGrp="1"/>
          </p:cNvSpPr>
          <p:nvPr/>
        </p:nvSpPr>
        <p:spPr>
          <a:xfrm xmlns:a="http://schemas.openxmlformats.org/drawingml/2006/main">
            <a:off x="5048250" y="1428750"/>
            <a:ext cx="666750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DDD8D5"/>
            </a:solidFill>
            <a:prstDash val="solid"/>
          </a:ln>
        </p:spPr>
      </p:sp>
      <p:sp>
        <p:nvSpPr>
          <p:cNvPr id="13" name="">
            <a:extLst xmlns:a="http://schemas.openxmlformats.org/drawingml/2006/main">
              <a:ext uri="{FF2B5EF4-FFF2-40B4-BE49-F238E27FC236}">
                <a16:creationId xmlns:a16="http://schemas.microsoft.com/office/drawing/2014/main" id="{A30A9EEB-CED2-400A-ACEE-998C9390A58B}"/>
              </a:ext>
            </a:extLst>
          </p:cNvPr>
          <p:cNvSpPr>
            <a:spLocks xmlns:a="http://schemas.openxmlformats.org/drawingml/2006/main" noGrp="1"/>
          </p:cNvSpPr>
          <p:nvPr/>
        </p:nvSpPr>
        <p:spPr>
          <a:xfrm xmlns:a="http://schemas.openxmlformats.org/drawingml/2006/main">
            <a:off x="5314950" y="1600200"/>
            <a:ext cx="614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37343A"/>
                </a:solidFill>
                <a:latin typeface="Hiragino Kaku Gothic ProN"/>
                <a:ea typeface="Hiragino Kaku Gothic ProN"/>
                <a:cs typeface="Hiragino Kaku Gothic ProN"/>
              </a:defRPr>
            </a:pPr>
            <a:r>
              <a:rPr sz="1500" b="1">
                <a:solidFill>
                  <a:srgbClr val="37343A"/>
                </a:solidFill>
                <a:latin typeface="Hiragino Kaku Gothic ProN"/>
                <a:ea typeface="Hiragino Kaku Gothic ProN"/>
                <a:cs typeface="Hiragino Kaku Gothic ProN"/>
              </a:rPr>
              <a:t>3商品を置き換えた場合</a:t>
            </a:r>
          </a:p>
        </p:txBody>
      </p:sp>
      <p:sp>
        <p:nvSpPr>
          <p:cNvPr id="14" name="">
            <a:extLst xmlns:a="http://schemas.openxmlformats.org/drawingml/2006/main">
              <a:ext uri="{FF2B5EF4-FFF2-40B4-BE49-F238E27FC236}">
                <a16:creationId xmlns:a16="http://schemas.microsoft.com/office/drawing/2014/main" id="{D912515F-A3B3-4041-B68A-1FAC1D314CD0}"/>
              </a:ext>
            </a:extLst>
          </p:cNvPr>
          <p:cNvSpPr>
            <a:spLocks xmlns:a="http://schemas.openxmlformats.org/drawingml/2006/main" noGrp="1"/>
          </p:cNvSpPr>
          <p:nvPr/>
        </p:nvSpPr>
        <p:spPr>
          <a:xfrm xmlns:a="http://schemas.openxmlformats.org/drawingml/2006/main">
            <a:off x="5314950" y="2095500"/>
            <a:ext cx="1866900" cy="1047750"/>
          </a:xfrm>
          <a:prstGeom xmlns:a="http://schemas.openxmlformats.org/drawingml/2006/main" prst="roundRect">
            <a:avLst>
              <a:gd name="adj" fmla="val 9091"/>
            </a:avLst>
          </a:prstGeom>
          <a:solidFill xmlns:a="http://schemas.openxmlformats.org/drawingml/2006/main">
            <a:srgbClr val="F5F7FA"/>
          </a:solidFill>
          <a:ln xmlns:a="http://schemas.openxmlformats.org/drawingml/2006/main" w="9525">
            <a:solidFill>
              <a:srgbClr val="DDD8D5"/>
            </a:solidFill>
            <a:prstDash val="solid"/>
          </a:ln>
        </p:spPr>
      </p:sp>
      <p:sp>
        <p:nvSpPr>
          <p:cNvPr id="15" name="">
            <a:extLst xmlns:a="http://schemas.openxmlformats.org/drawingml/2006/main">
              <a:ext uri="{FF2B5EF4-FFF2-40B4-BE49-F238E27FC236}">
                <a16:creationId xmlns:a16="http://schemas.microsoft.com/office/drawing/2014/main" id="{52B7D6F4-5179-4C15-8286-41F145B0DEBE}"/>
              </a:ext>
            </a:extLst>
          </p:cNvPr>
          <p:cNvSpPr>
            <a:spLocks xmlns:a="http://schemas.openxmlformats.org/drawingml/2006/main" noGrp="1"/>
          </p:cNvSpPr>
          <p:nvPr/>
        </p:nvSpPr>
        <p:spPr>
          <a:xfrm xmlns:a="http://schemas.openxmlformats.org/drawingml/2006/main">
            <a:off x="5429250" y="21907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F6B70"/>
                </a:solidFill>
                <a:latin typeface="Hiragino Kaku Gothic ProN"/>
                <a:ea typeface="Hiragino Kaku Gothic ProN"/>
                <a:cs typeface="Hiragino Kaku Gothic ProN"/>
              </a:defRPr>
            </a:pPr>
            <a:r>
              <a:rPr sz="1050" b="0">
                <a:solidFill>
                  <a:srgbClr val="6F6B70"/>
                </a:solidFill>
                <a:latin typeface="Hiragino Kaku Gothic ProN"/>
                <a:ea typeface="Hiragino Kaku Gothic ProN"/>
                <a:cs typeface="Hiragino Kaku Gothic ProN"/>
              </a:rPr>
              <a:t>平均の購買記録数</a:t>
            </a:r>
          </a:p>
        </p:txBody>
      </p:sp>
      <p:sp>
        <p:nvSpPr>
          <p:cNvPr id="16" name="">
            <a:extLst xmlns:a="http://schemas.openxmlformats.org/drawingml/2006/main">
              <a:ext uri="{FF2B5EF4-FFF2-40B4-BE49-F238E27FC236}">
                <a16:creationId xmlns:a16="http://schemas.microsoft.com/office/drawing/2014/main" id="{3389F497-566F-4E13-99D7-464BB497EA36}"/>
              </a:ext>
            </a:extLst>
          </p:cNvPr>
          <p:cNvSpPr>
            <a:spLocks xmlns:a="http://schemas.openxmlformats.org/drawingml/2006/main" noGrp="1"/>
          </p:cNvSpPr>
          <p:nvPr/>
        </p:nvSpPr>
        <p:spPr>
          <a:xfrm xmlns:a="http://schemas.openxmlformats.org/drawingml/2006/main">
            <a:off x="5429250" y="24955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593"/>
          </a:bodyPr>
          <a:lstStyle xmlns:a="http://schemas.openxmlformats.org/drawingml/2006/main"/>
          <a:p xmlns:a="http://schemas.openxmlformats.org/drawingml/2006/main">
            <a:pPr algn="ctr">
              <a:defRPr sz="1725" b="1">
                <a:solidFill>
                  <a:srgbClr val="42577F"/>
                </a:solidFill>
                <a:latin typeface="Hiragino Kaku Gothic ProN"/>
                <a:ea typeface="Hiragino Kaku Gothic ProN"/>
                <a:cs typeface="Hiragino Kaku Gothic ProN"/>
              </a:defRPr>
            </a:pPr>
            <a:r>
              <a:rPr sz="1725" b="1">
                <a:solidFill>
                  <a:srgbClr val="42577F"/>
                </a:solidFill>
                <a:latin typeface="Hiragino Kaku Gothic ProN"/>
                <a:ea typeface="Hiragino Kaku Gothic ProN"/>
                <a:cs typeface="Hiragino Kaku Gothic ProN"/>
              </a:rPr>
              <a:t>0.831 → 1.424</a:t>
            </a:r>
          </a:p>
        </p:txBody>
      </p:sp>
      <p:sp>
        <p:nvSpPr>
          <p:cNvPr id="17" name="">
            <a:extLst xmlns:a="http://schemas.openxmlformats.org/drawingml/2006/main">
              <a:ext uri="{FF2B5EF4-FFF2-40B4-BE49-F238E27FC236}">
                <a16:creationId xmlns:a16="http://schemas.microsoft.com/office/drawing/2014/main" id="{76B6F83C-C058-43D9-826C-ED2391CBA896}"/>
              </a:ext>
            </a:extLst>
          </p:cNvPr>
          <p:cNvSpPr>
            <a:spLocks xmlns:a="http://schemas.openxmlformats.org/drawingml/2006/main" noGrp="1"/>
          </p:cNvSpPr>
          <p:nvPr/>
        </p:nvSpPr>
        <p:spPr>
          <a:xfrm xmlns:a="http://schemas.openxmlformats.org/drawingml/2006/main">
            <a:off x="5429250" y="2867025"/>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58A977"/>
                </a:solidFill>
                <a:latin typeface="Hiragino Kaku Gothic ProN"/>
                <a:ea typeface="Hiragino Kaku Gothic ProN"/>
                <a:cs typeface="Hiragino Kaku Gothic ProN"/>
              </a:defRPr>
            </a:pPr>
            <a:r>
              <a:rPr sz="1050" b="1">
                <a:solidFill>
                  <a:srgbClr val="58A977"/>
                </a:solidFill>
                <a:latin typeface="Hiragino Kaku Gothic ProN"/>
                <a:ea typeface="Hiragino Kaku Gothic ProN"/>
                <a:cs typeface="Hiragino Kaku Gothic ProN"/>
              </a:rPr>
              <a:t>+71.3%</a:t>
            </a:r>
          </a:p>
        </p:txBody>
      </p:sp>
      <p:sp>
        <p:nvSpPr>
          <p:cNvPr id="18" name="">
            <a:extLst xmlns:a="http://schemas.openxmlformats.org/drawingml/2006/main">
              <a:ext uri="{FF2B5EF4-FFF2-40B4-BE49-F238E27FC236}">
                <a16:creationId xmlns:a16="http://schemas.microsoft.com/office/drawing/2014/main" id="{25BEDB27-F736-4F90-80EB-FD1F611AB849}"/>
              </a:ext>
            </a:extLst>
          </p:cNvPr>
          <p:cNvSpPr>
            <a:spLocks xmlns:a="http://schemas.openxmlformats.org/drawingml/2006/main" noGrp="1"/>
          </p:cNvSpPr>
          <p:nvPr/>
        </p:nvSpPr>
        <p:spPr>
          <a:xfrm xmlns:a="http://schemas.openxmlformats.org/drawingml/2006/main">
            <a:off x="7429500" y="2095500"/>
            <a:ext cx="1866900" cy="1047750"/>
          </a:xfrm>
          <a:prstGeom xmlns:a="http://schemas.openxmlformats.org/drawingml/2006/main" prst="roundRect">
            <a:avLst>
              <a:gd name="adj" fmla="val 9091"/>
            </a:avLst>
          </a:prstGeom>
          <a:solidFill xmlns:a="http://schemas.openxmlformats.org/drawingml/2006/main">
            <a:srgbClr val="FCE8E6"/>
          </a:solidFill>
          <a:ln xmlns:a="http://schemas.openxmlformats.org/drawingml/2006/main" w="9525">
            <a:solidFill>
              <a:srgbClr val="E5C0BC"/>
            </a:solidFill>
            <a:prstDash val="solid"/>
          </a:ln>
        </p:spPr>
      </p:sp>
      <p:sp>
        <p:nvSpPr>
          <p:cNvPr id="19" name="">
            <a:extLst xmlns:a="http://schemas.openxmlformats.org/drawingml/2006/main">
              <a:ext uri="{FF2B5EF4-FFF2-40B4-BE49-F238E27FC236}">
                <a16:creationId xmlns:a16="http://schemas.microsoft.com/office/drawing/2014/main" id="{7743CE60-3EA8-4249-A409-AF05BAEE767B}"/>
              </a:ext>
            </a:extLst>
          </p:cNvPr>
          <p:cNvSpPr>
            <a:spLocks xmlns:a="http://schemas.openxmlformats.org/drawingml/2006/main" noGrp="1"/>
          </p:cNvSpPr>
          <p:nvPr/>
        </p:nvSpPr>
        <p:spPr>
          <a:xfrm xmlns:a="http://schemas.openxmlformats.org/drawingml/2006/main">
            <a:off x="7543800" y="21907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F6B70"/>
                </a:solidFill>
                <a:latin typeface="Hiragino Kaku Gothic ProN"/>
                <a:ea typeface="Hiragino Kaku Gothic ProN"/>
                <a:cs typeface="Hiragino Kaku Gothic ProN"/>
              </a:defRPr>
            </a:pPr>
            <a:r>
              <a:rPr sz="1050" b="0">
                <a:solidFill>
                  <a:srgbClr val="6F6B70"/>
                </a:solidFill>
                <a:latin typeface="Hiragino Kaku Gothic ProN"/>
                <a:ea typeface="Hiragino Kaku Gothic ProN"/>
                <a:cs typeface="Hiragino Kaku Gothic ProN"/>
              </a:rPr>
              <a:t>ローソンとの差</a:t>
            </a:r>
          </a:p>
        </p:txBody>
      </p:sp>
      <p:sp>
        <p:nvSpPr>
          <p:cNvPr id="20" name="">
            <a:extLst xmlns:a="http://schemas.openxmlformats.org/drawingml/2006/main">
              <a:ext uri="{FF2B5EF4-FFF2-40B4-BE49-F238E27FC236}">
                <a16:creationId xmlns:a16="http://schemas.microsoft.com/office/drawing/2014/main" id="{1ACAA638-A9D0-458A-9C1B-4CEF1960820B}"/>
              </a:ext>
            </a:extLst>
          </p:cNvPr>
          <p:cNvSpPr>
            <a:spLocks xmlns:a="http://schemas.openxmlformats.org/drawingml/2006/main" noGrp="1"/>
          </p:cNvSpPr>
          <p:nvPr/>
        </p:nvSpPr>
        <p:spPr>
          <a:xfrm xmlns:a="http://schemas.openxmlformats.org/drawingml/2006/main">
            <a:off x="7543800" y="24955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C00000"/>
                </a:solidFill>
                <a:latin typeface="Hiragino Kaku Gothic ProN"/>
                <a:ea typeface="Hiragino Kaku Gothic ProN"/>
                <a:cs typeface="Hiragino Kaku Gothic ProN"/>
              </a:defRPr>
            </a:pPr>
            <a:r>
              <a:rPr sz="2025" b="1">
                <a:solidFill>
                  <a:srgbClr val="C00000"/>
                </a:solidFill>
                <a:latin typeface="Hiragino Kaku Gothic ProN"/>
                <a:ea typeface="Hiragino Kaku Gothic ProN"/>
                <a:cs typeface="Hiragino Kaku Gothic ProN"/>
              </a:rPr>
              <a:t>21.1%</a:t>
            </a:r>
          </a:p>
        </p:txBody>
      </p:sp>
      <p:sp>
        <p:nvSpPr>
          <p:cNvPr id="21" name="">
            <a:extLst xmlns:a="http://schemas.openxmlformats.org/drawingml/2006/main">
              <a:ext uri="{FF2B5EF4-FFF2-40B4-BE49-F238E27FC236}">
                <a16:creationId xmlns:a16="http://schemas.microsoft.com/office/drawing/2014/main" id="{1CCEF023-EAD8-4852-ACE7-A6C9AE527382}"/>
              </a:ext>
            </a:extLst>
          </p:cNvPr>
          <p:cNvSpPr>
            <a:spLocks xmlns:a="http://schemas.openxmlformats.org/drawingml/2006/main" noGrp="1"/>
          </p:cNvSpPr>
          <p:nvPr/>
        </p:nvSpPr>
        <p:spPr>
          <a:xfrm xmlns:a="http://schemas.openxmlformats.org/drawingml/2006/main">
            <a:off x="7543800" y="2867025"/>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C00000"/>
                </a:solidFill>
                <a:latin typeface="Hiragino Kaku Gothic ProN"/>
                <a:ea typeface="Hiragino Kaku Gothic ProN"/>
                <a:cs typeface="Hiragino Kaku Gothic ProN"/>
              </a:defRPr>
            </a:pPr>
            <a:r>
              <a:rPr sz="1050" b="1">
                <a:solidFill>
                  <a:srgbClr val="C00000"/>
                </a:solidFill>
                <a:latin typeface="Hiragino Kaku Gothic ProN"/>
                <a:ea typeface="Hiragino Kaku Gothic ProN"/>
                <a:cs typeface="Hiragino Kaku Gothic ProN"/>
              </a:rPr>
              <a:t>縮小</a:t>
            </a:r>
          </a:p>
        </p:txBody>
      </p:sp>
      <p:sp>
        <p:nvSpPr>
          <p:cNvPr id="22" name="">
            <a:extLst xmlns:a="http://schemas.openxmlformats.org/drawingml/2006/main">
              <a:ext uri="{FF2B5EF4-FFF2-40B4-BE49-F238E27FC236}">
                <a16:creationId xmlns:a16="http://schemas.microsoft.com/office/drawing/2014/main" id="{6DF71363-D923-499E-98BB-320B36F08CCC}"/>
              </a:ext>
            </a:extLst>
          </p:cNvPr>
          <p:cNvSpPr>
            <a:spLocks xmlns:a="http://schemas.openxmlformats.org/drawingml/2006/main" noGrp="1"/>
          </p:cNvSpPr>
          <p:nvPr/>
        </p:nvSpPr>
        <p:spPr>
          <a:xfrm xmlns:a="http://schemas.openxmlformats.org/drawingml/2006/main">
            <a:off x="9544050" y="2095500"/>
            <a:ext cx="1866900" cy="1047750"/>
          </a:xfrm>
          <a:prstGeom xmlns:a="http://schemas.openxmlformats.org/drawingml/2006/main" prst="roundRect">
            <a:avLst>
              <a:gd name="adj" fmla="val 9091"/>
            </a:avLst>
          </a:prstGeom>
          <a:solidFill xmlns:a="http://schemas.openxmlformats.org/drawingml/2006/main">
            <a:srgbClr val="E8F3EB"/>
          </a:solidFill>
          <a:ln xmlns:a="http://schemas.openxmlformats.org/drawingml/2006/main" w="9525">
            <a:solidFill>
              <a:srgbClr val="B9D7C2"/>
            </a:solidFill>
            <a:prstDash val="solid"/>
          </a:ln>
        </p:spPr>
      </p:sp>
      <p:sp>
        <p:nvSpPr>
          <p:cNvPr id="23" name="">
            <a:extLst xmlns:a="http://schemas.openxmlformats.org/drawingml/2006/main">
              <a:ext uri="{FF2B5EF4-FFF2-40B4-BE49-F238E27FC236}">
                <a16:creationId xmlns:a16="http://schemas.microsoft.com/office/drawing/2014/main" id="{28A0C053-E79B-45E3-B12E-DD920E1DCDC6}"/>
              </a:ext>
            </a:extLst>
          </p:cNvPr>
          <p:cNvSpPr>
            <a:spLocks xmlns:a="http://schemas.openxmlformats.org/drawingml/2006/main" noGrp="1"/>
          </p:cNvSpPr>
          <p:nvPr/>
        </p:nvSpPr>
        <p:spPr>
          <a:xfrm xmlns:a="http://schemas.openxmlformats.org/drawingml/2006/main">
            <a:off x="9658350" y="21907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F6B70"/>
                </a:solidFill>
                <a:latin typeface="Hiragino Kaku Gothic ProN"/>
                <a:ea typeface="Hiragino Kaku Gothic ProN"/>
                <a:cs typeface="Hiragino Kaku Gothic ProN"/>
              </a:defRPr>
            </a:pPr>
            <a:r>
              <a:rPr sz="1050" b="0">
                <a:solidFill>
                  <a:srgbClr val="6F6B70"/>
                </a:solidFill>
                <a:latin typeface="Hiragino Kaku Gothic ProN"/>
                <a:ea typeface="Hiragino Kaku Gothic ProN"/>
                <a:cs typeface="Hiragino Kaku Gothic ProN"/>
              </a:rPr>
              <a:t>1年間の簡易収支</a:t>
            </a:r>
          </a:p>
        </p:txBody>
      </p:sp>
      <p:sp>
        <p:nvSpPr>
          <p:cNvPr id="24" name="">
            <a:extLst xmlns:a="http://schemas.openxmlformats.org/drawingml/2006/main">
              <a:ext uri="{FF2B5EF4-FFF2-40B4-BE49-F238E27FC236}">
                <a16:creationId xmlns:a16="http://schemas.microsoft.com/office/drawing/2014/main" id="{7AFDCA3C-114A-412D-9BE1-147B05CB9F87}"/>
              </a:ext>
            </a:extLst>
          </p:cNvPr>
          <p:cNvSpPr>
            <a:spLocks xmlns:a="http://schemas.openxmlformats.org/drawingml/2006/main" noGrp="1"/>
          </p:cNvSpPr>
          <p:nvPr/>
        </p:nvSpPr>
        <p:spPr>
          <a:xfrm xmlns:a="http://schemas.openxmlformats.org/drawingml/2006/main">
            <a:off x="9658350" y="2495550"/>
            <a:ext cx="1638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58A977"/>
                </a:solidFill>
                <a:latin typeface="Hiragino Kaku Gothic ProN"/>
                <a:ea typeface="Hiragino Kaku Gothic ProN"/>
                <a:cs typeface="Hiragino Kaku Gothic ProN"/>
              </a:defRPr>
            </a:pPr>
            <a:r>
              <a:rPr sz="2025" b="1">
                <a:solidFill>
                  <a:srgbClr val="58A977"/>
                </a:solidFill>
                <a:latin typeface="Hiragino Kaku Gothic ProN"/>
                <a:ea typeface="Hiragino Kaku Gothic ProN"/>
                <a:cs typeface="Hiragino Kaku Gothic ProN"/>
              </a:rPr>
              <a:t>+15万円</a:t>
            </a:r>
          </a:p>
        </p:txBody>
      </p:sp>
      <p:sp>
        <p:nvSpPr>
          <p:cNvPr id="25" name="">
            <a:extLst xmlns:a="http://schemas.openxmlformats.org/drawingml/2006/main">
              <a:ext uri="{FF2B5EF4-FFF2-40B4-BE49-F238E27FC236}">
                <a16:creationId xmlns:a16="http://schemas.microsoft.com/office/drawing/2014/main" id="{E39AD9D2-E6E1-4D04-9137-5A85335C8FB1}"/>
              </a:ext>
            </a:extLst>
          </p:cNvPr>
          <p:cNvSpPr>
            <a:spLocks xmlns:a="http://schemas.openxmlformats.org/drawingml/2006/main" noGrp="1"/>
          </p:cNvSpPr>
          <p:nvPr/>
        </p:nvSpPr>
        <p:spPr>
          <a:xfrm xmlns:a="http://schemas.openxmlformats.org/drawingml/2006/main">
            <a:off x="9658350" y="2867025"/>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58A977"/>
                </a:solidFill>
                <a:latin typeface="Hiragino Kaku Gothic ProN"/>
                <a:ea typeface="Hiragino Kaku Gothic ProN"/>
                <a:cs typeface="Hiragino Kaku Gothic ProN"/>
              </a:defRPr>
            </a:pPr>
            <a:r>
              <a:rPr sz="1050" b="1">
                <a:solidFill>
                  <a:srgbClr val="58A977"/>
                </a:solidFill>
                <a:latin typeface="Hiragino Kaku Gothic ProN"/>
                <a:ea typeface="Hiragino Kaku Gothic ProN"/>
                <a:cs typeface="Hiragino Kaku Gothic ProN"/>
              </a:rPr>
              <a:t>黒字</a:t>
            </a:r>
          </a:p>
        </p:txBody>
      </p:sp>
      <p:sp>
        <p:nvSpPr>
          <p:cNvPr id="26" name="">
            <a:extLst xmlns:a="http://schemas.openxmlformats.org/drawingml/2006/main">
              <a:ext uri="{FF2B5EF4-FFF2-40B4-BE49-F238E27FC236}">
                <a16:creationId xmlns:a16="http://schemas.microsoft.com/office/drawing/2014/main" id="{3C4C08F5-B735-4A14-90B6-AF5F4944C370}"/>
              </a:ext>
            </a:extLst>
          </p:cNvPr>
          <p:cNvSpPr>
            <a:spLocks xmlns:a="http://schemas.openxmlformats.org/drawingml/2006/main" noGrp="1"/>
          </p:cNvSpPr>
          <p:nvPr/>
        </p:nvSpPr>
        <p:spPr>
          <a:xfrm xmlns:a="http://schemas.openxmlformats.org/drawingml/2006/main">
            <a:off x="523875" y="398145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37343A"/>
                </a:solidFill>
                <a:latin typeface="Hiragino Kaku Gothic ProN"/>
                <a:ea typeface="Hiragino Kaku Gothic ProN"/>
                <a:cs typeface="Hiragino Kaku Gothic ProN"/>
              </a:defRPr>
            </a:pPr>
            <a:r>
              <a:rPr sz="1350" b="1">
                <a:solidFill>
                  <a:srgbClr val="37343A"/>
                </a:solidFill>
                <a:latin typeface="Hiragino Kaku Gothic ProN"/>
                <a:ea typeface="Hiragino Kaku Gothic ProN"/>
                <a:cs typeface="Hiragino Kaku Gothic ProN"/>
              </a:rPr>
              <a:t>置き換える商品数を1〜5商品で比較</a:t>
            </a:r>
          </a:p>
        </p:txBody>
      </p:sp>
      <p:sp>
        <p:nvSpPr>
          <p:cNvPr id="27" name="">
            <a:extLst xmlns:a="http://schemas.openxmlformats.org/drawingml/2006/main">
              <a:ext uri="{FF2B5EF4-FFF2-40B4-BE49-F238E27FC236}">
                <a16:creationId xmlns:a16="http://schemas.microsoft.com/office/drawing/2014/main" id="{528D3A69-C257-4F76-8E91-624A4B156291}"/>
              </a:ext>
            </a:extLst>
          </p:cNvPr>
          <p:cNvSpPr>
            <a:spLocks xmlns:a="http://schemas.openxmlformats.org/drawingml/2006/main" noGrp="1"/>
          </p:cNvSpPr>
          <p:nvPr/>
        </p:nvSpPr>
        <p:spPr>
          <a:xfrm xmlns:a="http://schemas.openxmlformats.org/drawingml/2006/main">
            <a:off x="523875" y="4457700"/>
            <a:ext cx="2000250" cy="10668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9525">
            <a:solidFill>
              <a:srgbClr val="DDD8D5"/>
            </a:solidFill>
            <a:prstDash val="solid"/>
          </a:ln>
        </p:spPr>
      </p:sp>
      <p:sp>
        <p:nvSpPr>
          <p:cNvPr id="28" name="">
            <a:extLst xmlns:a="http://schemas.openxmlformats.org/drawingml/2006/main">
              <a:ext uri="{FF2B5EF4-FFF2-40B4-BE49-F238E27FC236}">
                <a16:creationId xmlns:a16="http://schemas.microsoft.com/office/drawing/2014/main" id="{D029A2D7-8C0D-4DFB-83CA-02F1454BFAB4}"/>
              </a:ext>
            </a:extLst>
          </p:cNvPr>
          <p:cNvSpPr>
            <a:spLocks xmlns:a="http://schemas.openxmlformats.org/drawingml/2006/main" noGrp="1"/>
          </p:cNvSpPr>
          <p:nvPr/>
        </p:nvSpPr>
        <p:spPr>
          <a:xfrm xmlns:a="http://schemas.openxmlformats.org/drawingml/2006/main">
            <a:off x="619125" y="45529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37343A"/>
                </a:solidFill>
                <a:latin typeface="Hiragino Kaku Gothic ProN"/>
                <a:ea typeface="Hiragino Kaku Gothic ProN"/>
                <a:cs typeface="Hiragino Kaku Gothic ProN"/>
              </a:defRPr>
            </a:pPr>
            <a:r>
              <a:rPr sz="1275" b="1">
                <a:solidFill>
                  <a:srgbClr val="37343A"/>
                </a:solidFill>
                <a:latin typeface="Hiragino Kaku Gothic ProN"/>
                <a:ea typeface="Hiragino Kaku Gothic ProN"/>
                <a:cs typeface="Hiragino Kaku Gothic ProN"/>
              </a:rPr>
              <a:t>1商品</a:t>
            </a:r>
          </a:p>
        </p:txBody>
      </p:sp>
      <p:sp>
        <p:nvSpPr>
          <p:cNvPr id="29" name="">
            <a:extLst xmlns:a="http://schemas.openxmlformats.org/drawingml/2006/main">
              <a:ext uri="{FF2B5EF4-FFF2-40B4-BE49-F238E27FC236}">
                <a16:creationId xmlns:a16="http://schemas.microsoft.com/office/drawing/2014/main" id="{1D835DDD-5A82-449B-A35E-F582DC304738}"/>
              </a:ext>
            </a:extLst>
          </p:cNvPr>
          <p:cNvSpPr>
            <a:spLocks xmlns:a="http://schemas.openxmlformats.org/drawingml/2006/main" noGrp="1"/>
          </p:cNvSpPr>
          <p:nvPr/>
        </p:nvSpPr>
        <p:spPr>
          <a:xfrm xmlns:a="http://schemas.openxmlformats.org/drawingml/2006/main">
            <a:off x="1209675" y="45529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1">
                <a:solidFill>
                  <a:srgbClr val="42577F"/>
                </a:solidFill>
                <a:latin typeface="Hiragino Kaku Gothic ProN"/>
                <a:ea typeface="Hiragino Kaku Gothic ProN"/>
                <a:cs typeface="Hiragino Kaku Gothic ProN"/>
              </a:defRPr>
            </a:pPr>
            <a:r>
              <a:rPr sz="1125" b="1">
                <a:solidFill>
                  <a:srgbClr val="42577F"/>
                </a:solidFill>
                <a:latin typeface="Hiragino Kaku Gothic ProN"/>
                <a:ea typeface="Hiragino Kaku Gothic ProN"/>
                <a:cs typeface="Hiragino Kaku Gothic ProN"/>
              </a:rPr>
              <a:t>差の縮小 7.3%</a:t>
            </a:r>
          </a:p>
        </p:txBody>
      </p:sp>
      <p:sp>
        <p:nvSpPr>
          <p:cNvPr id="30" name="">
            <a:extLst xmlns:a="http://schemas.openxmlformats.org/drawingml/2006/main">
              <a:ext uri="{FF2B5EF4-FFF2-40B4-BE49-F238E27FC236}">
                <a16:creationId xmlns:a16="http://schemas.microsoft.com/office/drawing/2014/main" id="{DCDD68E4-0F91-47E2-9E36-F94DCC984F1A}"/>
              </a:ext>
            </a:extLst>
          </p:cNvPr>
          <p:cNvSpPr>
            <a:spLocks xmlns:a="http://schemas.openxmlformats.org/drawingml/2006/main" noGrp="1"/>
          </p:cNvSpPr>
          <p:nvPr/>
        </p:nvSpPr>
        <p:spPr>
          <a:xfrm xmlns:a="http://schemas.openxmlformats.org/drawingml/2006/main">
            <a:off x="657225" y="4895850"/>
            <a:ext cx="1733550" cy="0"/>
          </a:xfrm>
          <a:prstGeom xmlns:a="http://schemas.openxmlformats.org/drawingml/2006/main" prst="line">
            <a:avLst/>
          </a:prstGeom>
          <a:noFill xmlns:a="http://schemas.openxmlformats.org/drawingml/2006/main"/>
          <a:ln xmlns:a="http://schemas.openxmlformats.org/drawingml/2006/main" w="9525">
            <a:solidFill>
              <a:srgbClr val="DDD8D5"/>
            </a:solidFill>
            <a:prstDash val="solid"/>
          </a:ln>
        </p:spPr>
      </p:sp>
      <p:sp>
        <p:nvSpPr>
          <p:cNvPr id="31" name="">
            <a:extLst xmlns:a="http://schemas.openxmlformats.org/drawingml/2006/main">
              <a:ext uri="{FF2B5EF4-FFF2-40B4-BE49-F238E27FC236}">
                <a16:creationId xmlns:a16="http://schemas.microsoft.com/office/drawing/2014/main" id="{4521AD72-4CCE-405D-837F-9E633006578C}"/>
              </a:ext>
            </a:extLst>
          </p:cNvPr>
          <p:cNvSpPr>
            <a:spLocks xmlns:a="http://schemas.openxmlformats.org/drawingml/2006/main" noGrp="1"/>
          </p:cNvSpPr>
          <p:nvPr/>
        </p:nvSpPr>
        <p:spPr>
          <a:xfrm xmlns:a="http://schemas.openxmlformats.org/drawingml/2006/main">
            <a:off x="657225" y="50101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58A977"/>
                </a:solidFill>
                <a:latin typeface="Hiragino Kaku Gothic ProN"/>
                <a:ea typeface="Hiragino Kaku Gothic ProN"/>
                <a:cs typeface="Hiragino Kaku Gothic ProN"/>
              </a:defRPr>
            </a:pPr>
            <a:r>
              <a:rPr sz="1200" b="1">
                <a:solidFill>
                  <a:srgbClr val="58A977"/>
                </a:solidFill>
                <a:latin typeface="Hiragino Kaku Gothic ProN"/>
                <a:ea typeface="Hiragino Kaku Gothic ProN"/>
                <a:cs typeface="Hiragino Kaku Gothic ProN"/>
              </a:rPr>
              <a:t>簡易収支 +17万円</a:t>
            </a:r>
          </a:p>
        </p:txBody>
      </p:sp>
      <p:sp>
        <p:nvSpPr>
          <p:cNvPr id="32" name="">
            <a:extLst xmlns:a="http://schemas.openxmlformats.org/drawingml/2006/main">
              <a:ext uri="{FF2B5EF4-FFF2-40B4-BE49-F238E27FC236}">
                <a16:creationId xmlns:a16="http://schemas.microsoft.com/office/drawing/2014/main" id="{7EFB2743-E84C-4669-BCCF-CCAE8DE00B62}"/>
              </a:ext>
            </a:extLst>
          </p:cNvPr>
          <p:cNvSpPr>
            <a:spLocks xmlns:a="http://schemas.openxmlformats.org/drawingml/2006/main" noGrp="1"/>
          </p:cNvSpPr>
          <p:nvPr/>
        </p:nvSpPr>
        <p:spPr>
          <a:xfrm xmlns:a="http://schemas.openxmlformats.org/drawingml/2006/main">
            <a:off x="2714625" y="4457700"/>
            <a:ext cx="2000250" cy="1066800"/>
          </a:xfrm>
          <a:prstGeom xmlns:a="http://schemas.openxmlformats.org/drawingml/2006/main" prst="roundRect">
            <a:avLst>
              <a:gd name="adj" fmla="val 8929"/>
            </a:avLst>
          </a:prstGeom>
          <a:solidFill xmlns:a="http://schemas.openxmlformats.org/drawingml/2006/main">
            <a:srgbClr val="FFFFFF"/>
          </a:solidFill>
          <a:ln xmlns:a="http://schemas.openxmlformats.org/drawingml/2006/main" w="9525">
            <a:solidFill>
              <a:srgbClr val="DDD8D5"/>
            </a:solidFill>
            <a:prstDash val="solid"/>
          </a:ln>
        </p:spPr>
      </p:sp>
      <p:sp>
        <p:nvSpPr>
          <p:cNvPr id="33" name="">
            <a:extLst xmlns:a="http://schemas.openxmlformats.org/drawingml/2006/main">
              <a:ext uri="{FF2B5EF4-FFF2-40B4-BE49-F238E27FC236}">
                <a16:creationId xmlns:a16="http://schemas.microsoft.com/office/drawing/2014/main" id="{24D55FE9-353A-4D0A-8C86-A1A6BA3E1127}"/>
              </a:ext>
            </a:extLst>
          </p:cNvPr>
          <p:cNvSpPr>
            <a:spLocks xmlns:a="http://schemas.openxmlformats.org/drawingml/2006/main" noGrp="1"/>
          </p:cNvSpPr>
          <p:nvPr/>
        </p:nvSpPr>
        <p:spPr>
          <a:xfrm xmlns:a="http://schemas.openxmlformats.org/drawingml/2006/main">
            <a:off x="2809875" y="45529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37343A"/>
                </a:solidFill>
                <a:latin typeface="Hiragino Kaku Gothic ProN"/>
                <a:ea typeface="Hiragino Kaku Gothic ProN"/>
                <a:cs typeface="Hiragino Kaku Gothic ProN"/>
              </a:defRPr>
            </a:pPr>
            <a:r>
              <a:rPr sz="1275" b="1">
                <a:solidFill>
                  <a:srgbClr val="37343A"/>
                </a:solidFill>
                <a:latin typeface="Hiragino Kaku Gothic ProN"/>
                <a:ea typeface="Hiragino Kaku Gothic ProN"/>
                <a:cs typeface="Hiragino Kaku Gothic ProN"/>
              </a:rPr>
              <a:t>2商品</a:t>
            </a:r>
          </a:p>
        </p:txBody>
      </p:sp>
      <p:sp>
        <p:nvSpPr>
          <p:cNvPr id="34" name="">
            <a:extLst xmlns:a="http://schemas.openxmlformats.org/drawingml/2006/main">
              <a:ext uri="{FF2B5EF4-FFF2-40B4-BE49-F238E27FC236}">
                <a16:creationId xmlns:a16="http://schemas.microsoft.com/office/drawing/2014/main" id="{727DB0BE-84E2-4768-AD71-1DF88FF727F7}"/>
              </a:ext>
            </a:extLst>
          </p:cNvPr>
          <p:cNvSpPr>
            <a:spLocks xmlns:a="http://schemas.openxmlformats.org/drawingml/2006/main" noGrp="1"/>
          </p:cNvSpPr>
          <p:nvPr/>
        </p:nvSpPr>
        <p:spPr>
          <a:xfrm xmlns:a="http://schemas.openxmlformats.org/drawingml/2006/main">
            <a:off x="3400425" y="45529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1">
                <a:solidFill>
                  <a:srgbClr val="42577F"/>
                </a:solidFill>
                <a:latin typeface="Hiragino Kaku Gothic ProN"/>
                <a:ea typeface="Hiragino Kaku Gothic ProN"/>
                <a:cs typeface="Hiragino Kaku Gothic ProN"/>
              </a:defRPr>
            </a:pPr>
            <a:r>
              <a:rPr sz="1125" b="1">
                <a:solidFill>
                  <a:srgbClr val="42577F"/>
                </a:solidFill>
                <a:latin typeface="Hiragino Kaku Gothic ProN"/>
                <a:ea typeface="Hiragino Kaku Gothic ProN"/>
                <a:cs typeface="Hiragino Kaku Gothic ProN"/>
              </a:rPr>
              <a:t>差の縮小 14.3%</a:t>
            </a:r>
          </a:p>
        </p:txBody>
      </p:sp>
      <p:sp>
        <p:nvSpPr>
          <p:cNvPr id="35" name="">
            <a:extLst xmlns:a="http://schemas.openxmlformats.org/drawingml/2006/main">
              <a:ext uri="{FF2B5EF4-FFF2-40B4-BE49-F238E27FC236}">
                <a16:creationId xmlns:a16="http://schemas.microsoft.com/office/drawing/2014/main" id="{C91FDADA-C262-4478-92E5-A385E2B001F8}"/>
              </a:ext>
            </a:extLst>
          </p:cNvPr>
          <p:cNvSpPr>
            <a:spLocks xmlns:a="http://schemas.openxmlformats.org/drawingml/2006/main" noGrp="1"/>
          </p:cNvSpPr>
          <p:nvPr/>
        </p:nvSpPr>
        <p:spPr>
          <a:xfrm xmlns:a="http://schemas.openxmlformats.org/drawingml/2006/main">
            <a:off x="2847975" y="4895850"/>
            <a:ext cx="1733550" cy="0"/>
          </a:xfrm>
          <a:prstGeom xmlns:a="http://schemas.openxmlformats.org/drawingml/2006/main" prst="line">
            <a:avLst/>
          </a:prstGeom>
          <a:noFill xmlns:a="http://schemas.openxmlformats.org/drawingml/2006/main"/>
          <a:ln xmlns:a="http://schemas.openxmlformats.org/drawingml/2006/main" w="9525">
            <a:solidFill>
              <a:srgbClr val="DDD8D5"/>
            </a:solidFill>
            <a:prstDash val="solid"/>
          </a:ln>
        </p:spPr>
      </p:sp>
      <p:sp>
        <p:nvSpPr>
          <p:cNvPr id="36" name="">
            <a:extLst xmlns:a="http://schemas.openxmlformats.org/drawingml/2006/main">
              <a:ext uri="{FF2B5EF4-FFF2-40B4-BE49-F238E27FC236}">
                <a16:creationId xmlns:a16="http://schemas.microsoft.com/office/drawing/2014/main" id="{AFE485E2-B92A-4BC3-A19C-A9529455D3C5}"/>
              </a:ext>
            </a:extLst>
          </p:cNvPr>
          <p:cNvSpPr>
            <a:spLocks xmlns:a="http://schemas.openxmlformats.org/drawingml/2006/main" noGrp="1"/>
          </p:cNvSpPr>
          <p:nvPr/>
        </p:nvSpPr>
        <p:spPr>
          <a:xfrm xmlns:a="http://schemas.openxmlformats.org/drawingml/2006/main">
            <a:off x="2847975" y="50101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58A977"/>
                </a:solidFill>
                <a:latin typeface="Hiragino Kaku Gothic ProN"/>
                <a:ea typeface="Hiragino Kaku Gothic ProN"/>
                <a:cs typeface="Hiragino Kaku Gothic ProN"/>
              </a:defRPr>
            </a:pPr>
            <a:r>
              <a:rPr sz="1200" b="1">
                <a:solidFill>
                  <a:srgbClr val="58A977"/>
                </a:solidFill>
                <a:latin typeface="Hiragino Kaku Gothic ProN"/>
                <a:ea typeface="Hiragino Kaku Gothic ProN"/>
                <a:cs typeface="Hiragino Kaku Gothic ProN"/>
              </a:rPr>
              <a:t>簡易収支 +20万円</a:t>
            </a:r>
          </a:p>
        </p:txBody>
      </p:sp>
      <p:sp>
        <p:nvSpPr>
          <p:cNvPr id="37" name="">
            <a:extLst xmlns:a="http://schemas.openxmlformats.org/drawingml/2006/main">
              <a:ext uri="{FF2B5EF4-FFF2-40B4-BE49-F238E27FC236}">
                <a16:creationId xmlns:a16="http://schemas.microsoft.com/office/drawing/2014/main" id="{020212DE-632B-4DB8-AC2D-E1D623489C92}"/>
              </a:ext>
            </a:extLst>
          </p:cNvPr>
          <p:cNvSpPr>
            <a:spLocks xmlns:a="http://schemas.openxmlformats.org/drawingml/2006/main" noGrp="1"/>
          </p:cNvSpPr>
          <p:nvPr/>
        </p:nvSpPr>
        <p:spPr>
          <a:xfrm xmlns:a="http://schemas.openxmlformats.org/drawingml/2006/main">
            <a:off x="4905375" y="4457700"/>
            <a:ext cx="2000250" cy="1066800"/>
          </a:xfrm>
          <a:prstGeom xmlns:a="http://schemas.openxmlformats.org/drawingml/2006/main" prst="roundRect">
            <a:avLst>
              <a:gd name="adj" fmla="val 8929"/>
            </a:avLst>
          </a:prstGeom>
          <a:solidFill xmlns:a="http://schemas.openxmlformats.org/drawingml/2006/main">
            <a:srgbClr val="E8F3EB"/>
          </a:solidFill>
          <a:ln xmlns:a="http://schemas.openxmlformats.org/drawingml/2006/main" w="9525">
            <a:solidFill>
              <a:srgbClr val="58A977"/>
            </a:solidFill>
            <a:prstDash val="solid"/>
          </a:ln>
        </p:spPr>
      </p:sp>
      <p:sp>
        <p:nvSpPr>
          <p:cNvPr id="38" name="">
            <a:extLst xmlns:a="http://schemas.openxmlformats.org/drawingml/2006/main">
              <a:ext uri="{FF2B5EF4-FFF2-40B4-BE49-F238E27FC236}">
                <a16:creationId xmlns:a16="http://schemas.microsoft.com/office/drawing/2014/main" id="{09F24E65-15F3-43F7-B08E-11A50550D92B}"/>
              </a:ext>
            </a:extLst>
          </p:cNvPr>
          <p:cNvSpPr>
            <a:spLocks xmlns:a="http://schemas.openxmlformats.org/drawingml/2006/main" noGrp="1"/>
          </p:cNvSpPr>
          <p:nvPr/>
        </p:nvSpPr>
        <p:spPr>
          <a:xfrm xmlns:a="http://schemas.openxmlformats.org/drawingml/2006/main">
            <a:off x="5000625" y="45529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58A977"/>
                </a:solidFill>
                <a:latin typeface="Hiragino Kaku Gothic ProN"/>
                <a:ea typeface="Hiragino Kaku Gothic ProN"/>
                <a:cs typeface="Hiragino Kaku Gothic ProN"/>
              </a:defRPr>
            </a:pPr>
            <a:r>
              <a:rPr sz="1275" b="1">
                <a:solidFill>
                  <a:srgbClr val="58A977"/>
                </a:solidFill>
                <a:latin typeface="Hiragino Kaku Gothic ProN"/>
                <a:ea typeface="Hiragino Kaku Gothic ProN"/>
                <a:cs typeface="Hiragino Kaku Gothic ProN"/>
              </a:rPr>
              <a:t>3商品</a:t>
            </a:r>
          </a:p>
        </p:txBody>
      </p:sp>
      <p:sp>
        <p:nvSpPr>
          <p:cNvPr id="39" name="">
            <a:extLst xmlns:a="http://schemas.openxmlformats.org/drawingml/2006/main">
              <a:ext uri="{FF2B5EF4-FFF2-40B4-BE49-F238E27FC236}">
                <a16:creationId xmlns:a16="http://schemas.microsoft.com/office/drawing/2014/main" id="{AB706C0E-1F0F-4918-8B42-6D5F55E59F60}"/>
              </a:ext>
            </a:extLst>
          </p:cNvPr>
          <p:cNvSpPr>
            <a:spLocks xmlns:a="http://schemas.openxmlformats.org/drawingml/2006/main" noGrp="1"/>
          </p:cNvSpPr>
          <p:nvPr/>
        </p:nvSpPr>
        <p:spPr>
          <a:xfrm xmlns:a="http://schemas.openxmlformats.org/drawingml/2006/main">
            <a:off x="5591175" y="45529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1">
                <a:solidFill>
                  <a:srgbClr val="42577F"/>
                </a:solidFill>
                <a:latin typeface="Hiragino Kaku Gothic ProN"/>
                <a:ea typeface="Hiragino Kaku Gothic ProN"/>
                <a:cs typeface="Hiragino Kaku Gothic ProN"/>
              </a:defRPr>
            </a:pPr>
            <a:r>
              <a:rPr sz="1125" b="1">
                <a:solidFill>
                  <a:srgbClr val="42577F"/>
                </a:solidFill>
                <a:latin typeface="Hiragino Kaku Gothic ProN"/>
                <a:ea typeface="Hiragino Kaku Gothic ProN"/>
                <a:cs typeface="Hiragino Kaku Gothic ProN"/>
              </a:rPr>
              <a:t>差の縮小 21.1%</a:t>
            </a:r>
          </a:p>
        </p:txBody>
      </p:sp>
      <p:sp>
        <p:nvSpPr>
          <p:cNvPr id="40" name="">
            <a:extLst xmlns:a="http://schemas.openxmlformats.org/drawingml/2006/main">
              <a:ext uri="{FF2B5EF4-FFF2-40B4-BE49-F238E27FC236}">
                <a16:creationId xmlns:a16="http://schemas.microsoft.com/office/drawing/2014/main" id="{5DFE98A8-973F-4AA0-B769-3322D28E789B}"/>
              </a:ext>
            </a:extLst>
          </p:cNvPr>
          <p:cNvSpPr>
            <a:spLocks xmlns:a="http://schemas.openxmlformats.org/drawingml/2006/main" noGrp="1"/>
          </p:cNvSpPr>
          <p:nvPr/>
        </p:nvSpPr>
        <p:spPr>
          <a:xfrm xmlns:a="http://schemas.openxmlformats.org/drawingml/2006/main">
            <a:off x="5038725" y="4895850"/>
            <a:ext cx="1733550" cy="0"/>
          </a:xfrm>
          <a:prstGeom xmlns:a="http://schemas.openxmlformats.org/drawingml/2006/main" prst="line">
            <a:avLst/>
          </a:prstGeom>
          <a:noFill xmlns:a="http://schemas.openxmlformats.org/drawingml/2006/main"/>
          <a:ln xmlns:a="http://schemas.openxmlformats.org/drawingml/2006/main" w="9525">
            <a:solidFill>
              <a:srgbClr val="DDD8D5"/>
            </a:solidFill>
            <a:prstDash val="solid"/>
          </a:ln>
        </p:spPr>
      </p:sp>
      <p:sp>
        <p:nvSpPr>
          <p:cNvPr id="41" name="">
            <a:extLst xmlns:a="http://schemas.openxmlformats.org/drawingml/2006/main">
              <a:ext uri="{FF2B5EF4-FFF2-40B4-BE49-F238E27FC236}">
                <a16:creationId xmlns:a16="http://schemas.microsoft.com/office/drawing/2014/main" id="{C68A9903-FDD2-4923-9DAF-01221478B37A}"/>
              </a:ext>
            </a:extLst>
          </p:cNvPr>
          <p:cNvSpPr>
            <a:spLocks xmlns:a="http://schemas.openxmlformats.org/drawingml/2006/main" noGrp="1"/>
          </p:cNvSpPr>
          <p:nvPr/>
        </p:nvSpPr>
        <p:spPr>
          <a:xfrm xmlns:a="http://schemas.openxmlformats.org/drawingml/2006/main">
            <a:off x="5038725" y="50101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58A977"/>
                </a:solidFill>
                <a:latin typeface="Hiragino Kaku Gothic ProN"/>
                <a:ea typeface="Hiragino Kaku Gothic ProN"/>
                <a:cs typeface="Hiragino Kaku Gothic ProN"/>
              </a:defRPr>
            </a:pPr>
            <a:r>
              <a:rPr sz="1200" b="1">
                <a:solidFill>
                  <a:srgbClr val="58A977"/>
                </a:solidFill>
                <a:latin typeface="Hiragino Kaku Gothic ProN"/>
                <a:ea typeface="Hiragino Kaku Gothic ProN"/>
                <a:cs typeface="Hiragino Kaku Gothic ProN"/>
              </a:rPr>
              <a:t>簡易収支 +15万円</a:t>
            </a:r>
          </a:p>
        </p:txBody>
      </p:sp>
      <p:sp>
        <p:nvSpPr>
          <p:cNvPr id="42" name="">
            <a:extLst xmlns:a="http://schemas.openxmlformats.org/drawingml/2006/main">
              <a:ext uri="{FF2B5EF4-FFF2-40B4-BE49-F238E27FC236}">
                <a16:creationId xmlns:a16="http://schemas.microsoft.com/office/drawing/2014/main" id="{4565ADD0-8564-40A9-AF57-5FEA7D52B39C}"/>
              </a:ext>
            </a:extLst>
          </p:cNvPr>
          <p:cNvSpPr>
            <a:spLocks xmlns:a="http://schemas.openxmlformats.org/drawingml/2006/main" noGrp="1"/>
          </p:cNvSpPr>
          <p:nvPr/>
        </p:nvSpPr>
        <p:spPr>
          <a:xfrm xmlns:a="http://schemas.openxmlformats.org/drawingml/2006/main">
            <a:off x="5572125" y="5467350"/>
            <a:ext cx="666750" cy="228600"/>
          </a:xfrm>
          <a:prstGeom xmlns:a="http://schemas.openxmlformats.org/drawingml/2006/main" prst="roundRect">
            <a:avLst>
              <a:gd name="adj" fmla="val 41667"/>
            </a:avLst>
          </a:prstGeom>
          <a:solidFill xmlns:a="http://schemas.openxmlformats.org/drawingml/2006/main">
            <a:srgbClr val="58A977"/>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a:solidFill>
                  <a:srgbClr val="FFFFFF"/>
                </a:solidFill>
                <a:latin typeface="Hiragino Kaku Gothic ProN"/>
                <a:ea typeface="Hiragino Kaku Gothic ProN"/>
                <a:cs typeface="Hiragino Kaku Gothic ProN"/>
              </a:defRPr>
            </a:pPr>
            <a:r>
              <a:rPr sz="1050" b="1">
                <a:solidFill>
                  <a:srgbClr val="FFFFFF"/>
                </a:solidFill>
                <a:latin typeface="Hiragino Kaku Gothic ProN"/>
                <a:ea typeface="Hiragino Kaku Gothic ProN"/>
                <a:cs typeface="Hiragino Kaku Gothic ProN"/>
              </a:rPr>
              <a:t>最適</a:t>
            </a:r>
          </a:p>
        </p:txBody>
      </p:sp>
      <p:sp>
        <p:nvSpPr>
          <p:cNvPr id="43" name="">
            <a:extLst xmlns:a="http://schemas.openxmlformats.org/drawingml/2006/main">
              <a:ext uri="{FF2B5EF4-FFF2-40B4-BE49-F238E27FC236}">
                <a16:creationId xmlns:a16="http://schemas.microsoft.com/office/drawing/2014/main" id="{202CD6A8-5976-41EF-9302-2AD65978E8A2}"/>
              </a:ext>
            </a:extLst>
          </p:cNvPr>
          <p:cNvSpPr>
            <a:spLocks xmlns:a="http://schemas.openxmlformats.org/drawingml/2006/main" noGrp="1"/>
          </p:cNvSpPr>
          <p:nvPr/>
        </p:nvSpPr>
        <p:spPr>
          <a:xfrm xmlns:a="http://schemas.openxmlformats.org/drawingml/2006/main">
            <a:off x="7096125" y="4457700"/>
            <a:ext cx="2000250" cy="1066800"/>
          </a:xfrm>
          <a:prstGeom xmlns:a="http://schemas.openxmlformats.org/drawingml/2006/main" prst="roundRect">
            <a:avLst>
              <a:gd name="adj" fmla="val 8929"/>
            </a:avLst>
          </a:prstGeom>
          <a:solidFill xmlns:a="http://schemas.openxmlformats.org/drawingml/2006/main">
            <a:srgbClr val="FCE8E6"/>
          </a:solidFill>
          <a:ln xmlns:a="http://schemas.openxmlformats.org/drawingml/2006/main" w="9525">
            <a:solidFill>
              <a:srgbClr val="E5C0BC"/>
            </a:solidFill>
            <a:prstDash val="solid"/>
          </a:ln>
        </p:spPr>
      </p:sp>
      <p:sp>
        <p:nvSpPr>
          <p:cNvPr id="44" name="">
            <a:extLst xmlns:a="http://schemas.openxmlformats.org/drawingml/2006/main">
              <a:ext uri="{FF2B5EF4-FFF2-40B4-BE49-F238E27FC236}">
                <a16:creationId xmlns:a16="http://schemas.microsoft.com/office/drawing/2014/main" id="{4264175D-8F51-4D05-A93B-053838E576C7}"/>
              </a:ext>
            </a:extLst>
          </p:cNvPr>
          <p:cNvSpPr>
            <a:spLocks xmlns:a="http://schemas.openxmlformats.org/drawingml/2006/main" noGrp="1"/>
          </p:cNvSpPr>
          <p:nvPr/>
        </p:nvSpPr>
        <p:spPr>
          <a:xfrm xmlns:a="http://schemas.openxmlformats.org/drawingml/2006/main">
            <a:off x="7191375" y="45529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37343A"/>
                </a:solidFill>
                <a:latin typeface="Hiragino Kaku Gothic ProN"/>
                <a:ea typeface="Hiragino Kaku Gothic ProN"/>
                <a:cs typeface="Hiragino Kaku Gothic ProN"/>
              </a:defRPr>
            </a:pPr>
            <a:r>
              <a:rPr sz="1275" b="1">
                <a:solidFill>
                  <a:srgbClr val="37343A"/>
                </a:solidFill>
                <a:latin typeface="Hiragino Kaku Gothic ProN"/>
                <a:ea typeface="Hiragino Kaku Gothic ProN"/>
                <a:cs typeface="Hiragino Kaku Gothic ProN"/>
              </a:rPr>
              <a:t>4商品</a:t>
            </a:r>
          </a:p>
        </p:txBody>
      </p:sp>
      <p:sp>
        <p:nvSpPr>
          <p:cNvPr id="45" name="">
            <a:extLst xmlns:a="http://schemas.openxmlformats.org/drawingml/2006/main">
              <a:ext uri="{FF2B5EF4-FFF2-40B4-BE49-F238E27FC236}">
                <a16:creationId xmlns:a16="http://schemas.microsoft.com/office/drawing/2014/main" id="{7A830246-F0EA-4685-AA65-C40B6F7777FD}"/>
              </a:ext>
            </a:extLst>
          </p:cNvPr>
          <p:cNvSpPr>
            <a:spLocks xmlns:a="http://schemas.openxmlformats.org/drawingml/2006/main" noGrp="1"/>
          </p:cNvSpPr>
          <p:nvPr/>
        </p:nvSpPr>
        <p:spPr>
          <a:xfrm xmlns:a="http://schemas.openxmlformats.org/drawingml/2006/main">
            <a:off x="7781925" y="45529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1">
                <a:solidFill>
                  <a:srgbClr val="42577F"/>
                </a:solidFill>
                <a:latin typeface="Hiragino Kaku Gothic ProN"/>
                <a:ea typeface="Hiragino Kaku Gothic ProN"/>
                <a:cs typeface="Hiragino Kaku Gothic ProN"/>
              </a:defRPr>
            </a:pPr>
            <a:r>
              <a:rPr sz="1125" b="1">
                <a:solidFill>
                  <a:srgbClr val="42577F"/>
                </a:solidFill>
                <a:latin typeface="Hiragino Kaku Gothic ProN"/>
                <a:ea typeface="Hiragino Kaku Gothic ProN"/>
                <a:cs typeface="Hiragino Kaku Gothic ProN"/>
              </a:rPr>
              <a:t>差の縮小 27.7%</a:t>
            </a:r>
          </a:p>
        </p:txBody>
      </p:sp>
      <p:sp>
        <p:nvSpPr>
          <p:cNvPr id="46" name="">
            <a:extLst xmlns:a="http://schemas.openxmlformats.org/drawingml/2006/main">
              <a:ext uri="{FF2B5EF4-FFF2-40B4-BE49-F238E27FC236}">
                <a16:creationId xmlns:a16="http://schemas.microsoft.com/office/drawing/2014/main" id="{A75AAD5A-2F52-4835-8B16-D086E882FA3D}"/>
              </a:ext>
            </a:extLst>
          </p:cNvPr>
          <p:cNvSpPr>
            <a:spLocks xmlns:a="http://schemas.openxmlformats.org/drawingml/2006/main" noGrp="1"/>
          </p:cNvSpPr>
          <p:nvPr/>
        </p:nvSpPr>
        <p:spPr>
          <a:xfrm xmlns:a="http://schemas.openxmlformats.org/drawingml/2006/main">
            <a:off x="7229475" y="4895850"/>
            <a:ext cx="1733550" cy="0"/>
          </a:xfrm>
          <a:prstGeom xmlns:a="http://schemas.openxmlformats.org/drawingml/2006/main" prst="line">
            <a:avLst/>
          </a:prstGeom>
          <a:noFill xmlns:a="http://schemas.openxmlformats.org/drawingml/2006/main"/>
          <a:ln xmlns:a="http://schemas.openxmlformats.org/drawingml/2006/main" w="9525">
            <a:solidFill>
              <a:srgbClr val="DDD8D5"/>
            </a:solidFill>
            <a:prstDash val="solid"/>
          </a:ln>
        </p:spPr>
      </p:sp>
      <p:sp>
        <p:nvSpPr>
          <p:cNvPr id="47" name="">
            <a:extLst xmlns:a="http://schemas.openxmlformats.org/drawingml/2006/main">
              <a:ext uri="{FF2B5EF4-FFF2-40B4-BE49-F238E27FC236}">
                <a16:creationId xmlns:a16="http://schemas.microsoft.com/office/drawing/2014/main" id="{806C2FC7-4AA1-467E-A21A-F8D07D98CAAC}"/>
              </a:ext>
            </a:extLst>
          </p:cNvPr>
          <p:cNvSpPr>
            <a:spLocks xmlns:a="http://schemas.openxmlformats.org/drawingml/2006/main" noGrp="1"/>
          </p:cNvSpPr>
          <p:nvPr/>
        </p:nvSpPr>
        <p:spPr>
          <a:xfrm xmlns:a="http://schemas.openxmlformats.org/drawingml/2006/main">
            <a:off x="7229475" y="50101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C00000"/>
                </a:solidFill>
                <a:latin typeface="Hiragino Kaku Gothic ProN"/>
                <a:ea typeface="Hiragino Kaku Gothic ProN"/>
                <a:cs typeface="Hiragino Kaku Gothic ProN"/>
              </a:defRPr>
            </a:pPr>
            <a:r>
              <a:rPr sz="1200" b="1">
                <a:solidFill>
                  <a:srgbClr val="C00000"/>
                </a:solidFill>
                <a:latin typeface="Hiragino Kaku Gothic ProN"/>
                <a:ea typeface="Hiragino Kaku Gothic ProN"/>
                <a:cs typeface="Hiragino Kaku Gothic ProN"/>
              </a:rPr>
              <a:t>簡易収支 −4万円</a:t>
            </a:r>
          </a:p>
        </p:txBody>
      </p:sp>
      <p:sp>
        <p:nvSpPr>
          <p:cNvPr id="48" name="">
            <a:extLst xmlns:a="http://schemas.openxmlformats.org/drawingml/2006/main">
              <a:ext uri="{FF2B5EF4-FFF2-40B4-BE49-F238E27FC236}">
                <a16:creationId xmlns:a16="http://schemas.microsoft.com/office/drawing/2014/main" id="{E7F6FB36-FD59-41A0-9AA2-E17399F52F78}"/>
              </a:ext>
            </a:extLst>
          </p:cNvPr>
          <p:cNvSpPr>
            <a:spLocks xmlns:a="http://schemas.openxmlformats.org/drawingml/2006/main" noGrp="1"/>
          </p:cNvSpPr>
          <p:nvPr/>
        </p:nvSpPr>
        <p:spPr>
          <a:xfrm xmlns:a="http://schemas.openxmlformats.org/drawingml/2006/main">
            <a:off x="9286875" y="4457700"/>
            <a:ext cx="2000250" cy="1066800"/>
          </a:xfrm>
          <a:prstGeom xmlns:a="http://schemas.openxmlformats.org/drawingml/2006/main" prst="roundRect">
            <a:avLst>
              <a:gd name="adj" fmla="val 8929"/>
            </a:avLst>
          </a:prstGeom>
          <a:solidFill xmlns:a="http://schemas.openxmlformats.org/drawingml/2006/main">
            <a:srgbClr val="FCE8E6"/>
          </a:solidFill>
          <a:ln xmlns:a="http://schemas.openxmlformats.org/drawingml/2006/main" w="9525">
            <a:solidFill>
              <a:srgbClr val="E5C0BC"/>
            </a:solidFill>
            <a:prstDash val="solid"/>
          </a:ln>
        </p:spPr>
      </p:sp>
      <p:sp>
        <p:nvSpPr>
          <p:cNvPr id="49" name="">
            <a:extLst xmlns:a="http://schemas.openxmlformats.org/drawingml/2006/main">
              <a:ext uri="{FF2B5EF4-FFF2-40B4-BE49-F238E27FC236}">
                <a16:creationId xmlns:a16="http://schemas.microsoft.com/office/drawing/2014/main" id="{5908DA14-514E-4CDA-828F-3A88C81D6A6B}"/>
              </a:ext>
            </a:extLst>
          </p:cNvPr>
          <p:cNvSpPr>
            <a:spLocks xmlns:a="http://schemas.openxmlformats.org/drawingml/2006/main" noGrp="1"/>
          </p:cNvSpPr>
          <p:nvPr/>
        </p:nvSpPr>
        <p:spPr>
          <a:xfrm xmlns:a="http://schemas.openxmlformats.org/drawingml/2006/main">
            <a:off x="9382125" y="4552950"/>
            <a:ext cx="619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37343A"/>
                </a:solidFill>
                <a:latin typeface="Hiragino Kaku Gothic ProN"/>
                <a:ea typeface="Hiragino Kaku Gothic ProN"/>
                <a:cs typeface="Hiragino Kaku Gothic ProN"/>
              </a:defRPr>
            </a:pPr>
            <a:r>
              <a:rPr sz="1275" b="1">
                <a:solidFill>
                  <a:srgbClr val="37343A"/>
                </a:solidFill>
                <a:latin typeface="Hiragino Kaku Gothic ProN"/>
                <a:ea typeface="Hiragino Kaku Gothic ProN"/>
                <a:cs typeface="Hiragino Kaku Gothic ProN"/>
              </a:rPr>
              <a:t>5商品</a:t>
            </a:r>
          </a:p>
        </p:txBody>
      </p:sp>
      <p:sp>
        <p:nvSpPr>
          <p:cNvPr id="50" name="">
            <a:extLst xmlns:a="http://schemas.openxmlformats.org/drawingml/2006/main">
              <a:ext uri="{FF2B5EF4-FFF2-40B4-BE49-F238E27FC236}">
                <a16:creationId xmlns:a16="http://schemas.microsoft.com/office/drawing/2014/main" id="{DA3C006A-47B5-41D7-94E6-AACE3DF0A0DD}"/>
              </a:ext>
            </a:extLst>
          </p:cNvPr>
          <p:cNvSpPr>
            <a:spLocks xmlns:a="http://schemas.openxmlformats.org/drawingml/2006/main" noGrp="1"/>
          </p:cNvSpPr>
          <p:nvPr/>
        </p:nvSpPr>
        <p:spPr>
          <a:xfrm xmlns:a="http://schemas.openxmlformats.org/drawingml/2006/main">
            <a:off x="9972675" y="45529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125" b="1">
                <a:solidFill>
                  <a:srgbClr val="42577F"/>
                </a:solidFill>
                <a:latin typeface="Hiragino Kaku Gothic ProN"/>
                <a:ea typeface="Hiragino Kaku Gothic ProN"/>
                <a:cs typeface="Hiragino Kaku Gothic ProN"/>
              </a:defRPr>
            </a:pPr>
            <a:r>
              <a:rPr sz="1125" b="1">
                <a:solidFill>
                  <a:srgbClr val="42577F"/>
                </a:solidFill>
                <a:latin typeface="Hiragino Kaku Gothic ProN"/>
                <a:ea typeface="Hiragino Kaku Gothic ProN"/>
                <a:cs typeface="Hiragino Kaku Gothic ProN"/>
              </a:rPr>
              <a:t>差の縮小 33.8%</a:t>
            </a:r>
          </a:p>
        </p:txBody>
      </p:sp>
      <p:sp>
        <p:nvSpPr>
          <p:cNvPr id="51" name="">
            <a:extLst xmlns:a="http://schemas.openxmlformats.org/drawingml/2006/main">
              <a:ext uri="{FF2B5EF4-FFF2-40B4-BE49-F238E27FC236}">
                <a16:creationId xmlns:a16="http://schemas.microsoft.com/office/drawing/2014/main" id="{F866C532-203B-4C79-BD9C-9C5B35E080D1}"/>
              </a:ext>
            </a:extLst>
          </p:cNvPr>
          <p:cNvSpPr>
            <a:spLocks xmlns:a="http://schemas.openxmlformats.org/drawingml/2006/main" noGrp="1"/>
          </p:cNvSpPr>
          <p:nvPr/>
        </p:nvSpPr>
        <p:spPr>
          <a:xfrm xmlns:a="http://schemas.openxmlformats.org/drawingml/2006/main">
            <a:off x="9420225" y="4895850"/>
            <a:ext cx="1733550" cy="0"/>
          </a:xfrm>
          <a:prstGeom xmlns:a="http://schemas.openxmlformats.org/drawingml/2006/main" prst="line">
            <a:avLst/>
          </a:prstGeom>
          <a:noFill xmlns:a="http://schemas.openxmlformats.org/drawingml/2006/main"/>
          <a:ln xmlns:a="http://schemas.openxmlformats.org/drawingml/2006/main" w="9525">
            <a:solidFill>
              <a:srgbClr val="DDD8D5"/>
            </a:solidFill>
            <a:prstDash val="solid"/>
          </a:ln>
        </p:spPr>
      </p:sp>
      <p:sp>
        <p:nvSpPr>
          <p:cNvPr id="52" name="">
            <a:extLst xmlns:a="http://schemas.openxmlformats.org/drawingml/2006/main">
              <a:ext uri="{FF2B5EF4-FFF2-40B4-BE49-F238E27FC236}">
                <a16:creationId xmlns:a16="http://schemas.microsoft.com/office/drawing/2014/main" id="{852E3BFA-4FD6-442D-9B8C-C2CA58E4DE3B}"/>
              </a:ext>
            </a:extLst>
          </p:cNvPr>
          <p:cNvSpPr>
            <a:spLocks xmlns:a="http://schemas.openxmlformats.org/drawingml/2006/main" noGrp="1"/>
          </p:cNvSpPr>
          <p:nvPr/>
        </p:nvSpPr>
        <p:spPr>
          <a:xfrm xmlns:a="http://schemas.openxmlformats.org/drawingml/2006/main">
            <a:off x="9420225" y="50101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C00000"/>
                </a:solidFill>
                <a:latin typeface="Hiragino Kaku Gothic ProN"/>
                <a:ea typeface="Hiragino Kaku Gothic ProN"/>
                <a:cs typeface="Hiragino Kaku Gothic ProN"/>
              </a:defRPr>
            </a:pPr>
            <a:r>
              <a:rPr sz="1200" b="1">
                <a:solidFill>
                  <a:srgbClr val="C00000"/>
                </a:solidFill>
                <a:latin typeface="Hiragino Kaku Gothic ProN"/>
                <a:ea typeface="Hiragino Kaku Gothic ProN"/>
                <a:cs typeface="Hiragino Kaku Gothic ProN"/>
              </a:rPr>
              <a:t>簡易収支 −41万円</a:t>
            </a:r>
          </a:p>
        </p:txBody>
      </p:sp>
      <p:sp>
        <p:nvSpPr>
          <p:cNvPr id="53" name="">
            <a:extLst xmlns:a="http://schemas.openxmlformats.org/drawingml/2006/main">
              <a:ext uri="{FF2B5EF4-FFF2-40B4-BE49-F238E27FC236}">
                <a16:creationId xmlns:a16="http://schemas.microsoft.com/office/drawing/2014/main" id="{33D09E44-1FDF-4977-8784-8F4DDDC4C234}"/>
              </a:ext>
            </a:extLst>
          </p:cNvPr>
          <p:cNvSpPr>
            <a:spLocks xmlns:a="http://schemas.openxmlformats.org/drawingml/2006/main" noGrp="1"/>
          </p:cNvSpPr>
          <p:nvPr/>
        </p:nvSpPr>
        <p:spPr>
          <a:xfrm xmlns:a="http://schemas.openxmlformats.org/drawingml/2006/main">
            <a:off x="476250" y="5810250"/>
            <a:ext cx="11239500" cy="590550"/>
          </a:xfrm>
          <a:prstGeom xmlns:a="http://schemas.openxmlformats.org/drawingml/2006/main" prst="roundRect">
            <a:avLst>
              <a:gd name="adj" fmla="val 16129"/>
            </a:avLst>
          </a:prstGeom>
          <a:solidFill xmlns:a="http://schemas.openxmlformats.org/drawingml/2006/main">
            <a:srgbClr val="E8F3EB"/>
          </a:solidFill>
          <a:ln xmlns:a="http://schemas.openxmlformats.org/drawingml/2006/main" w="9525">
            <a:solidFill>
              <a:srgbClr val="E8F3EB"/>
            </a:solidFill>
            <a:prstDash val="solid"/>
          </a:ln>
        </p:spPr>
      </p:sp>
      <p:sp>
        <p:nvSpPr>
          <p:cNvPr id="54" name="">
            <a:extLst xmlns:a="http://schemas.openxmlformats.org/drawingml/2006/main">
              <a:ext uri="{FF2B5EF4-FFF2-40B4-BE49-F238E27FC236}">
                <a16:creationId xmlns:a16="http://schemas.microsoft.com/office/drawing/2014/main" id="{1D8A80EE-FBEC-4452-A8F6-D69AA2927FE6}"/>
              </a:ext>
            </a:extLst>
          </p:cNvPr>
          <p:cNvSpPr>
            <a:spLocks xmlns:a="http://schemas.openxmlformats.org/drawingml/2006/main" noGrp="1"/>
          </p:cNvSpPr>
          <p:nvPr/>
        </p:nvSpPr>
        <p:spPr>
          <a:xfrm xmlns:a="http://schemas.openxmlformats.org/drawingml/2006/main">
            <a:off x="685800" y="59055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58A977"/>
                </a:solidFill>
                <a:latin typeface="Hiragino Kaku Gothic ProN"/>
                <a:ea typeface="Hiragino Kaku Gothic ProN"/>
                <a:cs typeface="Hiragino Kaku Gothic ProN"/>
              </a:defRPr>
            </a:pPr>
            <a:r>
              <a:rPr sz="1425" b="1">
                <a:solidFill>
                  <a:srgbClr val="58A977"/>
                </a:solidFill>
                <a:latin typeface="Hiragino Kaku Gothic ProN"/>
                <a:ea typeface="Hiragino Kaku Gothic ProN"/>
                <a:cs typeface="Hiragino Kaku Gothic ProN"/>
              </a:rPr>
              <a:t>黒字を最低条件とすると、差を最も縮められる3商品の置き換えが最適</a:t>
            </a:r>
          </a:p>
        </p:txBody>
      </p:sp>
      <p:sp>
        <p:nvSpPr>
          <p:cNvPr id="55" name="">
            <a:extLst xmlns:a="http://schemas.openxmlformats.org/drawingml/2006/main">
              <a:ext uri="{FF2B5EF4-FFF2-40B4-BE49-F238E27FC236}">
                <a16:creationId xmlns:a16="http://schemas.microsoft.com/office/drawing/2014/main" id="{132149CE-659A-4810-82FB-5693B9BB9A8E}"/>
              </a:ext>
            </a:extLst>
          </p:cNvPr>
          <p:cNvSpPr>
            <a:spLocks xmlns:a="http://schemas.openxmlformats.org/drawingml/2006/main" noGrp="1"/>
          </p:cNvSpPr>
          <p:nvPr/>
        </p:nvSpPr>
        <p:spPr>
          <a:xfrm xmlns:a="http://schemas.openxmlformats.org/drawingml/2006/main">
            <a:off x="552450" y="65055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750" b="0">
                <a:solidFill>
                  <a:srgbClr val="6F6B70"/>
                </a:solidFill>
                <a:latin typeface="Hiragino Kaku Gothic ProN"/>
                <a:ea typeface="Hiragino Kaku Gothic ProN"/>
                <a:cs typeface="Hiragino Kaku Gothic ProN"/>
              </a:defRPr>
            </a:pPr>
            <a:r>
              <a:rPr sz="750" b="0">
                <a:solidFill>
                  <a:srgbClr val="6F6B70"/>
                </a:solidFill>
                <a:latin typeface="Hiragino Kaku Gothic ProN"/>
                <a:ea typeface="Hiragino Kaku Gothic ProN"/>
                <a:cs typeface="Hiragino Kaku Gothic ProN"/>
              </a:rPr>
              <a:t>※ 1年間の第一段階として試算。新商品は既存の食事補完型成功商品の実績、粗利率32%、開発関連費250万円／商品を使用。</a:t>
            </a:r>
          </a:p>
        </p:txBody>
      </p:sp>
    </p:spTree>
    <p:extLst>
      <p:ext uri="{BB962C8B-B14F-4D97-AF65-F5344CB8AC3E}">
        <p14:creationId xmlns:p14="http://schemas.microsoft.com/office/powerpoint/2010/main" val="146124672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5225EAD4-EBD2-58AF-4BBF-F7F348C59EAB}"/>
              </a:ext>
            </a:extLst>
          </p:cNvPr>
          <p:cNvSpPr>
            <a:spLocks xmlns:a="http://schemas.openxmlformats.org/drawingml/2006/main" noGrp="1"/>
          </p:cNvSpPr>
          <p:nvPr/>
        </p:nvSpPr>
        <p:spPr>
          <a:xfrm xmlns:a="http://schemas.openxmlformats.org/drawingml/2006/main">
            <a:off x="658602" y="435280"/>
            <a:ext cx="10874796" cy="6422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 </a:t>
            </a:r>
            <a:r>
              <a:rPr sz="1000">
                <a:solidFill>
                  <a:schemeClr val="tx1">
                    <a:lumMod val="65000"/>
                    <a:lumOff val="35000"/>
                  </a:schemeClr>
                </a:solidFill>
                <a:latin typeface="源ノ角ゴシック JP"/>
                <a:ea typeface="源ノ角ゴシック JP"/>
                <a:cs typeface="源ノ角ゴシック JP"/>
              </a:rPr>
              <a:t>厚生労働省．</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平成</a:t>
            </a:r>
            <a:r>
              <a:rPr sz="1000">
                <a:solidFill>
                  <a:schemeClr val="tx1">
                    <a:lumMod val="65000"/>
                    <a:lumOff val="35000"/>
                  </a:schemeClr>
                </a:solidFill>
                <a:latin typeface="源ノ角ゴシック JP"/>
                <a:ea typeface="源ノ角ゴシック JP"/>
                <a:cs typeface="源ノ角ゴシック JP"/>
              </a:rPr>
              <a:t>22</a:t>
            </a:r>
            <a:r>
              <a:rPr sz="1000">
                <a:solidFill>
                  <a:schemeClr val="tx1">
                    <a:lumMod val="65000"/>
                    <a:lumOff val="35000"/>
                  </a:schemeClr>
                </a:solidFill>
                <a:latin typeface="源ノ角ゴシック JP"/>
                <a:ea typeface="源ノ角ゴシック JP"/>
                <a:cs typeface="源ノ角ゴシック JP"/>
              </a:rPr>
              <a:t>年国民健康・栄養調査報告</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2012</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www.mhlw.go.jp</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stf</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seisakunitsuite</a:t>
            </a:r>
            <a:r>
              <a:rPr sz="1000">
                <a:solidFill>
                  <a:schemeClr val="tx1">
                    <a:lumMod val="65000"/>
                    <a:lumOff val="35000"/>
                  </a:schemeClr>
                </a:solidFill>
                <a:latin typeface="源ノ角ゴシック JP"/>
                <a:ea typeface="源ノ角ゴシック JP"/>
                <a:cs typeface="源ノ角ゴシック JP"/>
              </a:rPr>
              <a:t>/bunya/</a:t>
            </a:r>
            <a:r>
              <a:rPr sz="1000">
                <a:solidFill>
                  <a:schemeClr val="tx1">
                    <a:lumMod val="65000"/>
                    <a:lumOff val="35000"/>
                  </a:schemeClr>
                </a:solidFill>
                <a:latin typeface="源ノ角ゴシック JP"/>
                <a:ea typeface="源ノ角ゴシック JP"/>
                <a:cs typeface="源ノ角ゴシック JP"/>
              </a:rPr>
              <a:t>kenkou_iryou</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kenkou</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eiyou</a:t>
            </a:r>
            <a:r>
              <a:rPr sz="1000">
                <a:solidFill>
                  <a:schemeClr val="tx1">
                    <a:lumMod val="65000"/>
                    <a:lumOff val="35000"/>
                  </a:schemeClr>
                </a:solidFill>
                <a:latin typeface="源ノ角ゴシック JP"/>
                <a:ea typeface="源ノ角ゴシック JP"/>
                <a:cs typeface="源ノ角ゴシック JP"/>
              </a:rPr>
              <a:t>/h22-houkoku_00001.html</a:t>
            </a:r>
            <a:b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10</a:t>
            </a:r>
            <a:r>
              <a:rPr sz="1000">
                <a:solidFill>
                  <a:schemeClr val="tx1">
                    <a:lumMod val="65000"/>
                    <a:lumOff val="35000"/>
                  </a:schemeClr>
                </a:solidFill>
                <a:latin typeface="源ノ角ゴシック JP"/>
                <a:ea typeface="源ノ角ゴシック JP"/>
                <a:cs typeface="源ノ角ゴシック JP"/>
              </a:rPr>
              <a:t>日）．</a:t>
            </a:r>
            <a:b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 </a:t>
            </a:r>
            <a:r>
              <a:rPr sz="1000">
                <a:solidFill>
                  <a:schemeClr val="tx1">
                    <a:lumMod val="65000"/>
                    <a:lumOff val="35000"/>
                  </a:schemeClr>
                </a:solidFill>
                <a:latin typeface="源ノ角ゴシック JP"/>
                <a:ea typeface="源ノ角ゴシック JP"/>
                <a:cs typeface="源ノ角ゴシック JP"/>
              </a:rPr>
              <a:t>厚生労働省．</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令和</a:t>
            </a:r>
            <a:r>
              <a:rPr sz="1000">
                <a:solidFill>
                  <a:schemeClr val="tx1">
                    <a:lumMod val="65000"/>
                    <a:lumOff val="35000"/>
                  </a:schemeClr>
                </a:solidFill>
                <a:latin typeface="源ノ角ゴシック JP"/>
                <a:ea typeface="源ノ角ゴシック JP"/>
                <a:cs typeface="源ノ角ゴシック JP"/>
              </a:rPr>
              <a:t>6</a:t>
            </a:r>
            <a:r>
              <a:rPr sz="1000">
                <a:solidFill>
                  <a:schemeClr val="tx1">
                    <a:lumMod val="65000"/>
                    <a:lumOff val="35000"/>
                  </a:schemeClr>
                </a:solidFill>
                <a:latin typeface="源ノ角ゴシック JP"/>
                <a:ea typeface="源ノ角ゴシック JP"/>
                <a:cs typeface="源ノ角ゴシック JP"/>
              </a:rPr>
              <a:t>年国民健康・栄養調査報告</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www.mhlw.go.jp</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stf</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seisakunitsuite</a:t>
            </a:r>
            <a:r>
              <a:rPr sz="1000">
                <a:solidFill>
                  <a:schemeClr val="tx1">
                    <a:lumMod val="65000"/>
                    <a:lumOff val="35000"/>
                  </a:schemeClr>
                </a:solidFill>
                <a:latin typeface="源ノ角ゴシック JP"/>
                <a:ea typeface="源ノ角ゴシック JP"/>
                <a:cs typeface="源ノ角ゴシック JP"/>
              </a:rPr>
              <a:t>/bunya/</a:t>
            </a:r>
            <a:r>
              <a:rPr sz="1000">
                <a:solidFill>
                  <a:schemeClr val="tx1">
                    <a:lumMod val="65000"/>
                    <a:lumOff val="35000"/>
                  </a:schemeClr>
                </a:solidFill>
                <a:latin typeface="源ノ角ゴシック JP"/>
                <a:ea typeface="源ノ角ゴシック JP"/>
                <a:cs typeface="源ノ角ゴシック JP"/>
              </a:rPr>
              <a:t>kenkou_iryou</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kenkou</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eiyou</a:t>
            </a:r>
            <a:r>
              <a:rPr sz="1000">
                <a:solidFill>
                  <a:schemeClr val="tx1">
                    <a:lumMod val="65000"/>
                    <a:lumOff val="35000"/>
                  </a:schemeClr>
                </a:solidFill>
                <a:latin typeface="源ノ角ゴシック JP"/>
                <a:ea typeface="源ノ角ゴシック JP"/>
                <a:cs typeface="源ノ角ゴシック JP"/>
              </a:rPr>
              <a:t>/r6-houkoku_00001.html</a:t>
            </a:r>
            <a:b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10</a:t>
            </a:r>
            <a:r>
              <a:rPr sz="1000">
                <a:solidFill>
                  <a:schemeClr val="tx1">
                    <a:lumMod val="65000"/>
                    <a:lumOff val="35000"/>
                  </a:schemeClr>
                </a:solidFill>
                <a:latin typeface="源ノ角ゴシック JP"/>
                <a:ea typeface="源ノ角ゴシック JP"/>
                <a:cs typeface="源ノ角ゴシック JP"/>
              </a:rPr>
              <a:t>日）．</a:t>
            </a:r>
            <a:b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 </a:t>
            </a:r>
            <a:r>
              <a:rPr sz="1000">
                <a:solidFill>
                  <a:schemeClr val="tx1">
                    <a:lumMod val="65000"/>
                    <a:lumOff val="35000"/>
                  </a:schemeClr>
                </a:solidFill>
                <a:latin typeface="源ノ角ゴシック JP"/>
                <a:ea typeface="源ノ角ゴシック JP"/>
                <a:cs typeface="源ノ角ゴシック JP"/>
              </a:rPr>
              <a:t>厚生労働省．</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日本人の食事摂取基準（</a:t>
            </a:r>
            <a:r>
              <a:rPr sz="1000">
                <a:solidFill>
                  <a:schemeClr val="tx1">
                    <a:lumMod val="65000"/>
                    <a:lumOff val="35000"/>
                  </a:schemeClr>
                </a:solidFill>
                <a:latin typeface="源ノ角ゴシック JP"/>
                <a:ea typeface="源ノ角ゴシック JP"/>
                <a:cs typeface="源ノ角ゴシック JP"/>
              </a:rPr>
              <a:t>2010</a:t>
            </a:r>
            <a:r>
              <a:rPr sz="1000">
                <a:solidFill>
                  <a:schemeClr val="tx1">
                    <a:lumMod val="65000"/>
                    <a:lumOff val="35000"/>
                  </a:schemeClr>
                </a:solidFill>
                <a:latin typeface="源ノ角ゴシック JP"/>
                <a:ea typeface="源ノ角ゴシック JP"/>
                <a:cs typeface="源ノ角ゴシック JP"/>
              </a:rPr>
              <a:t>年版）</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2009</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www.mhlw.go.jp</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houdou</a:t>
            </a:r>
            <a:r>
              <a:rPr sz="1000">
                <a:solidFill>
                  <a:schemeClr val="tx1">
                    <a:lumMod val="65000"/>
                    <a:lumOff val="35000"/>
                  </a:schemeClr>
                </a:solidFill>
                <a:latin typeface="源ノ角ゴシック JP"/>
                <a:ea typeface="源ノ角ゴシック JP"/>
                <a:cs typeface="源ノ角ゴシック JP"/>
              </a:rPr>
              <a:t>/2009/05/h0529-1.html</a:t>
            </a:r>
            <a:b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10</a:t>
            </a:r>
            <a:r>
              <a:rPr sz="1000">
                <a:solidFill>
                  <a:schemeClr val="tx1">
                    <a:lumMod val="65000"/>
                    <a:lumOff val="35000"/>
                  </a:schemeClr>
                </a:solidFill>
                <a:latin typeface="源ノ角ゴシック JP"/>
                <a:ea typeface="源ノ角ゴシック JP"/>
                <a:cs typeface="源ノ角ゴシック JP"/>
              </a:rPr>
              <a:t>日）．</a:t>
            </a:r>
            <a:b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[4] </a:t>
            </a:r>
            <a:r>
              <a:rPr sz="1000">
                <a:solidFill>
                  <a:schemeClr val="tx1">
                    <a:lumMod val="65000"/>
                    <a:lumOff val="35000"/>
                  </a:schemeClr>
                </a:solidFill>
                <a:latin typeface="源ノ角ゴシック JP"/>
                <a:ea typeface="源ノ角ゴシック JP"/>
                <a:cs typeface="源ノ角ゴシック JP"/>
              </a:rPr>
              <a:t>厚生労働省．</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日本人の食事摂取基準（</a:t>
            </a:r>
            <a:r>
              <a:rPr sz="1000">
                <a:solidFill>
                  <a:schemeClr val="tx1">
                    <a:lumMod val="65000"/>
                    <a:lumOff val="35000"/>
                  </a:schemeClr>
                </a:solidFill>
                <a:latin typeface="源ノ角ゴシック JP"/>
                <a:ea typeface="源ノ角ゴシック JP"/>
                <a:cs typeface="源ノ角ゴシック JP"/>
              </a:rPr>
              <a:t>2025</a:t>
            </a:r>
            <a:r>
              <a:rPr sz="1000">
                <a:solidFill>
                  <a:schemeClr val="tx1">
                    <a:lumMod val="65000"/>
                    <a:lumOff val="35000"/>
                  </a:schemeClr>
                </a:solidFill>
                <a:latin typeface="源ノ角ゴシック JP"/>
                <a:ea typeface="源ノ角ゴシック JP"/>
                <a:cs typeface="源ノ角ゴシック JP"/>
              </a:rPr>
              <a:t>年版）策定検討会報告書</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2024</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2025</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3</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25</a:t>
            </a:r>
            <a:r>
              <a:rPr sz="1000">
                <a:solidFill>
                  <a:schemeClr val="tx1">
                    <a:lumMod val="65000"/>
                    <a:lumOff val="35000"/>
                  </a:schemeClr>
                </a:solidFill>
                <a:latin typeface="源ノ角ゴシック JP"/>
                <a:ea typeface="源ノ角ゴシック JP"/>
                <a:cs typeface="源ノ角ゴシック JP"/>
              </a:rPr>
              <a:t>日最終更新）．</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www.mhlw.go.jp</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stf</a:t>
            </a:r>
            <a:r>
              <a:rPr sz="1000">
                <a:solidFill>
                  <a:schemeClr val="tx1">
                    <a:lumMod val="65000"/>
                    <a:lumOff val="35000"/>
                  </a:schemeClr>
                </a:solidFill>
                <a:latin typeface="源ノ角ゴシック JP"/>
                <a:ea typeface="源ノ角ゴシック JP"/>
                <a:cs typeface="源ノ角ゴシック JP"/>
              </a:rPr>
              <a:t>/newpage_44138.html</a:t>
            </a:r>
            <a:b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10</a:t>
            </a:r>
            <a:r>
              <a:rPr sz="1000">
                <a:solidFill>
                  <a:schemeClr val="tx1">
                    <a:lumMod val="65000"/>
                    <a:lumOff val="35000"/>
                  </a:schemeClr>
                </a:solidFill>
                <a:latin typeface="源ノ角ゴシック JP"/>
                <a:ea typeface="源ノ角ゴシック JP"/>
                <a:cs typeface="源ノ角ゴシック JP"/>
              </a:rPr>
              <a:t>日）．</a:t>
            </a:r>
            <a:b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[5] </a:t>
            </a:r>
            <a:r>
              <a:rPr sz="1000">
                <a:solidFill>
                  <a:schemeClr val="tx1">
                    <a:lumMod val="65000"/>
                    <a:lumOff val="35000"/>
                  </a:schemeClr>
                </a:solidFill>
                <a:latin typeface="源ノ角ゴシック JP"/>
                <a:ea typeface="源ノ角ゴシック JP"/>
                <a:cs typeface="源ノ角ゴシック JP"/>
              </a:rPr>
              <a:t>農林水産省．</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平成</a:t>
            </a:r>
            <a:r>
              <a:rPr sz="1000">
                <a:solidFill>
                  <a:schemeClr val="tx1">
                    <a:lumMod val="65000"/>
                    <a:lumOff val="35000"/>
                  </a:schemeClr>
                </a:solidFill>
                <a:latin typeface="源ノ角ゴシック JP"/>
                <a:ea typeface="源ノ角ゴシック JP"/>
                <a:cs typeface="源ノ角ゴシック JP"/>
              </a:rPr>
              <a:t>27</a:t>
            </a:r>
            <a:r>
              <a:rPr sz="1000">
                <a:solidFill>
                  <a:schemeClr val="tx1">
                    <a:lumMod val="65000"/>
                    <a:lumOff val="35000"/>
                  </a:schemeClr>
                </a:solidFill>
                <a:latin typeface="源ノ角ゴシック JP"/>
                <a:ea typeface="源ノ角ゴシック JP"/>
                <a:cs typeface="源ノ角ゴシック JP"/>
              </a:rPr>
              <a:t>年度食育推進施策（食育白書）</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概要</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2016</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www.maff.go.jp</a:t>
            </a:r>
            <a:r>
              <a:rPr sz="1000">
                <a:solidFill>
                  <a:schemeClr val="tx1">
                    <a:lumMod val="65000"/>
                    <a:lumOff val="35000"/>
                  </a:schemeClr>
                </a:solidFill>
                <a:latin typeface="源ノ角ゴシック JP"/>
                <a:ea typeface="源ノ角ゴシック JP"/>
                <a:cs typeface="源ノ角ゴシック JP"/>
              </a:rPr>
              <a:t>/j/</a:t>
            </a:r>
            <a:r>
              <a:rPr sz="1000">
                <a:solidFill>
                  <a:schemeClr val="tx1">
                    <a:lumMod val="65000"/>
                    <a:lumOff val="35000"/>
                  </a:schemeClr>
                </a:solidFill>
                <a:latin typeface="源ノ角ゴシック JP"/>
                <a:ea typeface="源ノ角ゴシック JP"/>
                <a:cs typeface="源ノ角ゴシック JP"/>
              </a:rPr>
              <a:t>syokuiku</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wpaper</a:t>
            </a:r>
            <a:r>
              <a:rPr sz="1000">
                <a:solidFill>
                  <a:schemeClr val="tx1">
                    <a:lumMod val="65000"/>
                    <a:lumOff val="35000"/>
                  </a:schemeClr>
                </a:solidFill>
                <a:latin typeface="源ノ角ゴシック JP"/>
                <a:ea typeface="源ノ角ゴシック JP"/>
                <a:cs typeface="源ノ角ゴシック JP"/>
              </a:rPr>
              <a:t>/pdf/gaiyou_1.pdf</a:t>
            </a:r>
            <a:b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10</a:t>
            </a:r>
            <a:r>
              <a:rPr sz="1000">
                <a:solidFill>
                  <a:schemeClr val="tx1">
                    <a:lumMod val="65000"/>
                    <a:lumOff val="35000"/>
                  </a:schemeClr>
                </a:solidFill>
                <a:latin typeface="源ノ角ゴシック JP"/>
                <a:ea typeface="源ノ角ゴシック JP"/>
                <a:cs typeface="源ノ角ゴシック JP"/>
              </a:rPr>
              <a:t>日）．</a:t>
            </a:r>
            <a:b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[6] </a:t>
            </a:r>
            <a:r>
              <a:rPr sz="1000">
                <a:solidFill>
                  <a:schemeClr val="tx1">
                    <a:lumMod val="65000"/>
                    <a:lumOff val="35000"/>
                  </a:schemeClr>
                </a:solidFill>
                <a:latin typeface="源ノ角ゴシック JP"/>
                <a:ea typeface="源ノ角ゴシック JP"/>
                <a:cs typeface="源ノ角ゴシック JP"/>
              </a:rPr>
              <a:t>農林水産省．</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食育に関する意識調査報告書</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2025</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www.maff.go.jp</a:t>
            </a:r>
            <a:r>
              <a:rPr sz="1000">
                <a:solidFill>
                  <a:schemeClr val="tx1">
                    <a:lumMod val="65000"/>
                    <a:lumOff val="35000"/>
                  </a:schemeClr>
                </a:solidFill>
                <a:latin typeface="源ノ角ゴシック JP"/>
                <a:ea typeface="源ノ角ゴシック JP"/>
                <a:cs typeface="源ノ角ゴシック JP"/>
              </a:rPr>
              <a:t>/j/</a:t>
            </a:r>
            <a:r>
              <a:rPr sz="1000">
                <a:solidFill>
                  <a:schemeClr val="tx1">
                    <a:lumMod val="65000"/>
                    <a:lumOff val="35000"/>
                  </a:schemeClr>
                </a:solidFill>
                <a:latin typeface="源ノ角ゴシック JP"/>
                <a:ea typeface="源ノ角ゴシック JP"/>
                <a:cs typeface="源ノ角ゴシック JP"/>
              </a:rPr>
              <a:t>syokuiku</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ishiki</a:t>
            </a:r>
            <a:r>
              <a:rPr sz="1000">
                <a:solidFill>
                  <a:schemeClr val="tx1">
                    <a:lumMod val="65000"/>
                    <a:lumOff val="35000"/>
                  </a:schemeClr>
                </a:solidFill>
                <a:latin typeface="源ノ角ゴシック JP"/>
                <a:ea typeface="源ノ角ゴシック JP"/>
                <a:cs typeface="源ノ角ゴシック JP"/>
              </a:rPr>
              <a:t>/r07/</a:t>
            </a:r>
            <a:r>
              <a:rPr sz="1000">
                <a:solidFill>
                  <a:schemeClr val="tx1">
                    <a:lumMod val="65000"/>
                    <a:lumOff val="35000"/>
                  </a:schemeClr>
                </a:solidFill>
                <a:latin typeface="源ノ角ゴシック JP"/>
                <a:ea typeface="源ノ角ゴシック JP"/>
                <a:cs typeface="源ノ角ゴシック JP"/>
              </a:rPr>
              <a:t>pdf_index.html</a:t>
            </a:r>
            <a:b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10</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[7]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野菜</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肉</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ごはんを</a:t>
            </a:r>
            <a:r>
              <a:rPr sz="1000">
                <a:solidFill>
                  <a:schemeClr val="tx1">
                    <a:lumMod val="65000"/>
                    <a:lumOff val="35000"/>
                  </a:schemeClr>
                </a:solidFill>
                <a:latin typeface="源ノ角ゴシック JP"/>
                <a:ea typeface="源ノ角ゴシック JP"/>
                <a:cs typeface="源ノ角ゴシック JP"/>
              </a:rPr>
              <a:t>1</a:t>
            </a:r>
            <a:r>
              <a:rPr sz="1000">
                <a:solidFill>
                  <a:schemeClr val="tx1">
                    <a:lumMod val="65000"/>
                    <a:lumOff val="35000"/>
                  </a:schemeClr>
                </a:solidFill>
                <a:latin typeface="源ノ角ゴシック JP"/>
                <a:ea typeface="源ノ角ゴシック JP"/>
                <a:cs typeface="源ノ角ゴシック JP"/>
              </a:rPr>
              <a:t>品で完結！せいろ蒸し風の味わいを追求した「蒸し野菜と豚しゃぶのサラダごはん」が新登場</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/news/2026/202605261200.html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[8]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イレブンに全</a:t>
            </a:r>
            <a:r>
              <a:rPr sz="1000">
                <a:solidFill>
                  <a:schemeClr val="tx1">
                    <a:lumMod val="65000"/>
                    <a:lumOff val="35000"/>
                  </a:schemeClr>
                </a:solidFill>
                <a:latin typeface="源ノ角ゴシック JP"/>
                <a:ea typeface="源ノ角ゴシック JP"/>
                <a:cs typeface="源ノ角ゴシック JP"/>
              </a:rPr>
              <a:t>15</a:t>
            </a:r>
            <a:r>
              <a:rPr sz="1000">
                <a:solidFill>
                  <a:schemeClr val="tx1">
                    <a:lumMod val="65000"/>
                    <a:lumOff val="35000"/>
                  </a:schemeClr>
                </a:solidFill>
                <a:latin typeface="源ノ角ゴシック JP"/>
                <a:ea typeface="源ノ角ゴシック JP"/>
                <a:cs typeface="源ノ角ゴシック JP"/>
              </a:rPr>
              <a:t>品のカレー商品が登場！ 定番人気から専門店監修の商品まで幅広く揃う「カレーフェス」を開催！</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/news/2026/202608031000.html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[9]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「安全・安心、健康」で美味しい食の提案「カラダへの想いこの手から」のラインアップを拡大</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2018</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/news/2018/_129222.html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[10]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イレブンはこれからも「安全・安心・健康」にこだわった商品開発を推進します</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2018</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/news/2018/_127615.html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[11]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容器本体を紙製に切り替え、環境負荷低減の取り組みを推進 チルド弁当の定番商品</a:t>
            </a:r>
            <a:r>
              <a:rPr sz="1000">
                <a:solidFill>
                  <a:schemeClr val="tx1">
                    <a:lumMod val="65000"/>
                    <a:lumOff val="35000"/>
                  </a:schemeClr>
                </a:solidFill>
                <a:latin typeface="源ノ角ゴシック JP"/>
                <a:ea typeface="源ノ角ゴシック JP"/>
                <a:cs typeface="源ノ角ゴシック JP"/>
              </a:rPr>
              <a:t>3</a:t>
            </a:r>
            <a:r>
              <a:rPr sz="1000">
                <a:solidFill>
                  <a:schemeClr val="tx1">
                    <a:lumMod val="65000"/>
                    <a:lumOff val="35000"/>
                  </a:schemeClr>
                </a:solidFill>
                <a:latin typeface="源ノ角ゴシック JP"/>
                <a:ea typeface="源ノ角ゴシック JP"/>
                <a:cs typeface="源ノ角ゴシック JP"/>
              </a:rPr>
              <a:t>品をリニューアル！</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2020</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/news/2020/2020060809.html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endParaRPr sz="1000">
              <a:solidFill>
                <a:schemeClr val="tx1">
                  <a:lumMod val="65000"/>
                  <a:lumOff val="35000"/>
                </a:schemeClr>
              </a:solidFill>
              <a:latin typeface="源ノ角ゴシック JP"/>
              <a:ea typeface="源ノ角ゴシック JP"/>
              <a:cs typeface="源ノ角ゴシック JP"/>
            </a:endParaRPr>
          </a:p>
        </p:txBody>
      </p:sp>
      <p:sp>
        <p:nvSpPr>
          <p:cNvPr id="3" name="">
            <a:extLst xmlns:a="http://schemas.openxmlformats.org/drawingml/2006/main">
              <a:ext uri="{FF2B5EF4-FFF2-40B4-BE49-F238E27FC236}">
                <a16:creationId xmlns:a16="http://schemas.microsoft.com/office/drawing/2014/main" id="{A030E760-94AB-4378-B3DF-62008C841E76}"/>
              </a:ext>
            </a:extLst>
          </p:cNvPr>
          <p:cNvSpPr>
            <a:spLocks xmlns:a="http://schemas.openxmlformats.org/drawingml/2006/main" noGrp="1"/>
          </p:cNvSpPr>
          <p:nvPr/>
        </p:nvSpPr>
        <p:spPr>
          <a:xfrm xmlns:a="http://schemas.openxmlformats.org/drawingml/2006/main">
            <a:off x="11410950" y="6410325"/>
            <a:ext cx="781050" cy="4476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 name="">
            <a:extLst xmlns:a="http://schemas.openxmlformats.org/drawingml/2006/main">
              <a:ext uri="{FF2B5EF4-FFF2-40B4-BE49-F238E27FC236}">
                <a16:creationId xmlns:a16="http://schemas.microsoft.com/office/drawing/2014/main" id="{15A427EC-9EF4-4E41-9CF4-2AB5017D589D}"/>
              </a:ext>
            </a:extLst>
          </p:cNvPr>
          <p:cNvSpPr>
            <a:spLocks xmlns:a="http://schemas.openxmlformats.org/drawingml/2006/main" noGrp="1"/>
          </p:cNvSpPr>
          <p:nvPr/>
        </p:nvSpPr>
        <p:spPr>
          <a:xfrm xmlns:a="http://schemas.openxmlformats.org/drawingml/2006/main">
            <a:off x="11544300" y="651510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111111"/>
                </a:solidFill>
                <a:latin typeface="Hiragino Kaku Gothic ProN"/>
                <a:ea typeface="Hiragino Kaku Gothic ProN"/>
                <a:cs typeface="Hiragino Kaku Gothic ProN"/>
              </a:defRPr>
            </a:pPr>
            <a:r>
              <a:rPr sz="900" b="0">
                <a:solidFill>
                  <a:srgbClr val="111111"/>
                </a:solidFill>
                <a:latin typeface="Hiragino Kaku Gothic ProN"/>
                <a:ea typeface="Hiragino Kaku Gothic ProN"/>
                <a:cs typeface="Hiragino Kaku Gothic ProN"/>
              </a:rPr>
              <a:t>15</a:t>
            </a:r>
          </a:p>
        </p:txBody>
      </p:sp>
    </p:spTree>
    <p:extLst>
      <p:ext uri="{BB962C8B-B14F-4D97-AF65-F5344CB8AC3E}">
        <p14:creationId xmlns:p14="http://schemas.microsoft.com/office/powerpoint/2010/main" val="385885540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21724921-DD28-E567-102C-4DE485122369}"/>
              </a:ext>
            </a:extLst>
          </p:cNvPr>
          <p:cNvSpPr>
            <a:spLocks xmlns:a="http://schemas.openxmlformats.org/drawingml/2006/main" noGrp="1"/>
          </p:cNvSpPr>
          <p:nvPr/>
        </p:nvSpPr>
        <p:spPr>
          <a:xfrm xmlns:a="http://schemas.openxmlformats.org/drawingml/2006/main">
            <a:off x="658602" y="435280"/>
            <a:ext cx="10874796" cy="64227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[12]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「カラダへの想いこの手から」“</a:t>
            </a:r>
            <a:r>
              <a:rPr sz="1000">
                <a:solidFill>
                  <a:schemeClr val="tx1">
                    <a:lumMod val="65000"/>
                    <a:lumOff val="35000"/>
                  </a:schemeClr>
                </a:solidFill>
                <a:latin typeface="源ノ角ゴシック JP"/>
                <a:ea typeface="源ノ角ゴシック JP"/>
                <a:cs typeface="源ノ角ゴシック JP"/>
              </a:rPr>
              <a:t>1</a:t>
            </a:r>
            <a:r>
              <a:rPr sz="1000">
                <a:solidFill>
                  <a:schemeClr val="tx1">
                    <a:lumMod val="65000"/>
                    <a:lumOff val="35000"/>
                  </a:schemeClr>
                </a:solidFill>
                <a:latin typeface="源ノ角ゴシック JP"/>
                <a:ea typeface="源ノ角ゴシック JP"/>
                <a:cs typeface="源ノ角ゴシック JP"/>
              </a:rPr>
              <a:t>日に必要な野菜の</a:t>
            </a:r>
            <a:r>
              <a:rPr sz="1000">
                <a:solidFill>
                  <a:schemeClr val="tx1">
                    <a:lumMod val="65000"/>
                    <a:lumOff val="35000"/>
                  </a:schemeClr>
                </a:solidFill>
                <a:latin typeface="源ノ角ゴシック JP"/>
                <a:ea typeface="源ノ角ゴシック JP"/>
                <a:cs typeface="源ノ角ゴシック JP"/>
              </a:rPr>
              <a:t>2</a:t>
            </a:r>
            <a:r>
              <a:rPr sz="1000">
                <a:solidFill>
                  <a:schemeClr val="tx1">
                    <a:lumMod val="65000"/>
                    <a:lumOff val="35000"/>
                  </a:schemeClr>
                </a:solidFill>
                <a:latin typeface="源ノ角ゴシック JP"/>
                <a:ea typeface="源ノ角ゴシック JP"/>
                <a:cs typeface="源ノ角ゴシック JP"/>
              </a:rPr>
              <a:t>分の</a:t>
            </a:r>
            <a:r>
              <a:rPr sz="1000">
                <a:solidFill>
                  <a:schemeClr val="tx1">
                    <a:lumMod val="65000"/>
                    <a:lumOff val="35000"/>
                  </a:schemeClr>
                </a:solidFill>
                <a:latin typeface="源ノ角ゴシック JP"/>
                <a:ea typeface="源ノ角ゴシック JP"/>
                <a:cs typeface="源ノ角ゴシック JP"/>
              </a:rPr>
              <a:t>1</a:t>
            </a:r>
            <a:r>
              <a:rPr sz="1000">
                <a:solidFill>
                  <a:schemeClr val="tx1">
                    <a:lumMod val="65000"/>
                    <a:lumOff val="35000"/>
                  </a:schemeClr>
                </a:solidFill>
                <a:latin typeface="源ノ角ゴシック JP"/>
                <a:ea typeface="源ノ角ゴシック JP"/>
                <a:cs typeface="源ノ角ゴシック JP"/>
              </a:rPr>
              <a:t>がとれる”等「関ジャニ∞」監修のおむすび・弁当・冷たいうどんが登場</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2019</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/news/2019/201905151500.html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[13]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高品質なデュラム小麦を</a:t>
            </a:r>
            <a:r>
              <a:rPr sz="1000">
                <a:solidFill>
                  <a:schemeClr val="tx1">
                    <a:lumMod val="65000"/>
                    <a:lumOff val="35000"/>
                  </a:schemeClr>
                </a:solidFill>
                <a:latin typeface="源ノ角ゴシック JP"/>
                <a:ea typeface="源ノ角ゴシック JP"/>
                <a:cs typeface="源ノ角ゴシック JP"/>
              </a:rPr>
              <a:t>100</a:t>
            </a:r>
            <a:r>
              <a:rPr sz="1000">
                <a:solidFill>
                  <a:schemeClr val="tx1">
                    <a:lumMod val="65000"/>
                    <a:lumOff val="35000"/>
                  </a:schemeClr>
                </a:solidFill>
                <a:latin typeface="源ノ角ゴシック JP"/>
                <a:ea typeface="源ノ角ゴシック JP"/>
                <a:cs typeface="源ノ角ゴシック JP"/>
              </a:rPr>
              <a:t>％使用 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イレブンのパスタ全面刷新</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2018</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/news/2018/_129017.html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[14]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たっぷり使用した野菜を麺と混ぜて食べる商品が登場！「</a:t>
            </a:r>
            <a:r>
              <a:rPr sz="1000">
                <a:solidFill>
                  <a:schemeClr val="tx1">
                    <a:lumMod val="65000"/>
                    <a:lumOff val="35000"/>
                  </a:schemeClr>
                </a:solidFill>
                <a:latin typeface="源ノ角ゴシック JP"/>
                <a:ea typeface="源ノ角ゴシック JP"/>
                <a:cs typeface="源ノ角ゴシック JP"/>
              </a:rPr>
              <a:t>1/2</a:t>
            </a:r>
            <a:r>
              <a:rPr sz="1000">
                <a:solidFill>
                  <a:schemeClr val="tx1">
                    <a:lumMod val="65000"/>
                    <a:lumOff val="35000"/>
                  </a:schemeClr>
                </a:solidFill>
                <a:latin typeface="源ノ角ゴシック JP"/>
                <a:ea typeface="源ノ角ゴシック JP"/>
                <a:cs typeface="源ノ角ゴシック JP"/>
              </a:rPr>
              <a:t>日分の野菜を食べる ピリ辛まぜ麺」</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2018</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/news/2018/20180615_01.html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[15]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「マルチグレインサンド」</a:t>
            </a:r>
            <a:r>
              <a:rPr sz="1000">
                <a:solidFill>
                  <a:schemeClr val="tx1">
                    <a:lumMod val="65000"/>
                    <a:lumOff val="35000"/>
                  </a:schemeClr>
                </a:solidFill>
                <a:latin typeface="源ノ角ゴシック JP"/>
                <a:ea typeface="源ノ角ゴシック JP"/>
                <a:cs typeface="源ノ角ゴシック JP"/>
              </a:rPr>
              <a:t>2</a:t>
            </a:r>
            <a:r>
              <a:rPr sz="1000">
                <a:solidFill>
                  <a:schemeClr val="tx1">
                    <a:lumMod val="65000"/>
                    <a:lumOff val="35000"/>
                  </a:schemeClr>
                </a:solidFill>
                <a:latin typeface="源ノ角ゴシック JP"/>
                <a:ea typeface="源ノ角ゴシック JP"/>
                <a:cs typeface="源ノ角ゴシック JP"/>
              </a:rPr>
              <a:t>品を新発売！</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2022</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/news/2022/202204141200.html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[16]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「最近、運動が不足がち</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」な食生活をサポート！「野菜」や「食物繊維」が手軽に摂れる「カラダへの想いこの手から」シリーズ</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2020</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/news/2020/2020051414.html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[17]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健康を気づかう方の食生活をサポート！全粒粉を使用したサンドイッチ・ロールパンを発売</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2020</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/news/2020/202009041500.html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[18]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野菜たっぷり！食べる“麺なし”スープが新登場</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2024</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/news/2024/202409181000.html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[19]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健康を気づかう方のための商品「カラダへの想いこの手から」 サンドイッチ・ロールパンに「たんぱく質が摂れる」商品が登場</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2020</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/news/2020/202007031105.html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[20]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健康意識の高まりに合わせて人気の「ロールパン」をリニューアル！</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2021</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/news/2021/20211102120001_copy.html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[21]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多彩なヘルシーメニューを毎日お手軽に セブンミールの「健康応援 日替り弁当」が新登場！</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2011</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/library/material/localhost/pdf/2011/20110428sebunmi-ru.pdf</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[22]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寒暖差による“嗜好の変化”に対応 オリジナル「スープ惣菜」</a:t>
            </a:r>
            <a:r>
              <a:rPr sz="1000">
                <a:solidFill>
                  <a:schemeClr val="tx1">
                    <a:lumMod val="65000"/>
                    <a:lumOff val="35000"/>
                  </a:schemeClr>
                </a:solidFill>
                <a:latin typeface="源ノ角ゴシック JP"/>
                <a:ea typeface="源ノ角ゴシック JP"/>
                <a:cs typeface="源ノ角ゴシック JP"/>
              </a:rPr>
              <a:t>5</a:t>
            </a:r>
            <a:r>
              <a:rPr sz="1000">
                <a:solidFill>
                  <a:schemeClr val="tx1">
                    <a:lumMod val="65000"/>
                    <a:lumOff val="35000"/>
                  </a:schemeClr>
                </a:solidFill>
                <a:latin typeface="源ノ角ゴシック JP"/>
                <a:ea typeface="源ノ角ゴシック JP"/>
                <a:cs typeface="源ノ角ゴシック JP"/>
              </a:rPr>
              <a:t>品目を刷新</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2019</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/news/2019/20190819.html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p:txBody>
      </p:sp>
      <p:sp>
        <p:nvSpPr>
          <p:cNvPr id="3" name="">
            <a:extLst xmlns:a="http://schemas.openxmlformats.org/drawingml/2006/main">
              <a:ext uri="{FF2B5EF4-FFF2-40B4-BE49-F238E27FC236}">
                <a16:creationId xmlns:a16="http://schemas.microsoft.com/office/drawing/2014/main" id="{038E1151-5E9E-41AB-B8B0-00980E869E61}"/>
              </a:ext>
            </a:extLst>
          </p:cNvPr>
          <p:cNvSpPr>
            <a:spLocks xmlns:a="http://schemas.openxmlformats.org/drawingml/2006/main" noGrp="1"/>
          </p:cNvSpPr>
          <p:nvPr/>
        </p:nvSpPr>
        <p:spPr>
          <a:xfrm xmlns:a="http://schemas.openxmlformats.org/drawingml/2006/main">
            <a:off x="11410950" y="6410325"/>
            <a:ext cx="781050" cy="4476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 name="">
            <a:extLst xmlns:a="http://schemas.openxmlformats.org/drawingml/2006/main">
              <a:ext uri="{FF2B5EF4-FFF2-40B4-BE49-F238E27FC236}">
                <a16:creationId xmlns:a16="http://schemas.microsoft.com/office/drawing/2014/main" id="{CB2E5F29-326E-4BC5-B390-830942D97FD1}"/>
              </a:ext>
            </a:extLst>
          </p:cNvPr>
          <p:cNvSpPr>
            <a:spLocks xmlns:a="http://schemas.openxmlformats.org/drawingml/2006/main" noGrp="1"/>
          </p:cNvSpPr>
          <p:nvPr/>
        </p:nvSpPr>
        <p:spPr>
          <a:xfrm xmlns:a="http://schemas.openxmlformats.org/drawingml/2006/main">
            <a:off x="11544300" y="651510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111111"/>
                </a:solidFill>
                <a:latin typeface="Hiragino Kaku Gothic ProN"/>
                <a:ea typeface="Hiragino Kaku Gothic ProN"/>
                <a:cs typeface="Hiragino Kaku Gothic ProN"/>
              </a:defRPr>
            </a:pPr>
            <a:r>
              <a:rPr sz="900" b="0">
                <a:solidFill>
                  <a:srgbClr val="111111"/>
                </a:solidFill>
                <a:latin typeface="Hiragino Kaku Gothic ProN"/>
                <a:ea typeface="Hiragino Kaku Gothic ProN"/>
                <a:cs typeface="Hiragino Kaku Gothic ProN"/>
              </a:rPr>
              <a:t>16</a:t>
            </a:r>
          </a:p>
        </p:txBody>
      </p:sp>
    </p:spTree>
    <p:extLst>
      <p:ext uri="{BB962C8B-B14F-4D97-AF65-F5344CB8AC3E}">
        <p14:creationId xmlns:p14="http://schemas.microsoft.com/office/powerpoint/2010/main" val="65593580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A3123D92-12D3-38DF-FCB7-2FD507F511BD}"/>
              </a:ext>
            </a:extLst>
          </p:cNvPr>
          <p:cNvSpPr>
            <a:spLocks xmlns:a="http://schemas.openxmlformats.org/drawingml/2006/main" noGrp="1"/>
          </p:cNvSpPr>
          <p:nvPr/>
        </p:nvSpPr>
        <p:spPr>
          <a:xfrm xmlns:a="http://schemas.openxmlformats.org/drawingml/2006/main">
            <a:off x="658602" y="435280"/>
            <a:ext cx="10874796" cy="6038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[23] </a:t>
            </a:r>
            <a:r>
              <a:rPr sz="1000">
                <a:solidFill>
                  <a:schemeClr val="tx1">
                    <a:lumMod val="65000"/>
                    <a:lumOff val="35000"/>
                  </a:schemeClr>
                </a:solidFill>
                <a:latin typeface="源ノ角ゴシック JP"/>
                <a:ea typeface="源ノ角ゴシック JP"/>
                <a:cs typeface="源ノ角ゴシック JP"/>
              </a:rPr>
              <a:t>株式会社セブン＆アイ・ホールディングス．</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ゼロサイダートリプル </a:t>
            </a:r>
            <a:r>
              <a:rPr sz="1000">
                <a:solidFill>
                  <a:schemeClr val="tx1">
                    <a:lumMod val="65000"/>
                    <a:lumOff val="35000"/>
                  </a:schemeClr>
                </a:solidFill>
                <a:latin typeface="源ノ角ゴシック JP"/>
                <a:ea typeface="源ノ角ゴシック JP"/>
                <a:cs typeface="源ノ角ゴシック JP"/>
              </a:rPr>
              <a:t>500ml』</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https://7premium.jp/product/search/</a:t>
            </a:r>
            <a:r>
              <a:rPr sz="1000">
                <a:solidFill>
                  <a:schemeClr val="tx1">
                    <a:lumMod val="65000"/>
                    <a:lumOff val="35000"/>
                  </a:schemeClr>
                </a:solidFill>
                <a:latin typeface="源ノ角ゴシック JP"/>
                <a:ea typeface="源ノ角ゴシック JP"/>
                <a:cs typeface="源ノ角ゴシック JP"/>
              </a:rPr>
              <a:t>detail?id</a:t>
            </a:r>
            <a:r>
              <a:rPr sz="1000">
                <a:solidFill>
                  <a:schemeClr val="tx1">
                    <a:lumMod val="65000"/>
                    <a:lumOff val="35000"/>
                  </a:schemeClr>
                </a:solidFill>
                <a:latin typeface="源ノ角ゴシック JP"/>
                <a:ea typeface="源ノ角ゴシック JP"/>
                <a:cs typeface="源ノ角ゴシック JP"/>
              </a:rPr>
              <a:t>=7389</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[24]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『7P </a:t>
            </a:r>
            <a:r>
              <a:rPr sz="1000">
                <a:solidFill>
                  <a:schemeClr val="tx1">
                    <a:lumMod val="65000"/>
                    <a:lumOff val="35000"/>
                  </a:schemeClr>
                </a:solidFill>
                <a:latin typeface="源ノ角ゴシック JP"/>
                <a:ea typeface="源ノ角ゴシック JP"/>
                <a:cs typeface="源ノ角ゴシック JP"/>
              </a:rPr>
              <a:t>ゼロサイダートリプルビタミン＋</a:t>
            </a:r>
            <a:r>
              <a:rPr sz="1000">
                <a:solidFill>
                  <a:schemeClr val="tx1">
                    <a:lumMod val="65000"/>
                    <a:lumOff val="35000"/>
                  </a:schemeClr>
                </a:solidFill>
                <a:latin typeface="源ノ角ゴシック JP"/>
                <a:ea typeface="源ノ角ゴシック JP"/>
                <a:cs typeface="源ノ角ゴシック JP"/>
              </a:rPr>
              <a:t>α 500</a:t>
            </a:r>
            <a:r>
              <a:rPr sz="1000">
                <a:solidFill>
                  <a:schemeClr val="tx1">
                    <a:lumMod val="65000"/>
                    <a:lumOff val="35000"/>
                  </a:schemeClr>
                </a:solidFill>
                <a:latin typeface="源ノ角ゴシック JP"/>
                <a:ea typeface="源ノ角ゴシック JP"/>
                <a:cs typeface="源ノ角ゴシック JP"/>
              </a:rPr>
              <a:t>ml』</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/products/a/item/460117/</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[25]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『7P </a:t>
            </a:r>
            <a:r>
              <a:rPr sz="1000">
                <a:solidFill>
                  <a:schemeClr val="tx1">
                    <a:lumMod val="65000"/>
                    <a:lumOff val="35000"/>
                  </a:schemeClr>
                </a:solidFill>
                <a:latin typeface="源ノ角ゴシック JP"/>
                <a:ea typeface="源ノ角ゴシック JP"/>
                <a:cs typeface="源ノ角ゴシック JP"/>
              </a:rPr>
              <a:t>ゼロサイダートリプル乳酸菌＋</a:t>
            </a:r>
            <a:r>
              <a:rPr sz="1000">
                <a:solidFill>
                  <a:schemeClr val="tx1">
                    <a:lumMod val="65000"/>
                    <a:lumOff val="35000"/>
                  </a:schemeClr>
                </a:solidFill>
                <a:latin typeface="源ノ角ゴシック JP"/>
                <a:ea typeface="源ノ角ゴシック JP"/>
                <a:cs typeface="源ノ角ゴシック JP"/>
              </a:rPr>
              <a:t>α 500</a:t>
            </a:r>
            <a:r>
              <a:rPr sz="1000">
                <a:solidFill>
                  <a:schemeClr val="tx1">
                    <a:lumMod val="65000"/>
                    <a:lumOff val="35000"/>
                  </a:schemeClr>
                </a:solidFill>
                <a:latin typeface="源ノ角ゴシック JP"/>
                <a:ea typeface="源ノ角ゴシック JP"/>
                <a:cs typeface="源ノ角ゴシック JP"/>
              </a:rPr>
              <a:t>ml』</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/products/a/item/460313/</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[26]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『7</a:t>
            </a:r>
            <a:r>
              <a:rPr sz="1000">
                <a:solidFill>
                  <a:schemeClr val="tx1">
                    <a:lumMod val="65000"/>
                    <a:lumOff val="35000"/>
                  </a:schemeClr>
                </a:solidFill>
                <a:latin typeface="源ノ角ゴシック JP"/>
                <a:ea typeface="源ノ角ゴシック JP"/>
                <a:cs typeface="源ノ角ゴシック JP"/>
              </a:rPr>
              <a:t>プレミアム ゼロサイダートリプルファイバー＋</a:t>
            </a:r>
            <a:r>
              <a:rPr sz="1000">
                <a:solidFill>
                  <a:schemeClr val="tx1">
                    <a:lumMod val="65000"/>
                    <a:lumOff val="35000"/>
                  </a:schemeClr>
                </a:solidFill>
                <a:latin typeface="源ノ角ゴシック JP"/>
                <a:ea typeface="源ノ角ゴシック JP"/>
                <a:cs typeface="源ノ角ゴシック JP"/>
              </a:rPr>
              <a:t>α 500</a:t>
            </a:r>
            <a:r>
              <a:rPr sz="1000">
                <a:solidFill>
                  <a:schemeClr val="tx1">
                    <a:lumMod val="65000"/>
                    <a:lumOff val="35000"/>
                  </a:schemeClr>
                </a:solidFill>
                <a:latin typeface="源ノ角ゴシック JP"/>
                <a:ea typeface="源ノ角ゴシック JP"/>
                <a:cs typeface="源ノ角ゴシック JP"/>
              </a:rPr>
              <a:t>ml』</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/products/a/item/460685/</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[27]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『7</a:t>
            </a:r>
            <a:r>
              <a:rPr sz="1000">
                <a:solidFill>
                  <a:schemeClr val="tx1">
                    <a:lumMod val="65000"/>
                    <a:lumOff val="35000"/>
                  </a:schemeClr>
                </a:solidFill>
                <a:latin typeface="源ノ角ゴシック JP"/>
                <a:ea typeface="源ノ角ゴシック JP"/>
                <a:cs typeface="源ノ角ゴシック JP"/>
              </a:rPr>
              <a:t>プレミアム ゼロサイダートリプルファイバー＋</a:t>
            </a:r>
            <a:r>
              <a:rPr sz="1000">
                <a:solidFill>
                  <a:schemeClr val="tx1">
                    <a:lumMod val="65000"/>
                    <a:lumOff val="35000"/>
                  </a:schemeClr>
                </a:solidFill>
                <a:latin typeface="源ノ角ゴシック JP"/>
                <a:ea typeface="源ノ角ゴシック JP"/>
                <a:cs typeface="源ノ角ゴシック JP"/>
              </a:rPr>
              <a:t>α 1.5</a:t>
            </a:r>
            <a:r>
              <a:rPr sz="1000">
                <a:solidFill>
                  <a:schemeClr val="tx1">
                    <a:lumMod val="65000"/>
                    <a:lumOff val="35000"/>
                  </a:schemeClr>
                </a:solidFill>
                <a:latin typeface="源ノ角ゴシック JP"/>
                <a:ea typeface="源ノ角ゴシック JP"/>
                <a:cs typeface="源ノ角ゴシック JP"/>
              </a:rPr>
              <a:t>L』</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/products/a/item/460694/</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[28]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『7P</a:t>
            </a:r>
            <a:r>
              <a:rPr sz="1000">
                <a:solidFill>
                  <a:schemeClr val="tx1">
                    <a:lumMod val="65000"/>
                    <a:lumOff val="35000"/>
                  </a:schemeClr>
                </a:solidFill>
                <a:latin typeface="源ノ角ゴシック JP"/>
                <a:ea typeface="源ノ角ゴシック JP"/>
                <a:cs typeface="源ノ角ゴシック JP"/>
              </a:rPr>
              <a:t>糖質</a:t>
            </a:r>
            <a:r>
              <a:rPr sz="1000">
                <a:solidFill>
                  <a:schemeClr val="tx1">
                    <a:lumMod val="65000"/>
                    <a:lumOff val="35000"/>
                  </a:schemeClr>
                </a:solidFill>
                <a:latin typeface="源ノ角ゴシック JP"/>
                <a:ea typeface="源ノ角ゴシック JP"/>
                <a:cs typeface="源ノ角ゴシック JP"/>
              </a:rPr>
              <a:t>0g</a:t>
            </a:r>
            <a:r>
              <a:rPr sz="1000">
                <a:solidFill>
                  <a:schemeClr val="tx1">
                    <a:lumMod val="65000"/>
                    <a:lumOff val="35000"/>
                  </a:schemeClr>
                </a:solidFill>
                <a:latin typeface="源ノ角ゴシック JP"/>
                <a:ea typeface="源ノ角ゴシック JP"/>
                <a:cs typeface="源ノ角ゴシック JP"/>
              </a:rPr>
              <a:t>低カロリー麺 担々麺</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/products/a/item/251008/</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[29]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『7P</a:t>
            </a:r>
            <a:r>
              <a:rPr sz="1000">
                <a:solidFill>
                  <a:schemeClr val="tx1">
                    <a:lumMod val="65000"/>
                    <a:lumOff val="35000"/>
                  </a:schemeClr>
                </a:solidFill>
                <a:latin typeface="源ノ角ゴシック JP"/>
                <a:ea typeface="源ノ角ゴシック JP"/>
                <a:cs typeface="源ノ角ゴシック JP"/>
              </a:rPr>
              <a:t>糖質</a:t>
            </a:r>
            <a:r>
              <a:rPr sz="1000">
                <a:solidFill>
                  <a:schemeClr val="tx1">
                    <a:lumMod val="65000"/>
                    <a:lumOff val="35000"/>
                  </a:schemeClr>
                </a:solidFill>
                <a:latin typeface="源ノ角ゴシック JP"/>
                <a:ea typeface="源ノ角ゴシック JP"/>
                <a:cs typeface="源ノ角ゴシック JP"/>
              </a:rPr>
              <a:t>0g</a:t>
            </a:r>
            <a:r>
              <a:rPr sz="1000">
                <a:solidFill>
                  <a:schemeClr val="tx1">
                    <a:lumMod val="65000"/>
                    <a:lumOff val="35000"/>
                  </a:schemeClr>
                </a:solidFill>
                <a:latin typeface="源ノ角ゴシック JP"/>
                <a:ea typeface="源ノ角ゴシック JP"/>
                <a:cs typeface="源ノ角ゴシック JP"/>
              </a:rPr>
              <a:t>低カロリー麺 辛麺スープ付き</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/products/a/item/251000/</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[30]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累計販売数</a:t>
            </a:r>
            <a:r>
              <a:rPr sz="1000">
                <a:solidFill>
                  <a:schemeClr val="tx1">
                    <a:lumMod val="65000"/>
                    <a:lumOff val="35000"/>
                  </a:schemeClr>
                </a:solidFill>
                <a:latin typeface="源ノ角ゴシック JP"/>
                <a:ea typeface="源ノ角ゴシック JP"/>
                <a:cs typeface="源ノ角ゴシック JP"/>
              </a:rPr>
              <a:t>1,300</a:t>
            </a:r>
            <a:r>
              <a:rPr sz="1000">
                <a:solidFill>
                  <a:schemeClr val="tx1">
                    <a:lumMod val="65000"/>
                    <a:lumOff val="35000"/>
                  </a:schemeClr>
                </a:solidFill>
                <a:latin typeface="源ノ角ゴシック JP"/>
                <a:ea typeface="源ノ角ゴシック JP"/>
                <a:cs typeface="源ノ角ゴシック JP"/>
              </a:rPr>
              <a:t>万本突破！！「セブンプレミアム 豆腐スイーツバー」シリーズから「ストロベリーソイラテ」が新登場！</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2025</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/news/2025/202504081600.html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[31]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セブンプレミアムとして初の“糖質ゼロ”新ジャンル「セブンプレミアム ザ・ブリュー糖質ゼロ」</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2023</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/news/2023/202307031130.html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[32]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美味しくてさらに！糖質控えめのパンを発売</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2021</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/news/2021/202108111100.html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[33]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野菜たっぷり！「野菜とハムの彩りサンド </a:t>
            </a:r>
            <a:r>
              <a:rPr sz="1000">
                <a:solidFill>
                  <a:schemeClr val="tx1">
                    <a:lumMod val="65000"/>
                    <a:lumOff val="35000"/>
                  </a:schemeClr>
                </a:solidFill>
                <a:latin typeface="源ノ角ゴシック JP"/>
                <a:ea typeface="源ノ角ゴシック JP"/>
                <a:cs typeface="源ノ角ゴシック JP"/>
              </a:rPr>
              <a:t>186kcal</a:t>
            </a:r>
            <a:r>
              <a:rPr sz="1000">
                <a:solidFill>
                  <a:schemeClr val="tx1">
                    <a:lumMod val="65000"/>
                    <a:lumOff val="35000"/>
                  </a:schemeClr>
                </a:solidFill>
                <a:latin typeface="源ノ角ゴシック JP"/>
                <a:ea typeface="源ノ角ゴシック JP"/>
                <a:cs typeface="源ノ角ゴシック JP"/>
              </a:rPr>
              <a:t>」を新発売！</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2013</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dbps_data</a:t>
            </a:r>
            <a:r>
              <a:rPr sz="1000">
                <a:solidFill>
                  <a:schemeClr val="tx1">
                    <a:lumMod val="65000"/>
                    <a:lumOff val="35000"/>
                  </a:schemeClr>
                </a:solidFill>
                <a:latin typeface="源ノ角ゴシック JP"/>
                <a:ea typeface="源ノ角ゴシック JP"/>
                <a:cs typeface="源ノ角ゴシック JP"/>
              </a:rPr>
              <a:t>/_material_/localhost/pdf/2011/2013081401.pdf</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[34]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『200kcal</a:t>
            </a:r>
            <a:r>
              <a:rPr sz="1000">
                <a:solidFill>
                  <a:schemeClr val="tx1">
                    <a:lumMod val="65000"/>
                    <a:lumOff val="35000"/>
                  </a:schemeClr>
                </a:solidFill>
                <a:latin typeface="源ノ角ゴシック JP"/>
                <a:ea typeface="源ノ角ゴシック JP"/>
                <a:cs typeface="源ノ角ゴシック JP"/>
              </a:rPr>
              <a:t>以下に抑えたサンドイッチが続々登場！「シーザーサラダサンド </a:t>
            </a:r>
            <a:r>
              <a:rPr sz="1000">
                <a:solidFill>
                  <a:schemeClr val="tx1">
                    <a:lumMod val="65000"/>
                    <a:lumOff val="35000"/>
                  </a:schemeClr>
                </a:solidFill>
                <a:latin typeface="源ノ角ゴシック JP"/>
                <a:ea typeface="源ノ角ゴシック JP"/>
                <a:cs typeface="源ノ角ゴシック JP"/>
              </a:rPr>
              <a:t>170kcal</a:t>
            </a:r>
            <a:r>
              <a:rPr sz="1000">
                <a:solidFill>
                  <a:schemeClr val="tx1">
                    <a:lumMod val="65000"/>
                    <a:lumOff val="35000"/>
                  </a:schemeClr>
                </a:solidFill>
                <a:latin typeface="源ノ角ゴシック JP"/>
                <a:ea typeface="源ノ角ゴシック JP"/>
                <a:cs typeface="源ノ角ゴシック JP"/>
              </a:rPr>
              <a:t>」発売</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2017</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/020197.html</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p:txBody>
      </p:sp>
      <p:sp>
        <p:nvSpPr>
          <p:cNvPr id="3" name="">
            <a:extLst xmlns:a="http://schemas.openxmlformats.org/drawingml/2006/main">
              <a:ext uri="{FF2B5EF4-FFF2-40B4-BE49-F238E27FC236}">
                <a16:creationId xmlns:a16="http://schemas.microsoft.com/office/drawing/2014/main" id="{C8992B10-A2AB-4967-985E-DC32017CE41B}"/>
              </a:ext>
            </a:extLst>
          </p:cNvPr>
          <p:cNvSpPr>
            <a:spLocks xmlns:a="http://schemas.openxmlformats.org/drawingml/2006/main" noGrp="1"/>
          </p:cNvSpPr>
          <p:nvPr/>
        </p:nvSpPr>
        <p:spPr>
          <a:xfrm xmlns:a="http://schemas.openxmlformats.org/drawingml/2006/main">
            <a:off x="11410950" y="6410325"/>
            <a:ext cx="781050" cy="4476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 name="">
            <a:extLst xmlns:a="http://schemas.openxmlformats.org/drawingml/2006/main">
              <a:ext uri="{FF2B5EF4-FFF2-40B4-BE49-F238E27FC236}">
                <a16:creationId xmlns:a16="http://schemas.microsoft.com/office/drawing/2014/main" id="{9BE259FE-7337-46DB-BA5B-FB85BD0D9922}"/>
              </a:ext>
            </a:extLst>
          </p:cNvPr>
          <p:cNvSpPr>
            <a:spLocks xmlns:a="http://schemas.openxmlformats.org/drawingml/2006/main" noGrp="1"/>
          </p:cNvSpPr>
          <p:nvPr/>
        </p:nvSpPr>
        <p:spPr>
          <a:xfrm xmlns:a="http://schemas.openxmlformats.org/drawingml/2006/main">
            <a:off x="11544300" y="651510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111111"/>
                </a:solidFill>
                <a:latin typeface="Hiragino Kaku Gothic ProN"/>
                <a:ea typeface="Hiragino Kaku Gothic ProN"/>
                <a:cs typeface="Hiragino Kaku Gothic ProN"/>
              </a:defRPr>
            </a:pPr>
            <a:r>
              <a:rPr sz="900" b="0">
                <a:solidFill>
                  <a:srgbClr val="111111"/>
                </a:solidFill>
                <a:latin typeface="Hiragino Kaku Gothic ProN"/>
                <a:ea typeface="Hiragino Kaku Gothic ProN"/>
                <a:cs typeface="Hiragino Kaku Gothic ProN"/>
              </a:rPr>
              <a:t>17</a:t>
            </a:r>
          </a:p>
        </p:txBody>
      </p:sp>
    </p:spTree>
    <p:extLst>
      <p:ext uri="{BB962C8B-B14F-4D97-AF65-F5344CB8AC3E}">
        <p14:creationId xmlns:p14="http://schemas.microsoft.com/office/powerpoint/2010/main" val="41961965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テキスト ボックス 1">
            <a:extLst xmlns:a="http://schemas.openxmlformats.org/drawingml/2006/main">
              <a:ext uri="{FF2B5EF4-FFF2-40B4-BE49-F238E27FC236}">
                <a16:creationId xmlns:a16="http://schemas.microsoft.com/office/drawing/2014/main" id="{494B08AD-A52F-39D0-891E-70A649BDB039}"/>
              </a:ext>
            </a:extLst>
          </p:cNvPr>
          <p:cNvSpPr>
            <a:spLocks xmlns:a="http://schemas.openxmlformats.org/drawingml/2006/main" noGrp="1"/>
          </p:cNvSpPr>
          <p:nvPr/>
        </p:nvSpPr>
        <p:spPr>
          <a:xfrm xmlns:a="http://schemas.openxmlformats.org/drawingml/2006/main">
            <a:off x="658602" y="435280"/>
            <a:ext cx="10874796" cy="180607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[35]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「セブンプレミアム」人気飲料トリプルゼロシリーズの新商品「セブンプレミアム アクエリアス エスボディ </a:t>
            </a:r>
            <a:r>
              <a:rPr sz="1000">
                <a:solidFill>
                  <a:schemeClr val="tx1">
                    <a:lumMod val="65000"/>
                    <a:lumOff val="35000"/>
                  </a:schemeClr>
                </a:solidFill>
                <a:latin typeface="源ノ角ゴシック JP"/>
                <a:ea typeface="源ノ角ゴシック JP"/>
                <a:cs typeface="源ノ角ゴシック JP"/>
              </a:rPr>
              <a:t>500</a:t>
            </a:r>
            <a:r>
              <a:rPr sz="1000">
                <a:solidFill>
                  <a:schemeClr val="tx1">
                    <a:lumMod val="65000"/>
                    <a:lumOff val="35000"/>
                  </a:schemeClr>
                </a:solidFill>
                <a:latin typeface="源ノ角ゴシック JP"/>
                <a:ea typeface="源ノ角ゴシック JP"/>
                <a:cs typeface="源ノ角ゴシック JP"/>
              </a:rPr>
              <a:t>ml</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登場</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2024</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/news/2024/202406141000.html</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[36]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『7</a:t>
            </a:r>
            <a:r>
              <a:rPr sz="1000">
                <a:solidFill>
                  <a:schemeClr val="tx1">
                    <a:lumMod val="65000"/>
                    <a:lumOff val="35000"/>
                  </a:schemeClr>
                </a:solidFill>
                <a:latin typeface="源ノ角ゴシック JP"/>
                <a:ea typeface="源ノ角ゴシック JP"/>
                <a:cs typeface="源ノ角ゴシック JP"/>
              </a:rPr>
              <a:t>プレミアム ゼロコーラトリプル </a:t>
            </a:r>
            <a:r>
              <a:rPr sz="1000">
                <a:solidFill>
                  <a:schemeClr val="tx1">
                    <a:lumMod val="65000"/>
                    <a:lumOff val="35000"/>
                  </a:schemeClr>
                </a:solidFill>
                <a:latin typeface="源ノ角ゴシック JP"/>
                <a:ea typeface="源ノ角ゴシック JP"/>
                <a:cs typeface="源ノ角ゴシック JP"/>
              </a:rPr>
              <a:t>500</a:t>
            </a:r>
            <a:r>
              <a:rPr sz="1000">
                <a:solidFill>
                  <a:schemeClr val="tx1">
                    <a:lumMod val="65000"/>
                    <a:lumOff val="35000"/>
                  </a:schemeClr>
                </a:solidFill>
                <a:latin typeface="源ノ角ゴシック JP"/>
                <a:ea typeface="源ノ角ゴシック JP"/>
                <a:cs typeface="源ノ角ゴシック JP"/>
              </a:rPr>
              <a:t>ml』</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/products/a/item/460500/</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[37]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『7</a:t>
            </a:r>
            <a:r>
              <a:rPr sz="1000">
                <a:solidFill>
                  <a:schemeClr val="tx1">
                    <a:lumMod val="65000"/>
                    <a:lumOff val="35000"/>
                  </a:schemeClr>
                </a:solidFill>
                <a:latin typeface="源ノ角ゴシック JP"/>
                <a:ea typeface="源ノ角ゴシック JP"/>
                <a:cs typeface="源ノ角ゴシック JP"/>
              </a:rPr>
              <a:t>P </a:t>
            </a:r>
            <a:r>
              <a:rPr sz="1000">
                <a:solidFill>
                  <a:schemeClr val="tx1">
                    <a:lumMod val="65000"/>
                    <a:lumOff val="35000"/>
                  </a:schemeClr>
                </a:solidFill>
                <a:latin typeface="源ノ角ゴシック JP"/>
                <a:ea typeface="源ノ角ゴシック JP"/>
                <a:cs typeface="源ノ角ゴシック JP"/>
              </a:rPr>
              <a:t>糖質</a:t>
            </a:r>
            <a:r>
              <a:rPr sz="1000">
                <a:solidFill>
                  <a:schemeClr val="tx1">
                    <a:lumMod val="65000"/>
                    <a:lumOff val="35000"/>
                  </a:schemeClr>
                </a:solidFill>
                <a:latin typeface="源ノ角ゴシック JP"/>
                <a:ea typeface="源ノ角ゴシック JP"/>
                <a:cs typeface="源ノ角ゴシック JP"/>
              </a:rPr>
              <a:t>65</a:t>
            </a:r>
            <a:r>
              <a:rPr sz="1000">
                <a:solidFill>
                  <a:schemeClr val="tx1">
                    <a:lumMod val="65000"/>
                    <a:lumOff val="35000"/>
                  </a:schemeClr>
                </a:solidFill>
                <a:latin typeface="源ノ角ゴシック JP"/>
                <a:ea typeface="源ノ角ゴシック JP"/>
                <a:cs typeface="源ノ角ゴシック JP"/>
              </a:rPr>
              <a:t>％オフ 調製豆乳</a:t>
            </a:r>
            <a:r>
              <a:rPr sz="1000">
                <a:solidFill>
                  <a:schemeClr val="tx1">
                    <a:lumMod val="65000"/>
                    <a:lumOff val="35000"/>
                  </a:schemeClr>
                </a:solidFill>
                <a:latin typeface="源ノ角ゴシック JP"/>
                <a:ea typeface="源ノ角ゴシック JP"/>
                <a:cs typeface="源ノ角ゴシック JP"/>
              </a:rPr>
              <a:t>900</a:t>
            </a:r>
            <a:r>
              <a:rPr sz="1000">
                <a:solidFill>
                  <a:schemeClr val="tx1">
                    <a:lumMod val="65000"/>
                    <a:lumOff val="35000"/>
                  </a:schemeClr>
                </a:solidFill>
                <a:latin typeface="源ノ角ゴシック JP"/>
                <a:ea typeface="源ノ角ゴシック JP"/>
                <a:cs typeface="源ノ角ゴシック JP"/>
              </a:rPr>
              <a:t>ml』</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発行年不明．</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/products/a/item/210675/</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a:p xmlns:a="http://schemas.openxmlformats.org/drawingml/2006/main">
            <a:pPr>
              <a:lnSpc>
                <a:spcPts val="1480"/>
              </a:lnSpc>
              <a:buNone/>
            </a:pPr>
            <a:endParaRPr sz="1000">
              <a:solidFill>
                <a:schemeClr val="tx1">
                  <a:lumMod val="65000"/>
                  <a:lumOff val="35000"/>
                </a:schemeClr>
              </a:solidFill>
              <a:latin typeface="源ノ角ゴシック JP"/>
              <a:ea typeface="源ノ角ゴシック JP"/>
              <a:cs typeface="源ノ角ゴシック JP"/>
            </a:endParaRPr>
          </a:p>
          <a:p xmlns:a="http://schemas.openxmlformats.org/drawingml/2006/main">
            <a:pPr>
              <a:lnSpc>
                <a:spcPts val="1480"/>
              </a:lnSpc>
              <a:buNone/>
            </a:pPr>
            <a:r>
              <a:rPr sz="1000">
                <a:solidFill>
                  <a:schemeClr val="tx1">
                    <a:lumMod val="65000"/>
                    <a:lumOff val="35000"/>
                  </a:schemeClr>
                </a:solidFill>
                <a:latin typeface="源ノ角ゴシック JP"/>
                <a:ea typeface="源ノ角ゴシック JP"/>
                <a:cs typeface="源ノ角ゴシック JP"/>
              </a:rPr>
              <a:t>[38] </a:t>
            </a:r>
            <a:r>
              <a:rPr sz="1000">
                <a:solidFill>
                  <a:schemeClr val="tx1">
                    <a:lumMod val="65000"/>
                    <a:lumOff val="35000"/>
                  </a:schemeClr>
                </a:solidFill>
                <a:latin typeface="源ノ角ゴシック JP"/>
                <a:ea typeface="源ノ角ゴシック JP"/>
                <a:cs typeface="源ノ角ゴシック JP"/>
              </a:rPr>
              <a:t>株式会社セブン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イレブン・ジャパン．</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糖質</a:t>
            </a:r>
            <a:r>
              <a:rPr sz="1000">
                <a:solidFill>
                  <a:schemeClr val="tx1">
                    <a:lumMod val="65000"/>
                    <a:lumOff val="35000"/>
                  </a:schemeClr>
                </a:solidFill>
                <a:latin typeface="源ノ角ゴシック JP"/>
                <a:ea typeface="源ノ角ゴシック JP"/>
                <a:cs typeface="源ノ角ゴシック JP"/>
              </a:rPr>
              <a:t>50</a:t>
            </a:r>
            <a:r>
              <a:rPr sz="1000">
                <a:solidFill>
                  <a:schemeClr val="tx1">
                    <a:lumMod val="65000"/>
                    <a:lumOff val="35000"/>
                  </a:schemeClr>
                </a:solidFill>
                <a:latin typeface="源ノ角ゴシック JP"/>
                <a:ea typeface="源ノ角ゴシック JP"/>
                <a:cs typeface="源ノ角ゴシック JP"/>
              </a:rPr>
              <a:t>％オフを実現しながら美味しさにこだわりました！「セブンプレミアム」ロカボ焼き菓子</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2020</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https://</a:t>
            </a:r>
            <a:r>
              <a:rPr sz="1000">
                <a:solidFill>
                  <a:schemeClr val="tx1">
                    <a:lumMod val="65000"/>
                    <a:lumOff val="35000"/>
                  </a:schemeClr>
                </a:solidFill>
                <a:latin typeface="源ノ角ゴシック JP"/>
                <a:ea typeface="源ノ角ゴシック JP"/>
                <a:cs typeface="源ノ角ゴシック JP"/>
              </a:rPr>
              <a:t>www.sej.co.jp</a:t>
            </a:r>
            <a:r>
              <a:rPr sz="1000">
                <a:solidFill>
                  <a:schemeClr val="tx1">
                    <a:lumMod val="65000"/>
                    <a:lumOff val="35000"/>
                  </a:schemeClr>
                </a:solidFill>
                <a:latin typeface="源ノ角ゴシック JP"/>
                <a:ea typeface="源ノ角ゴシック JP"/>
                <a:cs typeface="源ノ角ゴシック JP"/>
              </a:rPr>
              <a:t>/company/</a:t>
            </a:r>
            <a:r>
              <a:rPr sz="1000">
                <a:solidFill>
                  <a:schemeClr val="tx1">
                    <a:lumMod val="65000"/>
                    <a:lumOff val="35000"/>
                  </a:schemeClr>
                </a:solidFill>
                <a:latin typeface="源ノ角ゴシック JP"/>
                <a:ea typeface="源ノ角ゴシック JP"/>
                <a:cs typeface="源ノ角ゴシック JP"/>
              </a:rPr>
              <a:t>news_release</a:t>
            </a:r>
            <a:r>
              <a:rPr sz="1000">
                <a:solidFill>
                  <a:schemeClr val="tx1">
                    <a:lumMod val="65000"/>
                    <a:lumOff val="35000"/>
                  </a:schemeClr>
                </a:solidFill>
                <a:latin typeface="源ノ角ゴシック JP"/>
                <a:ea typeface="源ノ角ゴシック JP"/>
                <a:cs typeface="源ノ角ゴシック JP"/>
              </a:rPr>
              <a:t>/news/2020/202010131600.html</a:t>
            </a:r>
            <a:r>
              <a:rPr sz="1000">
                <a:solidFill>
                  <a:schemeClr val="tx1">
                    <a:lumMod val="65000"/>
                    <a:lumOff val="35000"/>
                  </a:schemeClr>
                </a:solidFill>
                <a:latin typeface="源ノ角ゴシック JP"/>
                <a:ea typeface="源ノ角ゴシック JP"/>
                <a:cs typeface="源ノ角ゴシック JP"/>
              </a:rPr>
              <a:t>（</a:t>
            </a:r>
            <a:r>
              <a:rPr sz="1000">
                <a:solidFill>
                  <a:schemeClr val="tx1">
                    <a:lumMod val="65000"/>
                    <a:lumOff val="35000"/>
                  </a:schemeClr>
                </a:solidFill>
                <a:latin typeface="源ノ角ゴシック JP"/>
                <a:ea typeface="源ノ角ゴシック JP"/>
                <a:cs typeface="源ノ角ゴシック JP"/>
              </a:rPr>
              <a:t>参照日：</a:t>
            </a:r>
            <a:r>
              <a:rPr sz="1000">
                <a:solidFill>
                  <a:schemeClr val="tx1">
                    <a:lumMod val="65000"/>
                    <a:lumOff val="35000"/>
                  </a:schemeClr>
                </a:solidFill>
                <a:latin typeface="源ノ角ゴシック JP"/>
                <a:ea typeface="源ノ角ゴシック JP"/>
                <a:cs typeface="源ノ角ゴシック JP"/>
              </a:rPr>
              <a:t>2026</a:t>
            </a:r>
            <a:r>
              <a:rPr sz="1000">
                <a:solidFill>
                  <a:schemeClr val="tx1">
                    <a:lumMod val="65000"/>
                    <a:lumOff val="35000"/>
                  </a:schemeClr>
                </a:solidFill>
                <a:latin typeface="源ノ角ゴシック JP"/>
                <a:ea typeface="源ノ角ゴシック JP"/>
                <a:cs typeface="源ノ角ゴシック JP"/>
              </a:rPr>
              <a:t>年</a:t>
            </a:r>
            <a:r>
              <a:rPr sz="1000">
                <a:solidFill>
                  <a:schemeClr val="tx1">
                    <a:lumMod val="65000"/>
                    <a:lumOff val="35000"/>
                  </a:schemeClr>
                </a:solidFill>
                <a:latin typeface="源ノ角ゴシック JP"/>
                <a:ea typeface="源ノ角ゴシック JP"/>
                <a:cs typeface="源ノ角ゴシック JP"/>
              </a:rPr>
              <a:t>9</a:t>
            </a:r>
            <a:r>
              <a:rPr sz="1000">
                <a:solidFill>
                  <a:schemeClr val="tx1">
                    <a:lumMod val="65000"/>
                    <a:lumOff val="35000"/>
                  </a:schemeClr>
                </a:solidFill>
                <a:latin typeface="源ノ角ゴシック JP"/>
                <a:ea typeface="源ノ角ゴシック JP"/>
                <a:cs typeface="源ノ角ゴシック JP"/>
              </a:rPr>
              <a:t>月</a:t>
            </a:r>
            <a:r>
              <a:rPr sz="1000">
                <a:solidFill>
                  <a:schemeClr val="tx1">
                    <a:lumMod val="65000"/>
                    <a:lumOff val="35000"/>
                  </a:schemeClr>
                </a:solidFill>
                <a:latin typeface="源ノ角ゴシック JP"/>
                <a:ea typeface="源ノ角ゴシック JP"/>
                <a:cs typeface="源ノ角ゴシック JP"/>
              </a:rPr>
              <a:t>23</a:t>
            </a:r>
            <a:r>
              <a:rPr sz="1000">
                <a:solidFill>
                  <a:schemeClr val="tx1">
                    <a:lumMod val="65000"/>
                    <a:lumOff val="35000"/>
                  </a:schemeClr>
                </a:solidFill>
                <a:latin typeface="源ノ角ゴシック JP"/>
                <a:ea typeface="源ノ角ゴシック JP"/>
                <a:cs typeface="源ノ角ゴシック JP"/>
              </a:rPr>
              <a:t>日）．</a:t>
            </a:r>
          </a:p>
        </p:txBody>
      </p:sp>
      <p:sp>
        <p:nvSpPr>
          <p:cNvPr id="3" name="">
            <a:extLst xmlns:a="http://schemas.openxmlformats.org/drawingml/2006/main">
              <a:ext uri="{FF2B5EF4-FFF2-40B4-BE49-F238E27FC236}">
                <a16:creationId xmlns:a16="http://schemas.microsoft.com/office/drawing/2014/main" id="{55805370-60E3-4466-9501-0AEB09D3069E}"/>
              </a:ext>
            </a:extLst>
          </p:cNvPr>
          <p:cNvSpPr>
            <a:spLocks xmlns:a="http://schemas.openxmlformats.org/drawingml/2006/main" noGrp="1"/>
          </p:cNvSpPr>
          <p:nvPr/>
        </p:nvSpPr>
        <p:spPr>
          <a:xfrm xmlns:a="http://schemas.openxmlformats.org/drawingml/2006/main">
            <a:off x="11410950" y="6410325"/>
            <a:ext cx="781050" cy="4476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 name="">
            <a:extLst xmlns:a="http://schemas.openxmlformats.org/drawingml/2006/main">
              <a:ext uri="{FF2B5EF4-FFF2-40B4-BE49-F238E27FC236}">
                <a16:creationId xmlns:a16="http://schemas.microsoft.com/office/drawing/2014/main" id="{86F5597A-0346-46D2-A497-66F9900D0C4A}"/>
              </a:ext>
            </a:extLst>
          </p:cNvPr>
          <p:cNvSpPr>
            <a:spLocks xmlns:a="http://schemas.openxmlformats.org/drawingml/2006/main" noGrp="1"/>
          </p:cNvSpPr>
          <p:nvPr/>
        </p:nvSpPr>
        <p:spPr>
          <a:xfrm xmlns:a="http://schemas.openxmlformats.org/drawingml/2006/main">
            <a:off x="11544300" y="6515100"/>
            <a:ext cx="400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0">
                <a:solidFill>
                  <a:srgbClr val="111111"/>
                </a:solidFill>
                <a:latin typeface="Hiragino Kaku Gothic ProN"/>
                <a:ea typeface="Hiragino Kaku Gothic ProN"/>
                <a:cs typeface="Hiragino Kaku Gothic ProN"/>
              </a:defRPr>
            </a:pPr>
            <a:r>
              <a:rPr sz="900" b="0">
                <a:solidFill>
                  <a:srgbClr val="111111"/>
                </a:solidFill>
                <a:latin typeface="Hiragino Kaku Gothic ProN"/>
                <a:ea typeface="Hiragino Kaku Gothic ProN"/>
                <a:cs typeface="Hiragino Kaku Gothic ProN"/>
              </a:rPr>
              <a:t>18</a:t>
            </a:r>
          </a:p>
        </p:txBody>
      </p:sp>
    </p:spTree>
    <p:extLst>
      <p:ext uri="{BB962C8B-B14F-4D97-AF65-F5344CB8AC3E}">
        <p14:creationId xmlns:p14="http://schemas.microsoft.com/office/powerpoint/2010/main" val="2867737282"/>
      </p:ext>
    </p:extLst>
  </p:cSld>
</p:sld>
</file>

<file path=ppt/theme/theme1.xml><?xml version="1.0" encoding="utf-8"?>
<a:theme xmlns:a="http://schemas.openxmlformats.org/drawingml/2006/main" name="デザインの設定">
  <a:themeElements>
    <a:clrScheme name="紫">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紫">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2026-09-23T09:57:25.3740000Z</dcterms:created>
  <dcterms:modified xsi:type="dcterms:W3CDTF">2026-09-23T09:57:25.3740000Z</dcterms:modified>
</coreProperties>
</file>
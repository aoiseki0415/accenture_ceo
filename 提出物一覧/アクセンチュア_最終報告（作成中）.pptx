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  <p:sldMasterId id="2147483715" r:id="rId2"/>
    <p:sldMasterId id="2147483738" r:id="rId3"/>
    <p:sldMasterId id="2147483763" r:id="rId4"/>
  </p:sldMasterIdLst>
  <p:notesMasterIdLst>
    <p:notesMasterId r:id="rId27"/>
  </p:notesMasterIdLst>
  <p:sldIdLst>
    <p:sldId id="728" r:id="rId5"/>
    <p:sldId id="757" r:id="rId6"/>
    <p:sldId id="732" r:id="rId7"/>
    <p:sldId id="735" r:id="rId8"/>
    <p:sldId id="734" r:id="rId9"/>
    <p:sldId id="731" r:id="rId10"/>
    <p:sldId id="753" r:id="rId11"/>
    <p:sldId id="736" r:id="rId12"/>
    <p:sldId id="738" r:id="rId13"/>
    <p:sldId id="737" r:id="rId14"/>
    <p:sldId id="740" r:id="rId15"/>
    <p:sldId id="739" r:id="rId16"/>
    <p:sldId id="741" r:id="rId17"/>
    <p:sldId id="742" r:id="rId18"/>
    <p:sldId id="751" r:id="rId19"/>
    <p:sldId id="752" r:id="rId20"/>
    <p:sldId id="743" r:id="rId21"/>
    <p:sldId id="748" r:id="rId22"/>
    <p:sldId id="750" r:id="rId23"/>
    <p:sldId id="754" r:id="rId24"/>
    <p:sldId id="749" r:id="rId25"/>
    <p:sldId id="75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oi Seki" initials="AS" lastIdx="1" clrIdx="0">
    <p:extLst>
      <p:ext uri="{19B8F6BF-5375-455C-9EA6-DF929625EA0E}">
        <p15:presenceInfo xmlns:p15="http://schemas.microsoft.com/office/powerpoint/2012/main" userId="3c72e6668d2332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975"/>
    <a:srgbClr val="387DC9"/>
    <a:srgbClr val="F65C53"/>
    <a:srgbClr val="CE4D44"/>
    <a:srgbClr val="F5EDE9"/>
    <a:srgbClr val="9564B1"/>
    <a:srgbClr val="CF6F19"/>
    <a:srgbClr val="FAF5F9"/>
    <a:srgbClr val="FAFAFE"/>
    <a:srgbClr val="EAC7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186B0-A7FA-304A-AB88-7A7A62240308}" v="155" dt="2026-07-22T00:29:56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81" autoAdjust="0"/>
    <p:restoredTop sz="78500" autoAdjust="0"/>
  </p:normalViewPr>
  <p:slideViewPr>
    <p:cSldViewPr snapToGrid="0">
      <p:cViewPr>
        <p:scale>
          <a:sx n="97" d="100"/>
          <a:sy n="97" d="100"/>
        </p:scale>
        <p:origin x="1976" y="14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54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oi Seki" userId="3c72e6668d233292" providerId="LiveId" clId="{B9AE2B71-EDD8-5CEA-A9B6-04399197A6CF}"/>
    <pc:docChg chg="undo redo custSel addSld delSld modSld sldOrd modMainMaster">
      <pc:chgData name="Aoi Seki" userId="3c72e6668d233292" providerId="LiveId" clId="{B9AE2B71-EDD8-5CEA-A9B6-04399197A6CF}" dt="2026-07-22T03:27:23.591" v="25830" actId="14100"/>
      <pc:docMkLst>
        <pc:docMk/>
      </pc:docMkLst>
      <pc:sldChg chg="modSp add del mod modAnim">
        <pc:chgData name="Aoi Seki" userId="3c72e6668d233292" providerId="LiveId" clId="{B9AE2B71-EDD8-5CEA-A9B6-04399197A6CF}" dt="2026-07-21T14:49:44.236" v="23508" actId="1035"/>
        <pc:sldMkLst>
          <pc:docMk/>
          <pc:sldMk cId="608137704" sldId="642"/>
        </pc:sldMkLst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6" creationId="{E6D1060F-44F9-5DFF-3978-7C206131EF6B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10" creationId="{24706157-186B-20DC-108F-96232A155A8C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11" creationId="{755125DC-C064-A058-1283-6379D90F65EF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13" creationId="{08522342-8DF4-4EF9-B36A-7C9373D79EA1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22" creationId="{D2DA319E-F696-8F5E-A7EC-2967358A253C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27" creationId="{E0ACE5ED-E904-BB87-4ACF-C55ED20CFB92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31" creationId="{52845CB3-848A-EE64-9512-ACCE36E81EC8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48" creationId="{7E1E8BA0-AE21-157B-D0AC-5CFE8AEFB19F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51" creationId="{ECC56679-0BDD-90AE-FE69-729DDDDC67E0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53" creationId="{E791AF6F-4F7B-91E1-1C0B-3A9B3D1DBC7B}"/>
          </ac:spMkLst>
        </pc:spChg>
        <pc:grpChg chg="mod">
          <ac:chgData name="Aoi Seki" userId="3c72e6668d233292" providerId="LiveId" clId="{B9AE2B71-EDD8-5CEA-A9B6-04399197A6CF}" dt="2026-07-21T14:49:44.236" v="23508" actId="1035"/>
          <ac:grpSpMkLst>
            <pc:docMk/>
            <pc:sldMk cId="608137704" sldId="642"/>
            <ac:grpSpMk id="24" creationId="{C465F563-147C-04EF-5C9E-3708D309D2A3}"/>
          </ac:grpSpMkLst>
        </pc:grpChg>
      </pc:sldChg>
      <pc:sldChg chg="modSp del mod ord">
        <pc:chgData name="Aoi Seki" userId="3c72e6668d233292" providerId="LiveId" clId="{B9AE2B71-EDD8-5CEA-A9B6-04399197A6CF}" dt="2026-07-22T00:37:03.214" v="25800" actId="2696"/>
        <pc:sldMkLst>
          <pc:docMk/>
          <pc:sldMk cId="2760324763" sldId="671"/>
        </pc:sldMkLst>
      </pc:sldChg>
      <pc:sldChg chg="addSp delSp modSp add del mod">
        <pc:chgData name="Aoi Seki" userId="3c72e6668d233292" providerId="LiveId" clId="{B9AE2B71-EDD8-5CEA-A9B6-04399197A6CF}" dt="2026-07-22T00:37:04.335" v="25802" actId="2696"/>
        <pc:sldMkLst>
          <pc:docMk/>
          <pc:sldMk cId="1247563994" sldId="684"/>
        </pc:sldMkLst>
      </pc:sldChg>
      <pc:sldChg chg="addSp modSp del mod">
        <pc:chgData name="Aoi Seki" userId="3c72e6668d233292" providerId="LiveId" clId="{B9AE2B71-EDD8-5CEA-A9B6-04399197A6CF}" dt="2026-07-22T00:37:34.074" v="25815" actId="2696"/>
        <pc:sldMkLst>
          <pc:docMk/>
          <pc:sldMk cId="3965797247" sldId="687"/>
        </pc:sldMkLst>
      </pc:sldChg>
      <pc:sldChg chg="addSp delSp modSp new mod modClrScheme chgLayout">
        <pc:chgData name="Aoi Seki" userId="3c72e6668d233292" providerId="LiveId" clId="{B9AE2B71-EDD8-5CEA-A9B6-04399197A6CF}" dt="2026-07-22T00:36:53.477" v="25798" actId="700"/>
        <pc:sldMkLst>
          <pc:docMk/>
          <pc:sldMk cId="268593480" sldId="696"/>
        </pc:sldMkLst>
        <pc:spChg chg="add mod">
          <ac:chgData name="Aoi Seki" userId="3c72e6668d233292" providerId="LiveId" clId="{B9AE2B71-EDD8-5CEA-A9B6-04399197A6CF}" dt="2026-07-07T08:51:35.107" v="17866" actId="164"/>
          <ac:spMkLst>
            <pc:docMk/>
            <pc:sldMk cId="268593480" sldId="696"/>
            <ac:spMk id="2" creationId="{D57724A6-A86E-F842-F013-0DAF24FA75C6}"/>
          </ac:spMkLst>
        </pc:spChg>
        <pc:spChg chg="add mod">
          <ac:chgData name="Aoi Seki" userId="3c72e6668d233292" providerId="LiveId" clId="{B9AE2B71-EDD8-5CEA-A9B6-04399197A6CF}" dt="2026-07-07T09:18:51.777" v="18224" actId="1037"/>
          <ac:spMkLst>
            <pc:docMk/>
            <pc:sldMk cId="268593480" sldId="696"/>
            <ac:spMk id="112" creationId="{891789FE-3CCB-99F9-9C6B-56573257B3E3}"/>
          </ac:spMkLst>
        </pc:spChg>
        <pc:grpChg chg="mod">
          <ac:chgData name="Aoi Seki" userId="3c72e6668d233292" providerId="LiveId" clId="{B9AE2B71-EDD8-5CEA-A9B6-04399197A6CF}" dt="2026-07-07T08:51:36.799" v="17867" actId="1035"/>
          <ac:grpSpMkLst>
            <pc:docMk/>
            <pc:sldMk cId="268593480" sldId="696"/>
            <ac:grpSpMk id="87" creationId="{296604C8-E6FB-1447-5F46-3F9542C6793A}"/>
          </ac:grpSpMkLst>
        </pc:grpChg>
        <pc:grpChg chg="add mod">
          <ac:chgData name="Aoi Seki" userId="3c72e6668d233292" providerId="LiveId" clId="{B9AE2B71-EDD8-5CEA-A9B6-04399197A6CF}" dt="2026-07-07T08:51:35.107" v="17866" actId="164"/>
          <ac:grpSpMkLst>
            <pc:docMk/>
            <pc:sldMk cId="268593480" sldId="696"/>
            <ac:grpSpMk id="113" creationId="{BE352126-E3B9-95D1-DF4D-36E5BD8BFF05}"/>
          </ac:grpSpMkLst>
        </pc:grp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0" creationId="{299F7EE7-71DF-5313-D180-EDD2E725A468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1" creationId="{423C6DA5-30AF-EB24-3D1E-9C00BE3BA51E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5" creationId="{ABF37378-541A-3295-963F-2891F19B4AED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9" creationId="{A5C0CBD0-3E63-E407-CF67-FA2C7059CAF7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2" creationId="{D00AC420-EE04-29B6-81FC-7473F93FDC59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3" creationId="{7E369C2C-929C-5C97-8319-711B35D977FF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4" creationId="{C26908C3-2748-306B-8933-622E445ACC82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6" creationId="{59758C72-E6D7-C193-22E5-0B343D9A0719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7" creationId="{D6C756A4-F4F1-68A1-9138-BAC432A87583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10" creationId="{25BE580C-CF55-83EF-1C9B-D8B384E8EE21}"/>
          </ac:picMkLst>
        </pc:picChg>
      </pc:sldChg>
      <pc:sldChg chg="addSp delSp modSp new mod modClrScheme chgLayout">
        <pc:chgData name="Aoi Seki" userId="3c72e6668d233292" providerId="LiveId" clId="{B9AE2B71-EDD8-5CEA-A9B6-04399197A6CF}" dt="2026-07-22T00:36:56.961" v="25799" actId="700"/>
        <pc:sldMkLst>
          <pc:docMk/>
          <pc:sldMk cId="1565710938" sldId="697"/>
        </pc:sldMkLst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8" creationId="{5668D032-889E-790E-40A5-BA16F5A3C3F5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0" creationId="{334D8CB9-9B81-C60B-5954-4E158D274C2D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1" creationId="{51AC3CEE-5A0F-EBF7-E2A6-356FD565AB0C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5" creationId="{333080D5-2509-7012-DDD1-241847A81B8D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6" creationId="{75B9063E-7F6D-6F6D-DB7F-2C88E4A1D900}"/>
          </ac:spMkLst>
        </pc:spChg>
        <pc:spChg chg="add mod">
          <ac:chgData name="Aoi Seki" userId="3c72e6668d233292" providerId="LiveId" clId="{B9AE2B71-EDD8-5CEA-A9B6-04399197A6CF}" dt="2026-07-07T15:30:22.371" v="20092" actId="1076"/>
          <ac:spMkLst>
            <pc:docMk/>
            <pc:sldMk cId="1565710938" sldId="697"/>
            <ac:spMk id="19" creationId="{7FB88F43-23A2-51C1-BF12-0B4FAB17892F}"/>
          </ac:spMkLst>
        </pc:spChg>
        <pc:spChg chg="add mod">
          <ac:chgData name="Aoi Seki" userId="3c72e6668d233292" providerId="LiveId" clId="{B9AE2B71-EDD8-5CEA-A9B6-04399197A6CF}" dt="2026-07-07T09:07:30.200" v="18018" actId="164"/>
          <ac:spMkLst>
            <pc:docMk/>
            <pc:sldMk cId="1565710938" sldId="697"/>
            <ac:spMk id="20" creationId="{E3F6F272-A0AB-7D07-4A0B-F737349022DE}"/>
          </ac:spMkLst>
        </pc:spChg>
        <pc:spChg chg="add mod">
          <ac:chgData name="Aoi Seki" userId="3c72e6668d233292" providerId="LiveId" clId="{B9AE2B71-EDD8-5CEA-A9B6-04399197A6CF}" dt="2026-07-07T09:07:32.899" v="18019" actId="164"/>
          <ac:spMkLst>
            <pc:docMk/>
            <pc:sldMk cId="1565710938" sldId="697"/>
            <ac:spMk id="21" creationId="{8F49E42C-A444-FA8A-304F-3B2C56CCE115}"/>
          </ac:spMkLst>
        </pc:spChg>
        <pc:spChg chg="add mod">
          <ac:chgData name="Aoi Seki" userId="3c72e6668d233292" providerId="LiveId" clId="{B9AE2B71-EDD8-5CEA-A9B6-04399197A6CF}" dt="2026-07-10T03:46:04.952" v="21865" actId="14100"/>
          <ac:spMkLst>
            <pc:docMk/>
            <pc:sldMk cId="1565710938" sldId="697"/>
            <ac:spMk id="22" creationId="{54DDBABE-112E-AFEC-D9E4-9F393B6EB0FC}"/>
          </ac:spMkLst>
        </pc:spChg>
        <pc:spChg chg="add mod">
          <ac:chgData name="Aoi Seki" userId="3c72e6668d233292" providerId="LiveId" clId="{B9AE2B71-EDD8-5CEA-A9B6-04399197A6CF}" dt="2026-07-08T06:22:51.793" v="21284" actId="1076"/>
          <ac:spMkLst>
            <pc:docMk/>
            <pc:sldMk cId="1565710938" sldId="697"/>
            <ac:spMk id="25" creationId="{1ADD513E-866A-9541-2C76-616114E3AEBF}"/>
          </ac:spMkLst>
        </pc:spChg>
        <pc:spChg chg="mod">
          <ac:chgData name="Aoi Seki" userId="3c72e6668d233292" providerId="LiveId" clId="{B9AE2B71-EDD8-5CEA-A9B6-04399197A6CF}" dt="2026-07-07T09:18:57.471" v="18226"/>
          <ac:spMkLst>
            <pc:docMk/>
            <pc:sldMk cId="1565710938" sldId="697"/>
            <ac:spMk id="27" creationId="{57F84028-382E-2A0E-BB76-4295C9C6455D}"/>
          </ac:spMkLst>
        </pc:spChg>
        <pc:spChg chg="mod">
          <ac:chgData name="Aoi Seki" userId="3c72e6668d233292" providerId="LiveId" clId="{B9AE2B71-EDD8-5CEA-A9B6-04399197A6CF}" dt="2026-07-07T09:18:57.471" v="18226"/>
          <ac:spMkLst>
            <pc:docMk/>
            <pc:sldMk cId="1565710938" sldId="697"/>
            <ac:spMk id="28" creationId="{74AC2B62-B982-1169-B3AE-0504E162528F}"/>
          </ac:spMkLst>
        </pc:spChg>
        <pc:grpChg chg="mod">
          <ac:chgData name="Aoi Seki" userId="3c72e6668d233292" providerId="LiveId" clId="{B9AE2B71-EDD8-5CEA-A9B6-04399197A6CF}" dt="2026-07-07T09:07:30.200" v="18018" actId="164"/>
          <ac:grpSpMkLst>
            <pc:docMk/>
            <pc:sldMk cId="1565710938" sldId="697"/>
            <ac:grpSpMk id="6" creationId="{9D1B213D-D25B-0A43-0EF2-104F5B91C7A7}"/>
          </ac:grpSpMkLst>
        </pc:grpChg>
        <pc:grpChg chg="mod">
          <ac:chgData name="Aoi Seki" userId="3c72e6668d233292" providerId="LiveId" clId="{B9AE2B71-EDD8-5CEA-A9B6-04399197A6CF}" dt="2026-07-07T08:56:21.052" v="17873"/>
          <ac:grpSpMkLst>
            <pc:docMk/>
            <pc:sldMk cId="1565710938" sldId="697"/>
            <ac:grpSpMk id="7" creationId="{5DD43ABB-99FF-0832-D32B-E2F30DA64273}"/>
          </ac:grpSpMkLst>
        </pc:grpChg>
        <pc:grpChg chg="mod">
          <ac:chgData name="Aoi Seki" userId="3c72e6668d233292" providerId="LiveId" clId="{B9AE2B71-EDD8-5CEA-A9B6-04399197A6CF}" dt="2026-07-07T08:56:21.052" v="17873"/>
          <ac:grpSpMkLst>
            <pc:docMk/>
            <pc:sldMk cId="1565710938" sldId="697"/>
            <ac:grpSpMk id="9" creationId="{8F09D80C-22F0-6C14-BBA5-DF4665D64CE5}"/>
          </ac:grpSpMkLst>
        </pc:grpChg>
        <pc:grpChg chg="mod">
          <ac:chgData name="Aoi Seki" userId="3c72e6668d233292" providerId="LiveId" clId="{B9AE2B71-EDD8-5CEA-A9B6-04399197A6CF}" dt="2026-07-07T08:56:21.052" v="17873"/>
          <ac:grpSpMkLst>
            <pc:docMk/>
            <pc:sldMk cId="1565710938" sldId="697"/>
            <ac:grpSpMk id="12" creationId="{D1D5CD96-706B-BAFC-D7BA-49D022BAD0A1}"/>
          </ac:grpSpMkLst>
        </pc:grpChg>
        <pc:grpChg chg="add mod">
          <ac:chgData name="Aoi Seki" userId="3c72e6668d233292" providerId="LiveId" clId="{B9AE2B71-EDD8-5CEA-A9B6-04399197A6CF}" dt="2026-07-07T09:15:27.818" v="18208" actId="1036"/>
          <ac:grpSpMkLst>
            <pc:docMk/>
            <pc:sldMk cId="1565710938" sldId="697"/>
            <ac:grpSpMk id="23" creationId="{09905D26-757C-1125-3879-A017C7D70AE4}"/>
          </ac:grpSpMkLst>
        </pc:grpChg>
        <pc:grpChg chg="add mod">
          <ac:chgData name="Aoi Seki" userId="3c72e6668d233292" providerId="LiveId" clId="{B9AE2B71-EDD8-5CEA-A9B6-04399197A6CF}" dt="2026-07-07T09:15:27.818" v="18208" actId="1036"/>
          <ac:grpSpMkLst>
            <pc:docMk/>
            <pc:sldMk cId="1565710938" sldId="697"/>
            <ac:grpSpMk id="24" creationId="{4756372C-6940-8E91-AC04-7C5FD3A568ED}"/>
          </ac:grpSpMkLst>
        </pc:grpChg>
        <pc:grpChg chg="add mod">
          <ac:chgData name="Aoi Seki" userId="3c72e6668d233292" providerId="LiveId" clId="{B9AE2B71-EDD8-5CEA-A9B6-04399197A6CF}" dt="2026-07-07T09:18:57.471" v="18226"/>
          <ac:grpSpMkLst>
            <pc:docMk/>
            <pc:sldMk cId="1565710938" sldId="697"/>
            <ac:grpSpMk id="26" creationId="{1C3BD6A4-9B7C-F659-3C7B-06573055A38C}"/>
          </ac:grpSpMkLst>
        </pc:grpChg>
        <pc:picChg chg="mod">
          <ac:chgData name="Aoi Seki" userId="3c72e6668d233292" providerId="LiveId" clId="{B9AE2B71-EDD8-5CEA-A9B6-04399197A6CF}" dt="2026-07-07T08:56:21.052" v="17873"/>
          <ac:picMkLst>
            <pc:docMk/>
            <pc:sldMk cId="1565710938" sldId="697"/>
            <ac:picMk id="13" creationId="{244AEAC5-E274-0F2D-BE7E-196F051FBE35}"/>
          </ac:picMkLst>
        </pc:picChg>
        <pc:picChg chg="mod">
          <ac:chgData name="Aoi Seki" userId="3c72e6668d233292" providerId="LiveId" clId="{B9AE2B71-EDD8-5CEA-A9B6-04399197A6CF}" dt="2026-07-07T08:56:21.052" v="17873"/>
          <ac:picMkLst>
            <pc:docMk/>
            <pc:sldMk cId="1565710938" sldId="697"/>
            <ac:picMk id="14" creationId="{F0E4C5C2-34EE-C1D8-C563-BAD0DD1E091F}"/>
          </ac:picMkLst>
        </pc:picChg>
        <pc:picChg chg="add mod">
          <ac:chgData name="Aoi Seki" userId="3c72e6668d233292" providerId="LiveId" clId="{B9AE2B71-EDD8-5CEA-A9B6-04399197A6CF}" dt="2026-07-07T09:07:32.899" v="18019" actId="164"/>
          <ac:picMkLst>
            <pc:docMk/>
            <pc:sldMk cId="1565710938" sldId="697"/>
            <ac:picMk id="18" creationId="{8EC324D8-4456-F3ED-2189-5D382CD53453}"/>
          </ac:picMkLst>
        </pc:picChg>
      </pc:sldChg>
      <pc:sldChg chg="addSp delSp modSp add del mod">
        <pc:chgData name="Aoi Seki" userId="3c72e6668d233292" providerId="LiveId" clId="{B9AE2B71-EDD8-5CEA-A9B6-04399197A6CF}" dt="2026-07-22T00:37:03.705" v="25801" actId="2696"/>
        <pc:sldMkLst>
          <pc:docMk/>
          <pc:sldMk cId="4007403190" sldId="698"/>
        </pc:sldMkLst>
      </pc:sldChg>
      <pc:sldChg chg="addSp delSp modSp new del mod modClrScheme chgLayout">
        <pc:chgData name="Aoi Seki" userId="3c72e6668d233292" providerId="LiveId" clId="{B9AE2B71-EDD8-5CEA-A9B6-04399197A6CF}" dt="2026-07-22T00:37:04.719" v="25803" actId="2696"/>
        <pc:sldMkLst>
          <pc:docMk/>
          <pc:sldMk cId="499769518" sldId="699"/>
        </pc:sldMkLst>
      </pc:sldChg>
      <pc:sldChg chg="addSp delSp modSp new del mod modClrScheme chgLayout">
        <pc:chgData name="Aoi Seki" userId="3c72e6668d233292" providerId="LiveId" clId="{B9AE2B71-EDD8-5CEA-A9B6-04399197A6CF}" dt="2026-07-22T00:37:05.774" v="25804" actId="2696"/>
        <pc:sldMkLst>
          <pc:docMk/>
          <pc:sldMk cId="1618993878" sldId="700"/>
        </pc:sldMkLst>
      </pc:sldChg>
      <pc:sldChg chg="addSp delSp modSp new del mod">
        <pc:chgData name="Aoi Seki" userId="3c72e6668d233292" providerId="LiveId" clId="{B9AE2B71-EDD8-5CEA-A9B6-04399197A6CF}" dt="2026-07-22T00:37:06.032" v="25805" actId="2696"/>
        <pc:sldMkLst>
          <pc:docMk/>
          <pc:sldMk cId="1499596391" sldId="701"/>
        </pc:sldMkLst>
      </pc:sldChg>
      <pc:sldChg chg="addSp modSp new del mod">
        <pc:chgData name="Aoi Seki" userId="3c72e6668d233292" providerId="LiveId" clId="{B9AE2B71-EDD8-5CEA-A9B6-04399197A6CF}" dt="2026-07-22T00:37:06.549" v="25806" actId="2696"/>
        <pc:sldMkLst>
          <pc:docMk/>
          <pc:sldMk cId="1473997782" sldId="702"/>
        </pc:sldMkLst>
      </pc:sldChg>
      <pc:sldChg chg="addSp delSp modSp new mod modClrScheme chgLayout">
        <pc:chgData name="Aoi Seki" userId="3c72e6668d233292" providerId="LiveId" clId="{B9AE2B71-EDD8-5CEA-A9B6-04399197A6CF}" dt="2026-07-22T00:37:20.343" v="25809" actId="700"/>
        <pc:sldMkLst>
          <pc:docMk/>
          <pc:sldMk cId="1371219234" sldId="703"/>
        </pc:sldMkLst>
        <pc:spChg chg="add mod">
          <ac:chgData name="Aoi Seki" userId="3c72e6668d233292" providerId="LiveId" clId="{B9AE2B71-EDD8-5CEA-A9B6-04399197A6CF}" dt="2026-07-08T04:42:08.930" v="20741" actId="164"/>
          <ac:spMkLst>
            <pc:docMk/>
            <pc:sldMk cId="1371219234" sldId="703"/>
            <ac:spMk id="2" creationId="{83E95846-D484-950E-1A6F-1BBD51E201F2}"/>
          </ac:spMkLst>
        </pc:spChg>
        <pc:spChg chg="add mod">
          <ac:chgData name="Aoi Seki" userId="3c72e6668d233292" providerId="LiveId" clId="{B9AE2B71-EDD8-5CEA-A9B6-04399197A6CF}" dt="2026-07-08T04:43:02.781" v="20749" actId="1035"/>
          <ac:spMkLst>
            <pc:docMk/>
            <pc:sldMk cId="1371219234" sldId="703"/>
            <ac:spMk id="4" creationId="{FAFBE736-B248-D9F5-6EDC-C2ECF75DC336}"/>
          </ac:spMkLst>
        </pc:spChg>
        <pc:spChg chg="add mod">
          <ac:chgData name="Aoi Seki" userId="3c72e6668d233292" providerId="LiveId" clId="{B9AE2B71-EDD8-5CEA-A9B6-04399197A6CF}" dt="2026-07-08T04:54:19.032" v="20906" actId="1035"/>
          <ac:spMkLst>
            <pc:docMk/>
            <pc:sldMk cId="1371219234" sldId="703"/>
            <ac:spMk id="5" creationId="{BA9411D6-7AF7-6FFA-D592-74E0D179192F}"/>
          </ac:spMkLst>
        </pc:spChg>
        <pc:spChg chg="add mod">
          <ac:chgData name="Aoi Seki" userId="3c72e6668d233292" providerId="LiveId" clId="{B9AE2B71-EDD8-5CEA-A9B6-04399197A6CF}" dt="2026-07-08T04:57:42.840" v="20912" actId="1036"/>
          <ac:spMkLst>
            <pc:docMk/>
            <pc:sldMk cId="1371219234" sldId="703"/>
            <ac:spMk id="16" creationId="{DCD37943-0D31-572D-A99A-26EF0A12C494}"/>
          </ac:spMkLst>
        </pc:spChg>
        <pc:spChg chg="add mod">
          <ac:chgData name="Aoi Seki" userId="3c72e6668d233292" providerId="LiveId" clId="{B9AE2B71-EDD8-5CEA-A9B6-04399197A6CF}" dt="2026-07-08T04:57:46.819" v="20913" actId="1036"/>
          <ac:spMkLst>
            <pc:docMk/>
            <pc:sldMk cId="1371219234" sldId="703"/>
            <ac:spMk id="17" creationId="{6A1B3DB7-7415-65F2-2A05-6D57C2865F10}"/>
          </ac:spMkLst>
        </pc:spChg>
        <pc:spChg chg="add mod">
          <ac:chgData name="Aoi Seki" userId="3c72e6668d233292" providerId="LiveId" clId="{B9AE2B71-EDD8-5CEA-A9B6-04399197A6CF}" dt="2026-07-08T04:51:38.019" v="20844" actId="164"/>
          <ac:spMkLst>
            <pc:docMk/>
            <pc:sldMk cId="1371219234" sldId="703"/>
            <ac:spMk id="18" creationId="{801E5C30-C8A7-2B19-2CB9-CC5A6817700D}"/>
          </ac:spMkLst>
        </pc:spChg>
        <pc:spChg chg="add mod">
          <ac:chgData name="Aoi Seki" userId="3c72e6668d233292" providerId="LiveId" clId="{B9AE2B71-EDD8-5CEA-A9B6-04399197A6CF}" dt="2026-07-08T04:50:41.768" v="20804" actId="164"/>
          <ac:spMkLst>
            <pc:docMk/>
            <pc:sldMk cId="1371219234" sldId="703"/>
            <ac:spMk id="19" creationId="{688227A9-8249-B40F-7334-0B425EEAB1E0}"/>
          </ac:spMkLst>
        </pc:spChg>
        <pc:spChg chg="add mod">
          <ac:chgData name="Aoi Seki" userId="3c72e6668d233292" providerId="LiveId" clId="{B9AE2B71-EDD8-5CEA-A9B6-04399197A6CF}" dt="2026-07-08T04:51:52.751" v="20848" actId="164"/>
          <ac:spMkLst>
            <pc:docMk/>
            <pc:sldMk cId="1371219234" sldId="703"/>
            <ac:spMk id="22" creationId="{37BC0064-D106-7AC7-BF2B-E63C6F0C684F}"/>
          </ac:spMkLst>
        </pc:spChg>
        <pc:spChg chg="add mod">
          <ac:chgData name="Aoi Seki" userId="3c72e6668d233292" providerId="LiveId" clId="{B9AE2B71-EDD8-5CEA-A9B6-04399197A6CF}" dt="2026-07-08T04:52:29.403" v="20896" actId="164"/>
          <ac:spMkLst>
            <pc:docMk/>
            <pc:sldMk cId="1371219234" sldId="703"/>
            <ac:spMk id="24" creationId="{D7023310-C3CE-E506-6EE0-80C21B6A4D10}"/>
          </ac:spMkLst>
        </pc:spChg>
        <pc:grpChg chg="add mod">
          <ac:chgData name="Aoi Seki" userId="3c72e6668d233292" providerId="LiveId" clId="{B9AE2B71-EDD8-5CEA-A9B6-04399197A6CF}" dt="2026-07-08T04:52:51.405" v="20900" actId="1035"/>
          <ac:grpSpMkLst>
            <pc:docMk/>
            <pc:sldMk cId="1371219234" sldId="703"/>
            <ac:grpSpMk id="6" creationId="{A47934A6-EA82-1E5D-C07C-6FCDE939A1B9}"/>
          </ac:grpSpMkLst>
        </pc:grpChg>
        <pc:grpChg chg="add mod">
          <ac:chgData name="Aoi Seki" userId="3c72e6668d233292" providerId="LiveId" clId="{B9AE2B71-EDD8-5CEA-A9B6-04399197A6CF}" dt="2026-07-08T04:51:38.019" v="20844" actId="164"/>
          <ac:grpSpMkLst>
            <pc:docMk/>
            <pc:sldMk cId="1371219234" sldId="703"/>
            <ac:grpSpMk id="20" creationId="{E5FA841A-968A-4F96-3919-111EF13D508A}"/>
          </ac:grpSpMkLst>
        </pc:grpChg>
        <pc:grpChg chg="add mod">
          <ac:chgData name="Aoi Seki" userId="3c72e6668d233292" providerId="LiveId" clId="{B9AE2B71-EDD8-5CEA-A9B6-04399197A6CF}" dt="2026-07-08T04:51:38.019" v="20844" actId="164"/>
          <ac:grpSpMkLst>
            <pc:docMk/>
            <pc:sldMk cId="1371219234" sldId="703"/>
            <ac:grpSpMk id="21" creationId="{CDE41FB6-2BC0-BE6E-6BF0-CBDF1F0D0770}"/>
          </ac:grpSpMkLst>
        </pc:grpChg>
        <pc:grpChg chg="add mod">
          <ac:chgData name="Aoi Seki" userId="3c72e6668d233292" providerId="LiveId" clId="{B9AE2B71-EDD8-5CEA-A9B6-04399197A6CF}" dt="2026-07-08T04:52:29.403" v="20896" actId="164"/>
          <ac:grpSpMkLst>
            <pc:docMk/>
            <pc:sldMk cId="1371219234" sldId="703"/>
            <ac:grpSpMk id="23" creationId="{D1A9FC15-0242-0430-4124-F7677A1F32F1}"/>
          </ac:grpSpMkLst>
        </pc:grpChg>
        <pc:grpChg chg="add mod">
          <ac:chgData name="Aoi Seki" userId="3c72e6668d233292" providerId="LiveId" clId="{B9AE2B71-EDD8-5CEA-A9B6-04399197A6CF}" dt="2026-07-08T04:52:29.403" v="20896" actId="164"/>
          <ac:grpSpMkLst>
            <pc:docMk/>
            <pc:sldMk cId="1371219234" sldId="703"/>
            <ac:grpSpMk id="25" creationId="{D9B178AF-39A4-8D9E-BC1B-792FEAE10566}"/>
          </ac:grpSpMkLst>
        </pc:grpChg>
        <pc:picChg chg="add mod">
          <ac:chgData name="Aoi Seki" userId="3c72e6668d233292" providerId="LiveId" clId="{B9AE2B71-EDD8-5CEA-A9B6-04399197A6CF}" dt="2026-07-08T04:50:41.768" v="20804" actId="164"/>
          <ac:picMkLst>
            <pc:docMk/>
            <pc:sldMk cId="1371219234" sldId="703"/>
            <ac:picMk id="9" creationId="{1811914F-5A86-4B07-8E77-7BFBBF0968A6}"/>
          </ac:picMkLst>
        </pc:picChg>
        <pc:picChg chg="add mod">
          <ac:chgData name="Aoi Seki" userId="3c72e6668d233292" providerId="LiveId" clId="{B9AE2B71-EDD8-5CEA-A9B6-04399197A6CF}" dt="2026-07-08T04:51:52.751" v="20848" actId="164"/>
          <ac:picMkLst>
            <pc:docMk/>
            <pc:sldMk cId="1371219234" sldId="703"/>
            <ac:picMk id="11" creationId="{82562D95-D582-7BBA-64D8-4EF340F43E1B}"/>
          </ac:picMkLst>
        </pc:picChg>
        <pc:picChg chg="add mod">
          <ac:chgData name="Aoi Seki" userId="3c72e6668d233292" providerId="LiveId" clId="{B9AE2B71-EDD8-5CEA-A9B6-04399197A6CF}" dt="2026-07-08T04:58:02.992" v="20915" actId="1038"/>
          <ac:picMkLst>
            <pc:docMk/>
            <pc:sldMk cId="1371219234" sldId="703"/>
            <ac:picMk id="13" creationId="{8B9F5736-900C-E45F-BCC2-4E797227CA3B}"/>
          </ac:picMkLst>
        </pc:picChg>
        <pc:picChg chg="add mod">
          <ac:chgData name="Aoi Seki" userId="3c72e6668d233292" providerId="LiveId" clId="{B9AE2B71-EDD8-5CEA-A9B6-04399197A6CF}" dt="2026-07-08T04:58:02.992" v="20915" actId="1038"/>
          <ac:picMkLst>
            <pc:docMk/>
            <pc:sldMk cId="1371219234" sldId="703"/>
            <ac:picMk id="15" creationId="{CEA145B3-F7A4-7265-C1AF-B6372D745D64}"/>
          </ac:picMkLst>
        </pc:picChg>
      </pc:sldChg>
      <pc:sldChg chg="addSp delSp modSp add mod modClrScheme chgLayout">
        <pc:chgData name="Aoi Seki" userId="3c72e6668d233292" providerId="LiveId" clId="{B9AE2B71-EDD8-5CEA-A9B6-04399197A6CF}" dt="2026-07-22T00:37:12.927" v="25807" actId="700"/>
        <pc:sldMkLst>
          <pc:docMk/>
          <pc:sldMk cId="2209131265" sldId="704"/>
        </pc:sldMkLst>
        <pc:spChg chg="mod">
          <ac:chgData name="Aoi Seki" userId="3c72e6668d233292" providerId="LiveId" clId="{B9AE2B71-EDD8-5CEA-A9B6-04399197A6CF}" dt="2026-07-08T02:06:16.801" v="20349" actId="20577"/>
          <ac:spMkLst>
            <pc:docMk/>
            <pc:sldMk cId="2209131265" sldId="704"/>
            <ac:spMk id="2" creationId="{F54C53AD-D90C-B875-E33F-173A282FF9C4}"/>
          </ac:spMkLst>
        </pc:spChg>
        <pc:spChg chg="add mod">
          <ac:chgData name="Aoi Seki" userId="3c72e6668d233292" providerId="LiveId" clId="{B9AE2B71-EDD8-5CEA-A9B6-04399197A6CF}" dt="2026-07-08T04:13:34.456" v="20501" actId="20577"/>
          <ac:spMkLst>
            <pc:docMk/>
            <pc:sldMk cId="2209131265" sldId="704"/>
            <ac:spMk id="3" creationId="{79BFB2C1-C3FD-DA89-0037-DEFAA282BCC0}"/>
          </ac:spMkLst>
        </pc:spChg>
        <pc:spChg chg="mod">
          <ac:chgData name="Aoi Seki" userId="3c72e6668d233292" providerId="LiveId" clId="{B9AE2B71-EDD8-5CEA-A9B6-04399197A6CF}" dt="2026-07-08T01:48:13.484" v="20244" actId="20577"/>
          <ac:spMkLst>
            <pc:docMk/>
            <pc:sldMk cId="2209131265" sldId="704"/>
            <ac:spMk id="5" creationId="{D3AAC304-31A3-523D-15EE-1305B9950AA1}"/>
          </ac:spMkLst>
        </pc:spChg>
        <pc:spChg chg="mod">
          <ac:chgData name="Aoi Seki" userId="3c72e6668d233292" providerId="LiveId" clId="{B9AE2B71-EDD8-5CEA-A9B6-04399197A6CF}" dt="2026-07-08T02:09:11.869" v="20378" actId="115"/>
          <ac:spMkLst>
            <pc:docMk/>
            <pc:sldMk cId="2209131265" sldId="704"/>
            <ac:spMk id="6" creationId="{3E835E4D-B141-4E55-97AC-620C9EC2CFD9}"/>
          </ac:spMkLst>
        </pc:spChg>
        <pc:spChg chg="mod">
          <ac:chgData name="Aoi Seki" userId="3c72e6668d233292" providerId="LiveId" clId="{B9AE2B71-EDD8-5CEA-A9B6-04399197A6CF}" dt="2026-07-08T02:09:16.435" v="20379" actId="115"/>
          <ac:spMkLst>
            <pc:docMk/>
            <pc:sldMk cId="2209131265" sldId="704"/>
            <ac:spMk id="13" creationId="{CC27169F-2A46-F2D6-6467-841C81A24C78}"/>
          </ac:spMkLst>
        </pc:spChg>
        <pc:spChg chg="mod">
          <ac:chgData name="Aoi Seki" userId="3c72e6668d233292" providerId="LiveId" clId="{B9AE2B71-EDD8-5CEA-A9B6-04399197A6CF}" dt="2026-07-08T02:06:37.019" v="20366" actId="1037"/>
          <ac:spMkLst>
            <pc:docMk/>
            <pc:sldMk cId="2209131265" sldId="704"/>
            <ac:spMk id="15" creationId="{0A103FCB-DDA8-F3EF-6ECC-8C61EDE6ABC4}"/>
          </ac:spMkLst>
        </pc:spChg>
        <pc:grpChg chg="add del mod">
          <ac:chgData name="Aoi Seki" userId="3c72e6668d233292" providerId="LiveId" clId="{B9AE2B71-EDD8-5CEA-A9B6-04399197A6CF}" dt="2026-07-08T04:21:10.835" v="20543" actId="167"/>
          <ac:grpSpMkLst>
            <pc:docMk/>
            <pc:sldMk cId="2209131265" sldId="704"/>
            <ac:grpSpMk id="7" creationId="{F2A5047F-0C1F-8196-00EC-B4EC66C3A4FE}"/>
          </ac:grpSpMkLst>
        </pc:grpChg>
        <pc:grpChg chg="mod">
          <ac:chgData name="Aoi Seki" userId="3c72e6668d233292" providerId="LiveId" clId="{B9AE2B71-EDD8-5CEA-A9B6-04399197A6CF}" dt="2026-07-08T02:07:29.411" v="20373" actId="164"/>
          <ac:grpSpMkLst>
            <pc:docMk/>
            <pc:sldMk cId="2209131265" sldId="704"/>
            <ac:grpSpMk id="14" creationId="{E4D0C02B-E5E4-E0B0-9897-A7E4FE1C54EF}"/>
          </ac:grpSpMkLst>
        </pc:grpChg>
        <pc:grpChg chg="add mod">
          <ac:chgData name="Aoi Seki" userId="3c72e6668d233292" providerId="LiveId" clId="{B9AE2B71-EDD8-5CEA-A9B6-04399197A6CF}" dt="2026-07-08T04:22:15.021" v="20550" actId="1076"/>
          <ac:grpSpMkLst>
            <pc:docMk/>
            <pc:sldMk cId="2209131265" sldId="704"/>
            <ac:grpSpMk id="62" creationId="{D90515F1-3688-AC6F-458B-6625CD5E0DB5}"/>
          </ac:grpSpMkLst>
        </pc:grpChg>
        <pc:picChg chg="add mod">
          <ac:chgData name="Aoi Seki" userId="3c72e6668d233292" providerId="LiveId" clId="{B9AE2B71-EDD8-5CEA-A9B6-04399197A6CF}" dt="2026-07-08T04:21:20.419" v="20545" actId="164"/>
          <ac:picMkLst>
            <pc:docMk/>
            <pc:sldMk cId="2209131265" sldId="704"/>
            <ac:picMk id="45" creationId="{66ED3FC5-9915-59BD-E59B-1F7A3D6D033C}"/>
          </ac:picMkLst>
        </pc:picChg>
        <pc:picChg chg="add mod">
          <ac:chgData name="Aoi Seki" userId="3c72e6668d233292" providerId="LiveId" clId="{B9AE2B71-EDD8-5CEA-A9B6-04399197A6CF}" dt="2026-07-08T04:22:10.854" v="20549" actId="1076"/>
          <ac:picMkLst>
            <pc:docMk/>
            <pc:sldMk cId="2209131265" sldId="704"/>
            <ac:picMk id="55" creationId="{A0F519A1-3478-5C0B-B296-51DCB7D2D3D3}"/>
          </ac:picMkLst>
        </pc:picChg>
      </pc:sldChg>
      <pc:sldChg chg="addSp delSp modSp add mod modClrScheme chgLayout">
        <pc:chgData name="Aoi Seki" userId="3c72e6668d233292" providerId="LiveId" clId="{B9AE2B71-EDD8-5CEA-A9B6-04399197A6CF}" dt="2026-07-22T00:37:17.629" v="25808" actId="700"/>
        <pc:sldMkLst>
          <pc:docMk/>
          <pc:sldMk cId="3582358552" sldId="705"/>
        </pc:sldMkLst>
        <pc:spChg chg="mod">
          <ac:chgData name="Aoi Seki" userId="3c72e6668d233292" providerId="LiveId" clId="{B9AE2B71-EDD8-5CEA-A9B6-04399197A6CF}" dt="2026-07-08T04:58:21.648" v="20927" actId="20577"/>
          <ac:spMkLst>
            <pc:docMk/>
            <pc:sldMk cId="3582358552" sldId="705"/>
            <ac:spMk id="2" creationId="{0E583A6B-932A-2BD9-D699-9F95A6861672}"/>
          </ac:spMkLst>
        </pc:spChg>
        <pc:spChg chg="mod">
          <ac:chgData name="Aoi Seki" userId="3c72e6668d233292" providerId="LiveId" clId="{B9AE2B71-EDD8-5CEA-A9B6-04399197A6CF}" dt="2026-07-08T05:09:54.857" v="20974" actId="115"/>
          <ac:spMkLst>
            <pc:docMk/>
            <pc:sldMk cId="3582358552" sldId="705"/>
            <ac:spMk id="12" creationId="{EAC149B2-4973-D750-F4C5-181C9BA018C8}"/>
          </ac:spMkLst>
        </pc:spChg>
        <pc:spChg chg="mod">
          <ac:chgData name="Aoi Seki" userId="3c72e6668d233292" providerId="LiveId" clId="{B9AE2B71-EDD8-5CEA-A9B6-04399197A6CF}" dt="2026-07-08T05:06:20.724" v="20946" actId="20577"/>
          <ac:spMkLst>
            <pc:docMk/>
            <pc:sldMk cId="3582358552" sldId="705"/>
            <ac:spMk id="15" creationId="{F243A779-54EE-CE19-90B0-2AD43BCFDD77}"/>
          </ac:spMkLst>
        </pc:spChg>
        <pc:spChg chg="mod">
          <ac:chgData name="Aoi Seki" userId="3c72e6668d233292" providerId="LiveId" clId="{B9AE2B71-EDD8-5CEA-A9B6-04399197A6CF}" dt="2026-07-08T05:08:02.218" v="20958" actId="20577"/>
          <ac:spMkLst>
            <pc:docMk/>
            <pc:sldMk cId="3582358552" sldId="705"/>
            <ac:spMk id="16" creationId="{EAD15332-46A0-8A1A-C364-9D75BE64F01E}"/>
          </ac:spMkLst>
        </pc:spChg>
        <pc:spChg chg="mod">
          <ac:chgData name="Aoi Seki" userId="3c72e6668d233292" providerId="LiveId" clId="{B9AE2B71-EDD8-5CEA-A9B6-04399197A6CF}" dt="2026-07-08T05:13:02.682" v="20976" actId="115"/>
          <ac:spMkLst>
            <pc:docMk/>
            <pc:sldMk cId="3582358552" sldId="705"/>
            <ac:spMk id="17" creationId="{B14D3ABB-A040-82CE-2185-577C5AB18D81}"/>
          </ac:spMkLst>
        </pc:spChg>
        <pc:spChg chg="mod">
          <ac:chgData name="Aoi Seki" userId="3c72e6668d233292" providerId="LiveId" clId="{B9AE2B71-EDD8-5CEA-A9B6-04399197A6CF}" dt="2026-07-08T05:07:30.191" v="20954"/>
          <ac:spMkLst>
            <pc:docMk/>
            <pc:sldMk cId="3582358552" sldId="705"/>
            <ac:spMk id="18" creationId="{1E5FCD48-D105-30E7-5EC2-759409B2EDCB}"/>
          </ac:spMkLst>
        </pc:spChg>
        <pc:grpChg chg="add mod">
          <ac:chgData name="Aoi Seki" userId="3c72e6668d233292" providerId="LiveId" clId="{B9AE2B71-EDD8-5CEA-A9B6-04399197A6CF}" dt="2026-07-08T05:07:30.191" v="20954"/>
          <ac:grpSpMkLst>
            <pc:docMk/>
            <pc:sldMk cId="3582358552" sldId="705"/>
            <ac:grpSpMk id="10" creationId="{0C7FE804-D198-8223-7BD2-D1CF95AB6E61}"/>
          </ac:grpSpMkLst>
        </pc:grpChg>
        <pc:grpChg chg="mod">
          <ac:chgData name="Aoi Seki" userId="3c72e6668d233292" providerId="LiveId" clId="{B9AE2B71-EDD8-5CEA-A9B6-04399197A6CF}" dt="2026-07-08T05:07:30.191" v="20954"/>
          <ac:grpSpMkLst>
            <pc:docMk/>
            <pc:sldMk cId="3582358552" sldId="705"/>
            <ac:grpSpMk id="11" creationId="{375647A1-904B-C78A-AF90-E3234EB37552}"/>
          </ac:grpSpMkLst>
        </pc:grpChg>
        <pc:grpChg chg="add mod">
          <ac:chgData name="Aoi Seki" userId="3c72e6668d233292" providerId="LiveId" clId="{B9AE2B71-EDD8-5CEA-A9B6-04399197A6CF}" dt="2026-07-08T05:09:34.067" v="20973"/>
          <ac:grpSpMkLst>
            <pc:docMk/>
            <pc:sldMk cId="3582358552" sldId="705"/>
            <ac:grpSpMk id="19" creationId="{36016931-6FE0-61E9-F467-18CC394E5A3A}"/>
          </ac:grpSpMkLst>
        </pc:grpChg>
        <pc:picChg chg="mod">
          <ac:chgData name="Aoi Seki" userId="3c72e6668d233292" providerId="LiveId" clId="{B9AE2B71-EDD8-5CEA-A9B6-04399197A6CF}" dt="2026-07-08T05:09:34.067" v="20973"/>
          <ac:picMkLst>
            <pc:docMk/>
            <pc:sldMk cId="3582358552" sldId="705"/>
            <ac:picMk id="20" creationId="{8DAA6293-CCF8-3E14-C1EF-8BCA97A57E22}"/>
          </ac:picMkLst>
        </pc:picChg>
        <pc:picChg chg="mod">
          <ac:chgData name="Aoi Seki" userId="3c72e6668d233292" providerId="LiveId" clId="{B9AE2B71-EDD8-5CEA-A9B6-04399197A6CF}" dt="2026-07-08T05:09:34.067" v="20973"/>
          <ac:picMkLst>
            <pc:docMk/>
            <pc:sldMk cId="3582358552" sldId="705"/>
            <ac:picMk id="21" creationId="{1ADDB173-ACF5-B6DA-3496-0159B9E0FAAB}"/>
          </ac:picMkLst>
        </pc:picChg>
      </pc:sldChg>
      <pc:sldChg chg="addSp delSp modSp add mod modClrScheme chgLayout">
        <pc:chgData name="Aoi Seki" userId="3c72e6668d233292" providerId="LiveId" clId="{B9AE2B71-EDD8-5CEA-A9B6-04399197A6CF}" dt="2026-07-22T00:37:24.018" v="25810" actId="700"/>
        <pc:sldMkLst>
          <pc:docMk/>
          <pc:sldMk cId="3985034753" sldId="706"/>
        </pc:sldMkLst>
        <pc:spChg chg="mod">
          <ac:chgData name="Aoi Seki" userId="3c72e6668d233292" providerId="LiveId" clId="{B9AE2B71-EDD8-5CEA-A9B6-04399197A6CF}" dt="2026-07-08T05:23:59.635" v="20984" actId="14100"/>
          <ac:spMkLst>
            <pc:docMk/>
            <pc:sldMk cId="3985034753" sldId="706"/>
            <ac:spMk id="19" creationId="{93FCDA0C-39F9-6C2A-FE12-779603C66843}"/>
          </ac:spMkLst>
        </pc:spChg>
        <pc:grpChg chg="add mod">
          <ac:chgData name="Aoi Seki" userId="3c72e6668d233292" providerId="LiveId" clId="{B9AE2B71-EDD8-5CEA-A9B6-04399197A6CF}" dt="2026-07-08T05:24:54.264" v="20993" actId="164"/>
          <ac:grpSpMkLst>
            <pc:docMk/>
            <pc:sldMk cId="3985034753" sldId="706"/>
            <ac:grpSpMk id="8" creationId="{03840DA4-4076-C156-F6EC-9E55E3908190}"/>
          </ac:grpSpMkLst>
        </pc:grpChg>
        <pc:grpChg chg="add mod">
          <ac:chgData name="Aoi Seki" userId="3c72e6668d233292" providerId="LiveId" clId="{B9AE2B71-EDD8-5CEA-A9B6-04399197A6CF}" dt="2026-07-08T05:25:38.827" v="21003" actId="164"/>
          <ac:grpSpMkLst>
            <pc:docMk/>
            <pc:sldMk cId="3985034753" sldId="706"/>
            <ac:grpSpMk id="14" creationId="{5373A3C0-DEC2-14E0-F1D3-AAE9270723C8}"/>
          </ac:grpSpMkLst>
        </pc:grpChg>
        <pc:grpChg chg="mod">
          <ac:chgData name="Aoi Seki" userId="3c72e6668d233292" providerId="LiveId" clId="{B9AE2B71-EDD8-5CEA-A9B6-04399197A6CF}" dt="2026-07-08T05:24:54.264" v="20993" actId="164"/>
          <ac:grpSpMkLst>
            <pc:docMk/>
            <pc:sldMk cId="3985034753" sldId="706"/>
            <ac:grpSpMk id="21" creationId="{64AE4BAC-2107-55E1-6354-A1F2BA2C83C7}"/>
          </ac:grpSpMkLst>
        </pc:grpChg>
        <pc:grpChg chg="mod">
          <ac:chgData name="Aoi Seki" userId="3c72e6668d233292" providerId="LiveId" clId="{B9AE2B71-EDD8-5CEA-A9B6-04399197A6CF}" dt="2026-07-08T05:25:38.827" v="21003" actId="164"/>
          <ac:grpSpMkLst>
            <pc:docMk/>
            <pc:sldMk cId="3985034753" sldId="706"/>
            <ac:grpSpMk id="25" creationId="{0A23E9BE-4048-7730-5A36-3C57DF3722C0}"/>
          </ac:grpSpMkLst>
        </pc:grpChg>
        <pc:picChg chg="add mod">
          <ac:chgData name="Aoi Seki" userId="3c72e6668d233292" providerId="LiveId" clId="{B9AE2B71-EDD8-5CEA-A9B6-04399197A6CF}" dt="2026-07-08T05:24:54.264" v="20993" actId="164"/>
          <ac:picMkLst>
            <pc:docMk/>
            <pc:sldMk cId="3985034753" sldId="706"/>
            <ac:picMk id="7" creationId="{C738256F-C963-0DEE-F9B3-1D2BFDA4F783}"/>
          </ac:picMkLst>
        </pc:picChg>
        <pc:picChg chg="add mod">
          <ac:chgData name="Aoi Seki" userId="3c72e6668d233292" providerId="LiveId" clId="{B9AE2B71-EDD8-5CEA-A9B6-04399197A6CF}" dt="2026-07-08T05:25:38.827" v="21003" actId="164"/>
          <ac:picMkLst>
            <pc:docMk/>
            <pc:sldMk cId="3985034753" sldId="706"/>
            <ac:picMk id="12" creationId="{EBC57856-E673-217F-1A17-45416EE36675}"/>
          </ac:picMkLst>
        </pc:picChg>
        <pc:picChg chg="add mod">
          <ac:chgData name="Aoi Seki" userId="3c72e6668d233292" providerId="LiveId" clId="{B9AE2B71-EDD8-5CEA-A9B6-04399197A6CF}" dt="2026-07-08T05:26:33.688" v="21019" actId="167"/>
          <ac:picMkLst>
            <pc:docMk/>
            <pc:sldMk cId="3985034753" sldId="706"/>
            <ac:picMk id="27" creationId="{2A847098-1F78-3B76-633F-2BCE647BBB05}"/>
          </ac:picMkLst>
        </pc:picChg>
        <pc:picChg chg="add mod">
          <ac:chgData name="Aoi Seki" userId="3c72e6668d233292" providerId="LiveId" clId="{B9AE2B71-EDD8-5CEA-A9B6-04399197A6CF}" dt="2026-07-08T05:26:52.355" v="21024" actId="167"/>
          <ac:picMkLst>
            <pc:docMk/>
            <pc:sldMk cId="3985034753" sldId="706"/>
            <ac:picMk id="29" creationId="{3A54BD22-2EB2-AE01-BC6D-BB0719D376D8}"/>
          </ac:picMkLst>
        </pc:picChg>
      </pc:sldChg>
      <pc:sldChg chg="addSp modSp new del mod">
        <pc:chgData name="Aoi Seki" userId="3c72e6668d233292" providerId="LiveId" clId="{B9AE2B71-EDD8-5CEA-A9B6-04399197A6CF}" dt="2026-07-22T00:37:27.979" v="25811" actId="2696"/>
        <pc:sldMkLst>
          <pc:docMk/>
          <pc:sldMk cId="3253177615" sldId="707"/>
        </pc:sldMkLst>
      </pc:sldChg>
      <pc:sldChg chg="addSp delSp modSp add mod modClrScheme chgLayout">
        <pc:chgData name="Aoi Seki" userId="3c72e6668d233292" providerId="LiveId" clId="{B9AE2B71-EDD8-5CEA-A9B6-04399197A6CF}" dt="2026-07-22T00:37:30.162" v="25812" actId="700"/>
        <pc:sldMkLst>
          <pc:docMk/>
          <pc:sldMk cId="2699308231" sldId="708"/>
        </pc:sldMkLst>
        <pc:picChg chg="add mod modCrop">
          <ac:chgData name="Aoi Seki" userId="3c72e6668d233292" providerId="LiveId" clId="{B9AE2B71-EDD8-5CEA-A9B6-04399197A6CF}" dt="2026-07-08T05:36:31.481" v="21136" actId="1038"/>
          <ac:picMkLst>
            <pc:docMk/>
            <pc:sldMk cId="2699308231" sldId="708"/>
            <ac:picMk id="8" creationId="{CD0B90C2-E2E6-1DC9-C553-85173F1FBDE7}"/>
          </ac:picMkLst>
        </pc:picChg>
        <pc:picChg chg="add mod">
          <ac:chgData name="Aoi Seki" userId="3c72e6668d233292" providerId="LiveId" clId="{B9AE2B71-EDD8-5CEA-A9B6-04399197A6CF}" dt="2026-07-08T05:36:27.809" v="21135" actId="1076"/>
          <ac:picMkLst>
            <pc:docMk/>
            <pc:sldMk cId="2699308231" sldId="708"/>
            <ac:picMk id="9" creationId="{424049DA-835F-57CC-82D1-8C94A490DB5C}"/>
          </ac:picMkLst>
        </pc:picChg>
      </pc:sldChg>
      <pc:sldChg chg="addSp delSp modSp new del mod">
        <pc:chgData name="Aoi Seki" userId="3c72e6668d233292" providerId="LiveId" clId="{B9AE2B71-EDD8-5CEA-A9B6-04399197A6CF}" dt="2026-07-22T00:37:33.263" v="25813" actId="2696"/>
        <pc:sldMkLst>
          <pc:docMk/>
          <pc:sldMk cId="667605537" sldId="709"/>
        </pc:sldMkLst>
      </pc:sldChg>
      <pc:sldChg chg="addSp delSp modSp add del mod modClrScheme chgLayout">
        <pc:chgData name="Aoi Seki" userId="3c72e6668d233292" providerId="LiveId" clId="{B9AE2B71-EDD8-5CEA-A9B6-04399197A6CF}" dt="2026-07-22T00:37:33.575" v="25814" actId="2696"/>
        <pc:sldMkLst>
          <pc:docMk/>
          <pc:sldMk cId="1188720854" sldId="710"/>
        </pc:sldMkLst>
      </pc:sldChg>
      <pc:sldChg chg="modSp add mod">
        <pc:chgData name="Aoi Seki" userId="3c72e6668d233292" providerId="LiveId" clId="{B9AE2B71-EDD8-5CEA-A9B6-04399197A6CF}" dt="2026-07-22T02:10:26.027" v="25817" actId="20577"/>
        <pc:sldMkLst>
          <pc:docMk/>
          <pc:sldMk cId="1472620799" sldId="712"/>
        </pc:sldMkLst>
        <pc:spChg chg="mod">
          <ac:chgData name="Aoi Seki" userId="3c72e6668d233292" providerId="LiveId" clId="{B9AE2B71-EDD8-5CEA-A9B6-04399197A6CF}" dt="2026-07-21T11:43:07.978" v="22916" actId="255"/>
          <ac:spMkLst>
            <pc:docMk/>
            <pc:sldMk cId="1472620799" sldId="712"/>
            <ac:spMk id="3" creationId="{9129834F-A069-05CF-8871-7B56CA6D1122}"/>
          </ac:spMkLst>
        </pc:spChg>
        <pc:spChg chg="mod">
          <ac:chgData name="Aoi Seki" userId="3c72e6668d233292" providerId="LiveId" clId="{B9AE2B71-EDD8-5CEA-A9B6-04399197A6CF}" dt="2026-07-22T02:10:26.027" v="25817" actId="20577"/>
          <ac:spMkLst>
            <pc:docMk/>
            <pc:sldMk cId="1472620799" sldId="712"/>
            <ac:spMk id="7" creationId="{2DDE7B74-A580-551D-2DA4-EA1995AB2CE6}"/>
          </ac:spMkLst>
        </pc:spChg>
        <pc:grpChg chg="mod">
          <ac:chgData name="Aoi Seki" userId="3c72e6668d233292" providerId="LiveId" clId="{B9AE2B71-EDD8-5CEA-A9B6-04399197A6CF}" dt="2026-07-21T11:43:15.889" v="22917" actId="1036"/>
          <ac:grpSpMkLst>
            <pc:docMk/>
            <pc:sldMk cId="1472620799" sldId="712"/>
            <ac:grpSpMk id="9" creationId="{E16B0EE2-7444-CBB1-E9DD-2E23DCA5BF4D}"/>
          </ac:grpSpMkLst>
        </pc:grpChg>
      </pc:sldChg>
      <pc:sldChg chg="addSp delSp modSp add mod">
        <pc:chgData name="Aoi Seki" userId="3c72e6668d233292" providerId="LiveId" clId="{B9AE2B71-EDD8-5CEA-A9B6-04399197A6CF}" dt="2026-07-22T02:11:21.470" v="25818" actId="947"/>
        <pc:sldMkLst>
          <pc:docMk/>
          <pc:sldMk cId="3232285701" sldId="713"/>
        </pc:sldMkLst>
        <pc:spChg chg="mod">
          <ac:chgData name="Aoi Seki" userId="3c72e6668d233292" providerId="LiveId" clId="{B9AE2B71-EDD8-5CEA-A9B6-04399197A6CF}" dt="2026-07-21T04:37:48.836" v="22910" actId="14100"/>
          <ac:spMkLst>
            <pc:docMk/>
            <pc:sldMk cId="3232285701" sldId="713"/>
            <ac:spMk id="5" creationId="{BB1CDE7E-CFB8-A199-BCE1-D8CA739F1592}"/>
          </ac:spMkLst>
        </pc:spChg>
        <pc:spChg chg="mod">
          <ac:chgData name="Aoi Seki" userId="3c72e6668d233292" providerId="LiveId" clId="{B9AE2B71-EDD8-5CEA-A9B6-04399197A6CF}" dt="2026-07-21T15:56:31.891" v="24749" actId="947"/>
          <ac:spMkLst>
            <pc:docMk/>
            <pc:sldMk cId="3232285701" sldId="713"/>
            <ac:spMk id="6" creationId="{3086408A-DF88-F3ED-2BD7-52BBE5DBC0AE}"/>
          </ac:spMkLst>
        </pc:spChg>
        <pc:spChg chg="mod">
          <ac:chgData name="Aoi Seki" userId="3c72e6668d233292" providerId="LiveId" clId="{B9AE2B71-EDD8-5CEA-A9B6-04399197A6CF}" dt="2026-07-21T04:37:48.836" v="22910" actId="14100"/>
          <ac:spMkLst>
            <pc:docMk/>
            <pc:sldMk cId="3232285701" sldId="713"/>
            <ac:spMk id="8" creationId="{D81522CA-A8EA-841F-C2A9-8DA1D5986431}"/>
          </ac:spMkLst>
        </pc:spChg>
        <pc:spChg chg="mod">
          <ac:chgData name="Aoi Seki" userId="3c72e6668d233292" providerId="LiveId" clId="{B9AE2B71-EDD8-5CEA-A9B6-04399197A6CF}" dt="2026-07-22T02:11:21.470" v="25818" actId="947"/>
          <ac:spMkLst>
            <pc:docMk/>
            <pc:sldMk cId="3232285701" sldId="713"/>
            <ac:spMk id="13" creationId="{6EDD3DAE-9433-2950-1F75-030FEE90AFFC}"/>
          </ac:spMkLst>
        </pc:spChg>
        <pc:grpChg chg="add mod">
          <ac:chgData name="Aoi Seki" userId="3c72e6668d233292" providerId="LiveId" clId="{B9AE2B71-EDD8-5CEA-A9B6-04399197A6CF}" dt="2026-07-21T23:49:47.994" v="25019"/>
          <ac:grpSpMkLst>
            <pc:docMk/>
            <pc:sldMk cId="3232285701" sldId="713"/>
            <ac:grpSpMk id="2" creationId="{5182833B-3DE3-70B0-E905-10FCE2FF37FE}"/>
          </ac:grpSpMkLst>
        </pc:grpChg>
        <pc:grpChg chg="add mod">
          <ac:chgData name="Aoi Seki" userId="3c72e6668d233292" providerId="LiveId" clId="{B9AE2B71-EDD8-5CEA-A9B6-04399197A6CF}" dt="2026-07-21T23:49:54.281" v="25021"/>
          <ac:grpSpMkLst>
            <pc:docMk/>
            <pc:sldMk cId="3232285701" sldId="713"/>
            <ac:grpSpMk id="12" creationId="{CAF20D52-D380-7D5C-5D26-BB4F3423EBCC}"/>
          </ac:grpSpMkLst>
        </pc:grpChg>
        <pc:grpChg chg="mod">
          <ac:chgData name="Aoi Seki" userId="3c72e6668d233292" providerId="LiveId" clId="{B9AE2B71-EDD8-5CEA-A9B6-04399197A6CF}" dt="2026-07-21T23:50:45.765" v="25034" actId="1035"/>
          <ac:grpSpMkLst>
            <pc:docMk/>
            <pc:sldMk cId="3232285701" sldId="713"/>
            <ac:grpSpMk id="14" creationId="{AC4F92C8-CE12-DE27-E8F9-3764CB9DB0C5}"/>
          </ac:grpSpMkLst>
        </pc:grpChg>
        <pc:grpChg chg="del">
          <ac:chgData name="Aoi Seki" userId="3c72e6668d233292" providerId="LiveId" clId="{B9AE2B71-EDD8-5CEA-A9B6-04399197A6CF}" dt="2026-07-21T23:49:53.937" v="25020" actId="478"/>
          <ac:grpSpMkLst>
            <pc:docMk/>
            <pc:sldMk cId="3232285701" sldId="713"/>
            <ac:grpSpMk id="17" creationId="{A1D2D0AB-4BA0-3632-E859-01E7C344BB4B}"/>
          </ac:grpSpMkLst>
        </pc:grpChg>
        <pc:picChg chg="mod">
          <ac:chgData name="Aoi Seki" userId="3c72e6668d233292" providerId="LiveId" clId="{B9AE2B71-EDD8-5CEA-A9B6-04399197A6CF}" dt="2026-07-21T23:49:47.994" v="25019"/>
          <ac:picMkLst>
            <pc:docMk/>
            <pc:sldMk cId="3232285701" sldId="713"/>
            <ac:picMk id="3" creationId="{1C2CF271-1AFC-B39F-E0A5-49BC500E0F84}"/>
          </ac:picMkLst>
        </pc:picChg>
        <pc:picChg chg="mod">
          <ac:chgData name="Aoi Seki" userId="3c72e6668d233292" providerId="LiveId" clId="{B9AE2B71-EDD8-5CEA-A9B6-04399197A6CF}" dt="2026-07-21T23:49:47.994" v="25019"/>
          <ac:picMkLst>
            <pc:docMk/>
            <pc:sldMk cId="3232285701" sldId="713"/>
            <ac:picMk id="10" creationId="{9469797E-8A73-F5F9-7005-E08AB5D66DC2}"/>
          </ac:picMkLst>
        </pc:picChg>
        <pc:picChg chg="mod">
          <ac:chgData name="Aoi Seki" userId="3c72e6668d233292" providerId="LiveId" clId="{B9AE2B71-EDD8-5CEA-A9B6-04399197A6CF}" dt="2026-07-21T23:49:54.281" v="25021"/>
          <ac:picMkLst>
            <pc:docMk/>
            <pc:sldMk cId="3232285701" sldId="713"/>
            <ac:picMk id="18" creationId="{E83AC2A1-7FB0-04B7-1AEE-238F32409CF6}"/>
          </ac:picMkLst>
        </pc:picChg>
        <pc:picChg chg="mod">
          <ac:chgData name="Aoi Seki" userId="3c72e6668d233292" providerId="LiveId" clId="{B9AE2B71-EDD8-5CEA-A9B6-04399197A6CF}" dt="2026-07-21T23:49:54.281" v="25021"/>
          <ac:picMkLst>
            <pc:docMk/>
            <pc:sldMk cId="3232285701" sldId="713"/>
            <ac:picMk id="19" creationId="{AB3575B3-0ABA-F6E2-1AF5-F449796BC93B}"/>
          </ac:picMkLst>
        </pc:picChg>
      </pc:sldChg>
      <pc:sldChg chg="addSp delSp modSp add mod modNotesTx">
        <pc:chgData name="Aoi Seki" userId="3c72e6668d233292" providerId="LiveId" clId="{B9AE2B71-EDD8-5CEA-A9B6-04399197A6CF}" dt="2026-07-22T02:14:41.249" v="25822" actId="1037"/>
        <pc:sldMkLst>
          <pc:docMk/>
          <pc:sldMk cId="1358966459" sldId="714"/>
        </pc:sldMkLst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9" creationId="{8FBCA6E2-FF2E-B3F0-ECA1-462A9261D82C}"/>
          </ac:spMkLst>
        </pc:spChg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11" creationId="{862E0883-5396-3751-C259-B08A2BED23E6}"/>
          </ac:spMkLst>
        </pc:spChg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12" creationId="{F5BA5509-77B9-2070-1EE3-E3E91D347313}"/>
          </ac:spMkLst>
        </pc:spChg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13" creationId="{EC189FB0-5068-25F6-6CC6-F736A8A2E3B1}"/>
          </ac:spMkLst>
        </pc:spChg>
        <pc:spChg chg="add del mod">
          <ac:chgData name="Aoi Seki" userId="3c72e6668d233292" providerId="LiveId" clId="{B9AE2B71-EDD8-5CEA-A9B6-04399197A6CF}" dt="2026-07-21T03:57:19.412" v="22225" actId="478"/>
          <ac:spMkLst>
            <pc:docMk/>
            <pc:sldMk cId="1358966459" sldId="714"/>
            <ac:spMk id="14" creationId="{5598921F-3996-8341-B910-6E5DE60602EB}"/>
          </ac:spMkLst>
        </pc:spChg>
        <pc:spChg chg="add mod">
          <ac:chgData name="Aoi Seki" userId="3c72e6668d233292" providerId="LiveId" clId="{B9AE2B71-EDD8-5CEA-A9B6-04399197A6CF}" dt="2026-07-21T04:00:59.842" v="22285" actId="164"/>
          <ac:spMkLst>
            <pc:docMk/>
            <pc:sldMk cId="1358966459" sldId="714"/>
            <ac:spMk id="15" creationId="{E27AE461-F94B-9FB8-9DA3-5F0A5535CD35}"/>
          </ac:spMkLst>
        </pc:spChg>
        <pc:spChg chg="add mod">
          <ac:chgData name="Aoi Seki" userId="3c72e6668d233292" providerId="LiveId" clId="{B9AE2B71-EDD8-5CEA-A9B6-04399197A6CF}" dt="2026-07-21T14:52:46.719" v="23562" actId="948"/>
          <ac:spMkLst>
            <pc:docMk/>
            <pc:sldMk cId="1358966459" sldId="714"/>
            <ac:spMk id="16" creationId="{197A9891-0625-1963-6956-90FAD90C929F}"/>
          </ac:spMkLst>
        </pc:spChg>
        <pc:spChg chg="mod">
          <ac:chgData name="Aoi Seki" userId="3c72e6668d233292" providerId="LiveId" clId="{B9AE2B71-EDD8-5CEA-A9B6-04399197A6CF}" dt="2026-07-21T16:03:20.857" v="24781" actId="1036"/>
          <ac:spMkLst>
            <pc:docMk/>
            <pc:sldMk cId="1358966459" sldId="714"/>
            <ac:spMk id="19" creationId="{27C1A1CF-D5A0-5C70-EB02-74F82A29231C}"/>
          </ac:spMkLst>
        </pc:spChg>
        <pc:spChg chg="add del mod">
          <ac:chgData name="Aoi Seki" userId="3c72e6668d233292" providerId="LiveId" clId="{B9AE2B71-EDD8-5CEA-A9B6-04399197A6CF}" dt="2026-07-21T04:03:41.604" v="22292" actId="22"/>
          <ac:spMkLst>
            <pc:docMk/>
            <pc:sldMk cId="1358966459" sldId="714"/>
            <ac:spMk id="20" creationId="{EF270493-14A1-510E-CA9F-F0ACAF68DEA8}"/>
          </ac:spMkLst>
        </pc:spChg>
        <pc:spChg chg="add del mod">
          <ac:chgData name="Aoi Seki" userId="3c72e6668d233292" providerId="LiveId" clId="{B9AE2B71-EDD8-5CEA-A9B6-04399197A6CF}" dt="2026-07-21T04:05:52.729" v="22300" actId="478"/>
          <ac:spMkLst>
            <pc:docMk/>
            <pc:sldMk cId="1358966459" sldId="714"/>
            <ac:spMk id="22" creationId="{C196D878-1EF9-E645-2AB8-E2CA3F31A25D}"/>
          </ac:spMkLst>
        </pc:spChg>
        <pc:spChg chg="add mod">
          <ac:chgData name="Aoi Seki" userId="3c72e6668d233292" providerId="LiveId" clId="{B9AE2B71-EDD8-5CEA-A9B6-04399197A6CF}" dt="2026-07-21T04:20:55.368" v="22716" actId="1037"/>
          <ac:spMkLst>
            <pc:docMk/>
            <pc:sldMk cId="1358966459" sldId="714"/>
            <ac:spMk id="25" creationId="{62DBE6C4-71D5-AB9F-FFA3-1DF8B0210BEE}"/>
          </ac:spMkLst>
        </pc:spChg>
        <pc:spChg chg="add mod">
          <ac:chgData name="Aoi Seki" userId="3c72e6668d233292" providerId="LiveId" clId="{B9AE2B71-EDD8-5CEA-A9B6-04399197A6CF}" dt="2026-07-21T04:17:39.659" v="22539" actId="2711"/>
          <ac:spMkLst>
            <pc:docMk/>
            <pc:sldMk cId="1358966459" sldId="714"/>
            <ac:spMk id="26" creationId="{83F2F230-2618-A9C7-E570-8755F265186A}"/>
          </ac:spMkLst>
        </pc:spChg>
        <pc:spChg chg="add mod">
          <ac:chgData name="Aoi Seki" userId="3c72e6668d233292" providerId="LiveId" clId="{B9AE2B71-EDD8-5CEA-A9B6-04399197A6CF}" dt="2026-07-21T04:31:49.078" v="22874" actId="1036"/>
          <ac:spMkLst>
            <pc:docMk/>
            <pc:sldMk cId="1358966459" sldId="714"/>
            <ac:spMk id="28" creationId="{7A2131CC-C0E2-C5CB-D2B6-299E3A53B2D2}"/>
          </ac:spMkLst>
        </pc:spChg>
        <pc:spChg chg="add del mod">
          <ac:chgData name="Aoi Seki" userId="3c72e6668d233292" providerId="LiveId" clId="{B9AE2B71-EDD8-5CEA-A9B6-04399197A6CF}" dt="2026-07-21T04:19:54.283" v="22677" actId="478"/>
          <ac:spMkLst>
            <pc:docMk/>
            <pc:sldMk cId="1358966459" sldId="714"/>
            <ac:spMk id="29" creationId="{52A07EE1-D6BD-2A0E-4110-12F888EA4543}"/>
          </ac:spMkLst>
        </pc:spChg>
        <pc:spChg chg="del mod">
          <ac:chgData name="Aoi Seki" userId="3c72e6668d233292" providerId="LiveId" clId="{B9AE2B71-EDD8-5CEA-A9B6-04399197A6CF}" dt="2026-07-21T04:25:34.597" v="22783" actId="478"/>
          <ac:spMkLst>
            <pc:docMk/>
            <pc:sldMk cId="1358966459" sldId="714"/>
            <ac:spMk id="35" creationId="{4F99FE16-3EBE-DB4D-ED20-FC89C6F559EC}"/>
          </ac:spMkLst>
        </pc:spChg>
        <pc:spChg chg="del mod">
          <ac:chgData name="Aoi Seki" userId="3c72e6668d233292" providerId="LiveId" clId="{B9AE2B71-EDD8-5CEA-A9B6-04399197A6CF}" dt="2026-07-21T04:25:34.597" v="22783" actId="478"/>
          <ac:spMkLst>
            <pc:docMk/>
            <pc:sldMk cId="1358966459" sldId="714"/>
            <ac:spMk id="37" creationId="{D9244A3E-8D4B-2F1D-DF5F-903C4EAC8CA5}"/>
          </ac:spMkLst>
        </pc:spChg>
        <pc:spChg chg="mod">
          <ac:chgData name="Aoi Seki" userId="3c72e6668d233292" providerId="LiveId" clId="{B9AE2B71-EDD8-5CEA-A9B6-04399197A6CF}" dt="2026-07-21T15:56:08.404" v="24748" actId="947"/>
          <ac:spMkLst>
            <pc:docMk/>
            <pc:sldMk cId="1358966459" sldId="714"/>
            <ac:spMk id="39" creationId="{7D30F17D-5644-E600-3E96-48E252F7F03B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1" creationId="{B2EDB027-F2EC-7308-FDD1-2D6A8B9069F1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3" creationId="{79492A7A-D966-E981-132D-E9F317641E5C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4" creationId="{72EFA17E-C0E0-40C0-79C9-9F06FC42C350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5" creationId="{80F48A43-C704-7775-D97C-D39A74113129}"/>
          </ac:spMkLst>
        </pc:spChg>
        <pc:grpChg chg="add del mod">
          <ac:chgData name="Aoi Seki" userId="3c72e6668d233292" providerId="LiveId" clId="{B9AE2B71-EDD8-5CEA-A9B6-04399197A6CF}" dt="2026-07-21T04:26:34.005" v="22828" actId="478"/>
          <ac:grpSpMkLst>
            <pc:docMk/>
            <pc:sldMk cId="1358966459" sldId="714"/>
            <ac:grpSpMk id="2" creationId="{212775DF-7EAA-E302-F097-4548F1AAA0F9}"/>
          </ac:grpSpMkLst>
        </pc:grpChg>
        <pc:grpChg chg="add mod">
          <ac:chgData name="Aoi Seki" userId="3c72e6668d233292" providerId="LiveId" clId="{B9AE2B71-EDD8-5CEA-A9B6-04399197A6CF}" dt="2026-07-22T02:14:41.249" v="25822" actId="1037"/>
          <ac:grpSpMkLst>
            <pc:docMk/>
            <pc:sldMk cId="1358966459" sldId="714"/>
            <ac:grpSpMk id="17" creationId="{A12CABBC-C3B7-9085-AD0D-DD2155F19995}"/>
          </ac:grpSpMkLst>
        </pc:grpChg>
        <pc:grpChg chg="add mod">
          <ac:chgData name="Aoi Seki" userId="3c72e6668d233292" providerId="LiveId" clId="{B9AE2B71-EDD8-5CEA-A9B6-04399197A6CF}" dt="2026-07-21T04:20:04.120" v="22680" actId="164"/>
          <ac:grpSpMkLst>
            <pc:docMk/>
            <pc:sldMk cId="1358966459" sldId="714"/>
            <ac:grpSpMk id="27" creationId="{F0F492C0-1711-F39C-E7FC-A7CFE389AA64}"/>
          </ac:grpSpMkLst>
        </pc:grpChg>
        <pc:grpChg chg="add mod">
          <ac:chgData name="Aoi Seki" userId="3c72e6668d233292" providerId="LiveId" clId="{B9AE2B71-EDD8-5CEA-A9B6-04399197A6CF}" dt="2026-07-21T14:51:15.773" v="23509" actId="1036"/>
          <ac:grpSpMkLst>
            <pc:docMk/>
            <pc:sldMk cId="1358966459" sldId="714"/>
            <ac:grpSpMk id="30" creationId="{3BEEA22B-FB9B-C115-A1A3-5F1B20E75425}"/>
          </ac:grpSpMkLst>
        </pc:grpChg>
        <pc:grpChg chg="add del mod">
          <ac:chgData name="Aoi Seki" userId="3c72e6668d233292" providerId="LiveId" clId="{B9AE2B71-EDD8-5CEA-A9B6-04399197A6CF}" dt="2026-07-21T04:25:34.597" v="22783" actId="478"/>
          <ac:grpSpMkLst>
            <pc:docMk/>
            <pc:sldMk cId="1358966459" sldId="714"/>
            <ac:grpSpMk id="31" creationId="{71F0AB29-3ABD-F550-3834-CCAB835C3357}"/>
          </ac:grpSpMkLst>
        </pc:grpChg>
        <pc:grpChg chg="del">
          <ac:chgData name="Aoi Seki" userId="3c72e6668d233292" providerId="LiveId" clId="{B9AE2B71-EDD8-5CEA-A9B6-04399197A6CF}" dt="2026-07-21T03:56:59.230" v="22219" actId="478"/>
          <ac:grpSpMkLst>
            <pc:docMk/>
            <pc:sldMk cId="1358966459" sldId="714"/>
            <ac:grpSpMk id="34" creationId="{46D633B8-1FF9-61AB-7D43-76016C56E5FC}"/>
          </ac:grpSpMkLst>
        </pc:grpChg>
        <pc:grpChg chg="add mod">
          <ac:chgData name="Aoi Seki" userId="3c72e6668d233292" providerId="LiveId" clId="{B9AE2B71-EDD8-5CEA-A9B6-04399197A6CF}" dt="2026-07-21T04:26:54.621" v="22830" actId="1076"/>
          <ac:grpSpMkLst>
            <pc:docMk/>
            <pc:sldMk cId="1358966459" sldId="714"/>
            <ac:grpSpMk id="46" creationId="{365FB076-FAA2-AB50-82D5-4E1AD2424BD2}"/>
          </ac:grpSpMkLst>
        </pc:grpChg>
        <pc:picChg chg="mod">
          <ac:chgData name="Aoi Seki" userId="3c72e6668d233292" providerId="LiveId" clId="{B9AE2B71-EDD8-5CEA-A9B6-04399197A6CF}" dt="2026-07-21T03:56:59.717" v="22220"/>
          <ac:picMkLst>
            <pc:docMk/>
            <pc:sldMk cId="1358966459" sldId="714"/>
            <ac:picMk id="3" creationId="{09E3156E-B927-36BB-037D-707F6002A474}"/>
          </ac:picMkLst>
        </pc:picChg>
        <pc:picChg chg="mod">
          <ac:chgData name="Aoi Seki" userId="3c72e6668d233292" providerId="LiveId" clId="{B9AE2B71-EDD8-5CEA-A9B6-04399197A6CF}" dt="2026-07-21T03:56:59.717" v="22220"/>
          <ac:picMkLst>
            <pc:docMk/>
            <pc:sldMk cId="1358966459" sldId="714"/>
            <ac:picMk id="8" creationId="{02EF3D00-C9BC-CC62-F022-A6608850BBB0}"/>
          </ac:picMkLst>
        </pc:picChg>
        <pc:picChg chg="mod">
          <ac:chgData name="Aoi Seki" userId="3c72e6668d233292" providerId="LiveId" clId="{B9AE2B71-EDD8-5CEA-A9B6-04399197A6CF}" dt="2026-07-21T03:56:59.717" v="22220"/>
          <ac:picMkLst>
            <pc:docMk/>
            <pc:sldMk cId="1358966459" sldId="714"/>
            <ac:picMk id="10" creationId="{7E0AA73E-B1D9-3423-EB3A-A39AE978B291}"/>
          </ac:picMkLst>
        </pc:picChg>
        <pc:picChg chg="mod topLvl">
          <ac:chgData name="Aoi Seki" userId="3c72e6668d233292" providerId="LiveId" clId="{B9AE2B71-EDD8-5CEA-A9B6-04399197A6CF}" dt="2026-07-21T04:26:43.616" v="22829" actId="164"/>
          <ac:picMkLst>
            <pc:docMk/>
            <pc:sldMk cId="1358966459" sldId="714"/>
            <ac:picMk id="32" creationId="{D56885D0-D995-42CB-47D1-919EE69E2A1A}"/>
          </ac:picMkLst>
        </pc:picChg>
        <pc:picChg chg="del mod topLvl">
          <ac:chgData name="Aoi Seki" userId="3c72e6668d233292" providerId="LiveId" clId="{B9AE2B71-EDD8-5CEA-A9B6-04399197A6CF}" dt="2026-07-21T04:25:34.597" v="22783" actId="478"/>
          <ac:picMkLst>
            <pc:docMk/>
            <pc:sldMk cId="1358966459" sldId="714"/>
            <ac:picMk id="33" creationId="{D91A00D7-8001-A2E7-036A-3552D18A4F62}"/>
          </ac:picMkLst>
        </pc:picChg>
        <pc:picChg chg="del mod">
          <ac:chgData name="Aoi Seki" userId="3c72e6668d233292" providerId="LiveId" clId="{B9AE2B71-EDD8-5CEA-A9B6-04399197A6CF}" dt="2026-07-21T04:25:34.597" v="22783" actId="478"/>
          <ac:picMkLst>
            <pc:docMk/>
            <pc:sldMk cId="1358966459" sldId="714"/>
            <ac:picMk id="36" creationId="{DB99C401-3D37-E6AA-FB86-8176A71E0216}"/>
          </ac:picMkLst>
        </pc:picChg>
        <pc:picChg chg="mod">
          <ac:chgData name="Aoi Seki" userId="3c72e6668d233292" providerId="LiveId" clId="{B9AE2B71-EDD8-5CEA-A9B6-04399197A6CF}" dt="2026-07-21T04:00:59.842" v="22285" actId="164"/>
          <ac:picMkLst>
            <pc:docMk/>
            <pc:sldMk cId="1358966459" sldId="714"/>
            <ac:picMk id="38" creationId="{28C54EA5-14E9-5CF6-D9E2-3A9FC42D3689}"/>
          </ac:picMkLst>
        </pc:picChg>
        <pc:picChg chg="add mod">
          <ac:chgData name="Aoi Seki" userId="3c72e6668d233292" providerId="LiveId" clId="{B9AE2B71-EDD8-5CEA-A9B6-04399197A6CF}" dt="2026-07-21T04:26:43.616" v="22829" actId="164"/>
          <ac:picMkLst>
            <pc:docMk/>
            <pc:sldMk cId="1358966459" sldId="714"/>
            <ac:picMk id="40" creationId="{75A07C69-CC24-69A6-5B86-435EA7B208AB}"/>
          </ac:picMkLst>
        </pc:picChg>
        <pc:picChg chg="add mod">
          <ac:chgData name="Aoi Seki" userId="3c72e6668d233292" providerId="LiveId" clId="{B9AE2B71-EDD8-5CEA-A9B6-04399197A6CF}" dt="2026-07-21T04:26:43.616" v="22829" actId="164"/>
          <ac:picMkLst>
            <pc:docMk/>
            <pc:sldMk cId="1358966459" sldId="714"/>
            <ac:picMk id="42" creationId="{3CA806EC-A941-C7BC-913A-990DEA083DD7}"/>
          </ac:picMkLst>
        </pc:picChg>
      </pc:sldChg>
      <pc:sldChg chg="delSp modSp add mod">
        <pc:chgData name="Aoi Seki" userId="3c72e6668d233292" providerId="LiveId" clId="{B9AE2B71-EDD8-5CEA-A9B6-04399197A6CF}" dt="2026-07-21T15:58:57.138" v="24778" actId="1036"/>
        <pc:sldMkLst>
          <pc:docMk/>
          <pc:sldMk cId="2239412248" sldId="715"/>
        </pc:sldMkLst>
        <pc:spChg chg="del">
          <ac:chgData name="Aoi Seki" userId="3c72e6668d233292" providerId="LiveId" clId="{B9AE2B71-EDD8-5CEA-A9B6-04399197A6CF}" dt="2026-07-21T04:28:08.696" v="22839" actId="478"/>
          <ac:spMkLst>
            <pc:docMk/>
            <pc:sldMk cId="2239412248" sldId="715"/>
            <ac:spMk id="65" creationId="{F2602BC9-33AB-192E-7503-9CD00314BF4A}"/>
          </ac:spMkLst>
        </pc:spChg>
        <pc:spChg chg="mod">
          <ac:chgData name="Aoi Seki" userId="3c72e6668d233292" providerId="LiveId" clId="{B9AE2B71-EDD8-5CEA-A9B6-04399197A6CF}" dt="2026-07-21T15:52:49.049" v="24738" actId="947"/>
          <ac:spMkLst>
            <pc:docMk/>
            <pc:sldMk cId="2239412248" sldId="715"/>
            <ac:spMk id="66" creationId="{9C580AB0-150F-A664-A0A8-D7117720CC7F}"/>
          </ac:spMkLst>
        </pc:spChg>
        <pc:spChg chg="mod">
          <ac:chgData name="Aoi Seki" userId="3c72e6668d233292" providerId="LiveId" clId="{B9AE2B71-EDD8-5CEA-A9B6-04399197A6CF}" dt="2026-07-21T15:58:57.138" v="24778" actId="1036"/>
          <ac:spMkLst>
            <pc:docMk/>
            <pc:sldMk cId="2239412248" sldId="715"/>
            <ac:spMk id="68" creationId="{8BB450D8-E91D-8A70-49B7-A6EFFC2A60EE}"/>
          </ac:spMkLst>
        </pc:spChg>
        <pc:spChg chg="mod">
          <ac:chgData name="Aoi Seki" userId="3c72e6668d233292" providerId="LiveId" clId="{B9AE2B71-EDD8-5CEA-A9B6-04399197A6CF}" dt="2026-07-21T15:53:08.083" v="24741" actId="947"/>
          <ac:spMkLst>
            <pc:docMk/>
            <pc:sldMk cId="2239412248" sldId="715"/>
            <ac:spMk id="69" creationId="{F8537305-8917-0314-0092-F87DF63168A9}"/>
          </ac:spMkLst>
        </pc:spChg>
        <pc:grpChg chg="mod">
          <ac:chgData name="Aoi Seki" userId="3c72e6668d233292" providerId="LiveId" clId="{B9AE2B71-EDD8-5CEA-A9B6-04399197A6CF}" dt="2026-07-21T04:32:32.885" v="22877" actId="1076"/>
          <ac:grpSpMkLst>
            <pc:docMk/>
            <pc:sldMk cId="2239412248" sldId="715"/>
            <ac:grpSpMk id="54" creationId="{846C060D-1E07-50F1-42ED-2447E06D3B15}"/>
          </ac:grpSpMkLst>
        </pc:grpChg>
        <pc:grpChg chg="mod">
          <ac:chgData name="Aoi Seki" userId="3c72e6668d233292" providerId="LiveId" clId="{B9AE2B71-EDD8-5CEA-A9B6-04399197A6CF}" dt="2026-07-21T14:53:28.063" v="23567" actId="1036"/>
          <ac:grpSpMkLst>
            <pc:docMk/>
            <pc:sldMk cId="2239412248" sldId="715"/>
            <ac:grpSpMk id="70" creationId="{7690A2E8-E17D-A2AA-A136-E3CFC0A80C8F}"/>
          </ac:grpSpMkLst>
        </pc:grpChg>
      </pc:sldChg>
      <pc:sldChg chg="addSp delSp modSp add mod">
        <pc:chgData name="Aoi Seki" userId="3c72e6668d233292" providerId="LiveId" clId="{B9AE2B71-EDD8-5CEA-A9B6-04399197A6CF}" dt="2026-07-22T03:27:23.591" v="25830" actId="14100"/>
        <pc:sldMkLst>
          <pc:docMk/>
          <pc:sldMk cId="4151559486" sldId="716"/>
        </pc:sldMkLst>
        <pc:spChg chg="mod">
          <ac:chgData name="Aoi Seki" userId="3c72e6668d233292" providerId="LiveId" clId="{B9AE2B71-EDD8-5CEA-A9B6-04399197A6CF}" dt="2026-07-21T15:54:42.032" v="24744" actId="14100"/>
          <ac:spMkLst>
            <pc:docMk/>
            <pc:sldMk cId="4151559486" sldId="716"/>
            <ac:spMk id="2" creationId="{0B6207EF-28D3-51F0-0AA1-E4CC603BCD8A}"/>
          </ac:spMkLst>
        </pc:spChg>
        <pc:spChg chg="mod">
          <ac:chgData name="Aoi Seki" userId="3c72e6668d233292" providerId="LiveId" clId="{B9AE2B71-EDD8-5CEA-A9B6-04399197A6CF}" dt="2026-07-21T15:58:14.626" v="24754" actId="1036"/>
          <ac:spMkLst>
            <pc:docMk/>
            <pc:sldMk cId="4151559486" sldId="716"/>
            <ac:spMk id="3" creationId="{677DE41C-8760-9C29-B6DE-14CC612773D6}"/>
          </ac:spMkLst>
        </pc:spChg>
        <pc:spChg chg="mod">
          <ac:chgData name="Aoi Seki" userId="3c72e6668d233292" providerId="LiveId" clId="{B9AE2B71-EDD8-5CEA-A9B6-04399197A6CF}" dt="2026-07-21T15:58:03.335" v="24753" actId="1035"/>
          <ac:spMkLst>
            <pc:docMk/>
            <pc:sldMk cId="4151559486" sldId="716"/>
            <ac:spMk id="4" creationId="{3044D500-A550-D84B-E2EA-5CF5AE1542F0}"/>
          </ac:spMkLst>
        </pc:spChg>
        <pc:spChg chg="mod">
          <ac:chgData name="Aoi Seki" userId="3c72e6668d233292" providerId="LiveId" clId="{B9AE2B71-EDD8-5CEA-A9B6-04399197A6CF}" dt="2026-07-22T03:27:23.591" v="25830" actId="14100"/>
          <ac:spMkLst>
            <pc:docMk/>
            <pc:sldMk cId="4151559486" sldId="716"/>
            <ac:spMk id="11" creationId="{453E2BBA-F396-1E85-0518-3A7957FAAE37}"/>
          </ac:spMkLst>
        </pc:spChg>
        <pc:spChg chg="mod">
          <ac:chgData name="Aoi Seki" userId="3c72e6668d233292" providerId="LiveId" clId="{B9AE2B71-EDD8-5CEA-A9B6-04399197A6CF}" dt="2026-07-21T11:52:09.377" v="23185" actId="1036"/>
          <ac:spMkLst>
            <pc:docMk/>
            <pc:sldMk cId="4151559486" sldId="716"/>
            <ac:spMk id="12" creationId="{61E484EA-4D44-568B-713C-738EB1C05965}"/>
          </ac:spMkLst>
        </pc:spChg>
        <pc:spChg chg="del mod topLvl">
          <ac:chgData name="Aoi Seki" userId="3c72e6668d233292" providerId="LiveId" clId="{B9AE2B71-EDD8-5CEA-A9B6-04399197A6CF}" dt="2026-07-21T11:52:22.102" v="23196" actId="478"/>
          <ac:spMkLst>
            <pc:docMk/>
            <pc:sldMk cId="4151559486" sldId="716"/>
            <ac:spMk id="28" creationId="{C8DD7943-94BC-DF39-AEA1-12E480392C1D}"/>
          </ac:spMkLst>
        </pc:spChg>
        <pc:spChg chg="mod">
          <ac:chgData name="Aoi Seki" userId="3c72e6668d233292" providerId="LiveId" clId="{B9AE2B71-EDD8-5CEA-A9B6-04399197A6CF}" dt="2026-07-21T11:53:09.399" v="23221" actId="164"/>
          <ac:spMkLst>
            <pc:docMk/>
            <pc:sldMk cId="4151559486" sldId="716"/>
            <ac:spMk id="30" creationId="{732B221D-C792-CFD5-200B-0306A34AE950}"/>
          </ac:spMkLst>
        </pc:spChg>
        <pc:spChg chg="mod">
          <ac:chgData name="Aoi Seki" userId="3c72e6668d233292" providerId="LiveId" clId="{B9AE2B71-EDD8-5CEA-A9B6-04399197A6CF}" dt="2026-07-21T14:57:22.255" v="23638" actId="1035"/>
          <ac:spMkLst>
            <pc:docMk/>
            <pc:sldMk cId="4151559486" sldId="716"/>
            <ac:spMk id="31" creationId="{767E3934-6C4E-48D3-4B0D-F81AE04E7E86}"/>
          </ac:spMkLst>
        </pc:spChg>
        <pc:grpChg chg="mod topLvl">
          <ac:chgData name="Aoi Seki" userId="3c72e6668d233292" providerId="LiveId" clId="{B9AE2B71-EDD8-5CEA-A9B6-04399197A6CF}" dt="2026-07-21T11:53:09.399" v="23221" actId="164"/>
          <ac:grpSpMkLst>
            <pc:docMk/>
            <pc:sldMk cId="4151559486" sldId="716"/>
            <ac:grpSpMk id="5" creationId="{A4FC9B9A-4E7A-1213-DB6B-F0DFFA7F068C}"/>
          </ac:grpSpMkLst>
        </pc:grpChg>
        <pc:grpChg chg="mod">
          <ac:chgData name="Aoi Seki" userId="3c72e6668d233292" providerId="LiveId" clId="{B9AE2B71-EDD8-5CEA-A9B6-04399197A6CF}" dt="2026-07-21T11:46:31.584" v="22920"/>
          <ac:grpSpMkLst>
            <pc:docMk/>
            <pc:sldMk cId="4151559486" sldId="716"/>
            <ac:grpSpMk id="27" creationId="{657D08D0-B161-F2E6-58A1-E43A15DFB1E0}"/>
          </ac:grpSpMkLst>
        </pc:grpChg>
        <pc:grpChg chg="del">
          <ac:chgData name="Aoi Seki" userId="3c72e6668d233292" providerId="LiveId" clId="{B9AE2B71-EDD8-5CEA-A9B6-04399197A6CF}" dt="2026-07-21T11:52:22.102" v="23196" actId="478"/>
          <ac:grpSpMkLst>
            <pc:docMk/>
            <pc:sldMk cId="4151559486" sldId="716"/>
            <ac:grpSpMk id="29" creationId="{4F39AB4C-D5D9-EDAA-E04F-097EB15EC6ED}"/>
          </ac:grpSpMkLst>
        </pc:grpChg>
        <pc:grpChg chg="add mod">
          <ac:chgData name="Aoi Seki" userId="3c72e6668d233292" providerId="LiveId" clId="{B9AE2B71-EDD8-5CEA-A9B6-04399197A6CF}" dt="2026-07-21T11:53:23.769" v="23226" actId="1037"/>
          <ac:grpSpMkLst>
            <pc:docMk/>
            <pc:sldMk cId="4151559486" sldId="716"/>
            <ac:grpSpMk id="32" creationId="{342EE6EF-7BD4-8A54-BF15-59E3F64181FF}"/>
          </ac:grpSpMkLst>
        </pc:grpChg>
        <pc:grpChg chg="mod">
          <ac:chgData name="Aoi Seki" userId="3c72e6668d233292" providerId="LiveId" clId="{B9AE2B71-EDD8-5CEA-A9B6-04399197A6CF}" dt="2026-07-21T15:57:24.395" v="24751" actId="1038"/>
          <ac:grpSpMkLst>
            <pc:docMk/>
            <pc:sldMk cId="4151559486" sldId="716"/>
            <ac:grpSpMk id="33" creationId="{EFBBB130-167B-26C1-4C86-507B50FE3464}"/>
          </ac:grpSpMkLst>
        </pc:grpChg>
      </pc:sldChg>
      <pc:sldChg chg="addSp delSp modSp add mod">
        <pc:chgData name="Aoi Seki" userId="3c72e6668d233292" providerId="LiveId" clId="{B9AE2B71-EDD8-5CEA-A9B6-04399197A6CF}" dt="2026-07-21T15:41:51.772" v="24638" actId="1036"/>
        <pc:sldMkLst>
          <pc:docMk/>
          <pc:sldMk cId="1377156168" sldId="717"/>
        </pc:sldMkLst>
        <pc:spChg chg="add mod">
          <ac:chgData name="Aoi Seki" userId="3c72e6668d233292" providerId="LiveId" clId="{B9AE2B71-EDD8-5CEA-A9B6-04399197A6CF}" dt="2026-07-21T15:19:20.052" v="24065" actId="1037"/>
          <ac:spMkLst>
            <pc:docMk/>
            <pc:sldMk cId="1377156168" sldId="717"/>
            <ac:spMk id="2" creationId="{2E74D490-03FC-B733-8B7A-48750E7CDA53}"/>
          </ac:spMkLst>
        </pc:spChg>
        <pc:spChg chg="add del mod">
          <ac:chgData name="Aoi Seki" userId="3c72e6668d233292" providerId="LiveId" clId="{B9AE2B71-EDD8-5CEA-A9B6-04399197A6CF}" dt="2026-07-21T11:59:09.747" v="23438" actId="478"/>
          <ac:spMkLst>
            <pc:docMk/>
            <pc:sldMk cId="1377156168" sldId="717"/>
            <ac:spMk id="4" creationId="{4B6038E8-7B0E-E4C8-3100-22655069C847}"/>
          </ac:spMkLst>
        </pc:spChg>
        <pc:spChg chg="add mod">
          <ac:chgData name="Aoi Seki" userId="3c72e6668d233292" providerId="LiveId" clId="{B9AE2B71-EDD8-5CEA-A9B6-04399197A6CF}" dt="2026-07-21T15:01:41.516" v="23647"/>
          <ac:spMkLst>
            <pc:docMk/>
            <pc:sldMk cId="1377156168" sldId="717"/>
            <ac:spMk id="6" creationId="{4EF62747-257C-DE66-C25E-7E0B0EBFCB7B}"/>
          </ac:spMkLst>
        </pc:spChg>
        <pc:spChg chg="del">
          <ac:chgData name="Aoi Seki" userId="3c72e6668d233292" providerId="LiveId" clId="{B9AE2B71-EDD8-5CEA-A9B6-04399197A6CF}" dt="2026-07-21T11:54:18.451" v="23232" actId="478"/>
          <ac:spMkLst>
            <pc:docMk/>
            <pc:sldMk cId="1377156168" sldId="717"/>
            <ac:spMk id="8" creationId="{5972BEAB-5CD9-06CD-FA61-F0062B5025FF}"/>
          </ac:spMkLst>
        </pc:spChg>
        <pc:spChg chg="del mod topLvl">
          <ac:chgData name="Aoi Seki" userId="3c72e6668d233292" providerId="LiveId" clId="{B9AE2B71-EDD8-5CEA-A9B6-04399197A6CF}" dt="2026-07-21T11:59:56.780" v="23449" actId="478"/>
          <ac:spMkLst>
            <pc:docMk/>
            <pc:sldMk cId="1377156168" sldId="717"/>
            <ac:spMk id="9" creationId="{1C3F62E4-49C2-CA10-1A8F-EADEFB43DDDB}"/>
          </ac:spMkLst>
        </pc:spChg>
        <pc:spChg chg="mod">
          <ac:chgData name="Aoi Seki" userId="3c72e6668d233292" providerId="LiveId" clId="{B9AE2B71-EDD8-5CEA-A9B6-04399197A6CF}" dt="2026-07-21T15:09:08.573" v="23933" actId="14100"/>
          <ac:spMkLst>
            <pc:docMk/>
            <pc:sldMk cId="1377156168" sldId="717"/>
            <ac:spMk id="11" creationId="{5005C413-3BB5-4429-66E9-624188079C5D}"/>
          </ac:spMkLst>
        </pc:spChg>
        <pc:spChg chg="add mod">
          <ac:chgData name="Aoi Seki" userId="3c72e6668d233292" providerId="LiveId" clId="{B9AE2B71-EDD8-5CEA-A9B6-04399197A6CF}" dt="2026-07-21T15:24:42.347" v="24342" actId="1038"/>
          <ac:spMkLst>
            <pc:docMk/>
            <pc:sldMk cId="1377156168" sldId="717"/>
            <ac:spMk id="12" creationId="{8CED1BE3-BD35-A68B-8EB6-DC9CC91AC947}"/>
          </ac:spMkLst>
        </pc:spChg>
        <pc:spChg chg="mod">
          <ac:chgData name="Aoi Seki" userId="3c72e6668d233292" providerId="LiveId" clId="{B9AE2B71-EDD8-5CEA-A9B6-04399197A6CF}" dt="2026-07-21T15:11:29.236" v="23981" actId="14100"/>
          <ac:spMkLst>
            <pc:docMk/>
            <pc:sldMk cId="1377156168" sldId="717"/>
            <ac:spMk id="14" creationId="{3D6FF7AC-D7A4-D461-EED0-C910E8615326}"/>
          </ac:spMkLst>
        </pc:spChg>
        <pc:spChg chg="add mod">
          <ac:chgData name="Aoi Seki" userId="3c72e6668d233292" providerId="LiveId" clId="{B9AE2B71-EDD8-5CEA-A9B6-04399197A6CF}" dt="2026-07-21T15:24:54.255" v="24354" actId="1037"/>
          <ac:spMkLst>
            <pc:docMk/>
            <pc:sldMk cId="1377156168" sldId="717"/>
            <ac:spMk id="15" creationId="{02255832-01E2-5379-BE94-35E63A02F266}"/>
          </ac:spMkLst>
        </pc:spChg>
        <pc:spChg chg="add mod">
          <ac:chgData name="Aoi Seki" userId="3c72e6668d233292" providerId="LiveId" clId="{B9AE2B71-EDD8-5CEA-A9B6-04399197A6CF}" dt="2026-07-21T15:25:19.136" v="24365" actId="1037"/>
          <ac:spMkLst>
            <pc:docMk/>
            <pc:sldMk cId="1377156168" sldId="717"/>
            <ac:spMk id="16" creationId="{F184B1A8-43EC-0F63-7A8B-A280C6CF1B4F}"/>
          </ac:spMkLst>
        </pc:spChg>
        <pc:spChg chg="del mod">
          <ac:chgData name="Aoi Seki" userId="3c72e6668d233292" providerId="LiveId" clId="{B9AE2B71-EDD8-5CEA-A9B6-04399197A6CF}" dt="2026-07-21T15:38:41.031" v="24619" actId="478"/>
          <ac:spMkLst>
            <pc:docMk/>
            <pc:sldMk cId="1377156168" sldId="717"/>
            <ac:spMk id="18" creationId="{F0C8C577-AAD0-F5CD-0468-1767E142BEBA}"/>
          </ac:spMkLst>
        </pc:spChg>
        <pc:spChg chg="add mod">
          <ac:chgData name="Aoi Seki" userId="3c72e6668d233292" providerId="LiveId" clId="{B9AE2B71-EDD8-5CEA-A9B6-04399197A6CF}" dt="2026-07-21T15:29:07.596" v="24466" actId="1036"/>
          <ac:spMkLst>
            <pc:docMk/>
            <pc:sldMk cId="1377156168" sldId="717"/>
            <ac:spMk id="19" creationId="{B7C74812-BA76-5545-71C5-B52370081B35}"/>
          </ac:spMkLst>
        </pc:spChg>
        <pc:spChg chg="mod topLvl">
          <ac:chgData name="Aoi Seki" userId="3c72e6668d233292" providerId="LiveId" clId="{B9AE2B71-EDD8-5CEA-A9B6-04399197A6CF}" dt="2026-07-21T15:41:23.751" v="24636" actId="1035"/>
          <ac:spMkLst>
            <pc:docMk/>
            <pc:sldMk cId="1377156168" sldId="717"/>
            <ac:spMk id="20" creationId="{AB39DDCB-8574-FF23-523C-2655DFF33A7D}"/>
          </ac:spMkLst>
        </pc:spChg>
        <pc:spChg chg="add mod">
          <ac:chgData name="Aoi Seki" userId="3c72e6668d233292" providerId="LiveId" clId="{B9AE2B71-EDD8-5CEA-A9B6-04399197A6CF}" dt="2026-07-21T15:29:04.217" v="24465" actId="1036"/>
          <ac:spMkLst>
            <pc:docMk/>
            <pc:sldMk cId="1377156168" sldId="717"/>
            <ac:spMk id="22" creationId="{F6136055-8F02-6F21-6C54-0085FD17E020}"/>
          </ac:spMkLst>
        </pc:spChg>
        <pc:spChg chg="add mod">
          <ac:chgData name="Aoi Seki" userId="3c72e6668d233292" providerId="LiveId" clId="{B9AE2B71-EDD8-5CEA-A9B6-04399197A6CF}" dt="2026-07-21T15:29:10.553" v="24469" actId="1036"/>
          <ac:spMkLst>
            <pc:docMk/>
            <pc:sldMk cId="1377156168" sldId="717"/>
            <ac:spMk id="23" creationId="{E8BA1596-A61C-3C15-D048-C8ADF1B408B9}"/>
          </ac:spMkLst>
        </pc:spChg>
        <pc:spChg chg="add mod">
          <ac:chgData name="Aoi Seki" userId="3c72e6668d233292" providerId="LiveId" clId="{B9AE2B71-EDD8-5CEA-A9B6-04399197A6CF}" dt="2026-07-21T15:08:16.349" v="23918"/>
          <ac:spMkLst>
            <pc:docMk/>
            <pc:sldMk cId="1377156168" sldId="717"/>
            <ac:spMk id="27" creationId="{AB8EDD73-0DE5-5AB9-150F-CCA41354B376}"/>
          </ac:spMkLst>
        </pc:spChg>
        <pc:spChg chg="add del mod">
          <ac:chgData name="Aoi Seki" userId="3c72e6668d233292" providerId="LiveId" clId="{B9AE2B71-EDD8-5CEA-A9B6-04399197A6CF}" dt="2026-07-21T15:15:40.981" v="24013" actId="478"/>
          <ac:spMkLst>
            <pc:docMk/>
            <pc:sldMk cId="1377156168" sldId="717"/>
            <ac:spMk id="28" creationId="{E2AAA555-B635-FDAE-87E9-0353DE2C9B5F}"/>
          </ac:spMkLst>
        </pc:spChg>
        <pc:spChg chg="add mod">
          <ac:chgData name="Aoi Seki" userId="3c72e6668d233292" providerId="LiveId" clId="{B9AE2B71-EDD8-5CEA-A9B6-04399197A6CF}" dt="2026-07-21T15:17:37.428" v="24039"/>
          <ac:spMkLst>
            <pc:docMk/>
            <pc:sldMk cId="1377156168" sldId="717"/>
            <ac:spMk id="29" creationId="{0C303B59-7678-D5F0-1744-92DA9E3F4B68}"/>
          </ac:spMkLst>
        </pc:spChg>
        <pc:grpChg chg="mod">
          <ac:chgData name="Aoi Seki" userId="3c72e6668d233292" providerId="LiveId" clId="{B9AE2B71-EDD8-5CEA-A9B6-04399197A6CF}" dt="2026-07-21T15:41:51.772" v="24638" actId="1036"/>
          <ac:grpSpMkLst>
            <pc:docMk/>
            <pc:sldMk cId="1377156168" sldId="717"/>
            <ac:grpSpMk id="17" creationId="{D306C135-C5A1-1868-4101-281B90A27B37}"/>
          </ac:grpSpMkLst>
        </pc:grpChg>
        <pc:grpChg chg="del">
          <ac:chgData name="Aoi Seki" userId="3c72e6668d233292" providerId="LiveId" clId="{B9AE2B71-EDD8-5CEA-A9B6-04399197A6CF}" dt="2026-07-21T11:59:56.780" v="23449" actId="478"/>
          <ac:grpSpMkLst>
            <pc:docMk/>
            <pc:sldMk cId="1377156168" sldId="717"/>
            <ac:grpSpMk id="21" creationId="{9EA1D64E-1EDB-250D-BE25-95ED9161274B}"/>
          </ac:grpSpMkLst>
        </pc:grpChg>
        <pc:grpChg chg="add mod">
          <ac:chgData name="Aoi Seki" userId="3c72e6668d233292" providerId="LiveId" clId="{B9AE2B71-EDD8-5CEA-A9B6-04399197A6CF}" dt="2026-07-21T15:41:13.281" v="24635" actId="1036"/>
          <ac:grpSpMkLst>
            <pc:docMk/>
            <pc:sldMk cId="1377156168" sldId="717"/>
            <ac:grpSpMk id="24" creationId="{36A7CA36-0274-ACED-AF06-BF1B1E336264}"/>
          </ac:grpSpMkLst>
        </pc:grpChg>
        <pc:grpChg chg="add mod">
          <ac:chgData name="Aoi Seki" userId="3c72e6668d233292" providerId="LiveId" clId="{B9AE2B71-EDD8-5CEA-A9B6-04399197A6CF}" dt="2026-07-21T15:41:13.281" v="24635" actId="1036"/>
          <ac:grpSpMkLst>
            <pc:docMk/>
            <pc:sldMk cId="1377156168" sldId="717"/>
            <ac:grpSpMk id="25" creationId="{8434D616-223B-68FE-6890-624181C932A2}"/>
          </ac:grpSpMkLst>
        </pc:grpChg>
        <pc:grpChg chg="add mod">
          <ac:chgData name="Aoi Seki" userId="3c72e6668d233292" providerId="LiveId" clId="{B9AE2B71-EDD8-5CEA-A9B6-04399197A6CF}" dt="2026-07-21T15:41:13.281" v="24635" actId="1036"/>
          <ac:grpSpMkLst>
            <pc:docMk/>
            <pc:sldMk cId="1377156168" sldId="717"/>
            <ac:grpSpMk id="26" creationId="{A7606534-7F19-A513-4771-BD3784DA6CDA}"/>
          </ac:grpSpMkLst>
        </pc:grpChg>
        <pc:picChg chg="mod">
          <ac:chgData name="Aoi Seki" userId="3c72e6668d233292" providerId="LiveId" clId="{B9AE2B71-EDD8-5CEA-A9B6-04399197A6CF}" dt="2026-07-21T15:07:11.492" v="23860" actId="164"/>
          <ac:picMkLst>
            <pc:docMk/>
            <pc:sldMk cId="1377156168" sldId="717"/>
            <ac:picMk id="3" creationId="{4E6A84F6-AE7A-BE12-24F6-F7CFA57EA423}"/>
          </ac:picMkLst>
        </pc:picChg>
        <pc:picChg chg="mod">
          <ac:chgData name="Aoi Seki" userId="3c72e6668d233292" providerId="LiveId" clId="{B9AE2B71-EDD8-5CEA-A9B6-04399197A6CF}" dt="2026-07-21T15:07:15.070" v="23861" actId="164"/>
          <ac:picMkLst>
            <pc:docMk/>
            <pc:sldMk cId="1377156168" sldId="717"/>
            <ac:picMk id="5" creationId="{39FC1580-1D74-DC75-47A6-65A0D01B6F63}"/>
          </ac:picMkLst>
        </pc:picChg>
        <pc:picChg chg="mod">
          <ac:chgData name="Aoi Seki" userId="3c72e6668d233292" providerId="LiveId" clId="{B9AE2B71-EDD8-5CEA-A9B6-04399197A6CF}" dt="2026-07-21T15:07:18.863" v="23862" actId="164"/>
          <ac:picMkLst>
            <pc:docMk/>
            <pc:sldMk cId="1377156168" sldId="717"/>
            <ac:picMk id="7" creationId="{D3D76217-B5A3-6A43-78F4-0AD765A54F7E}"/>
          </ac:picMkLst>
        </pc:picChg>
      </pc:sldChg>
      <pc:sldChg chg="addSp delSp modSp add mod">
        <pc:chgData name="Aoi Seki" userId="3c72e6668d233292" providerId="LiveId" clId="{B9AE2B71-EDD8-5CEA-A9B6-04399197A6CF}" dt="2026-07-21T15:46:02.441" v="24681" actId="1037"/>
        <pc:sldMkLst>
          <pc:docMk/>
          <pc:sldMk cId="2225942072" sldId="718"/>
        </pc:sldMkLst>
        <pc:spChg chg="del">
          <ac:chgData name="Aoi Seki" userId="3c72e6668d233292" providerId="LiveId" clId="{B9AE2B71-EDD8-5CEA-A9B6-04399197A6CF}" dt="2026-07-21T15:21:23.413" v="24148" actId="478"/>
          <ac:spMkLst>
            <pc:docMk/>
            <pc:sldMk cId="2225942072" sldId="718"/>
            <ac:spMk id="2" creationId="{AF34C92F-04EC-041D-D4EF-81140CE9273D}"/>
          </ac:spMkLst>
        </pc:spChg>
        <pc:spChg chg="mod">
          <ac:chgData name="Aoi Seki" userId="3c72e6668d233292" providerId="LiveId" clId="{B9AE2B71-EDD8-5CEA-A9B6-04399197A6CF}" dt="2026-07-21T15:23:59.890" v="24312" actId="1036"/>
          <ac:spMkLst>
            <pc:docMk/>
            <pc:sldMk cId="2225942072" sldId="718"/>
            <ac:spMk id="3" creationId="{0C4CF0DB-8917-E095-672E-B43E73FC8045}"/>
          </ac:spMkLst>
        </pc:spChg>
        <pc:spChg chg="add mod">
          <ac:chgData name="Aoi Seki" userId="3c72e6668d233292" providerId="LiveId" clId="{B9AE2B71-EDD8-5CEA-A9B6-04399197A6CF}" dt="2026-07-21T15:22:09.390" v="24254" actId="255"/>
          <ac:spMkLst>
            <pc:docMk/>
            <pc:sldMk cId="2225942072" sldId="718"/>
            <ac:spMk id="4" creationId="{692A834B-BDDF-B186-4736-8FFCE3A7C2D6}"/>
          </ac:spMkLst>
        </pc:spChg>
        <pc:spChg chg="mod">
          <ac:chgData name="Aoi Seki" userId="3c72e6668d233292" providerId="LiveId" clId="{B9AE2B71-EDD8-5CEA-A9B6-04399197A6CF}" dt="2026-07-21T15:34:18.265" v="24565" actId="255"/>
          <ac:spMkLst>
            <pc:docMk/>
            <pc:sldMk cId="2225942072" sldId="718"/>
            <ac:spMk id="5" creationId="{1BDF5FF1-FD3C-3C26-92C5-4A8D7EA9C6D5}"/>
          </ac:spMkLst>
        </pc:spChg>
        <pc:spChg chg="mod">
          <ac:chgData name="Aoi Seki" userId="3c72e6668d233292" providerId="LiveId" clId="{B9AE2B71-EDD8-5CEA-A9B6-04399197A6CF}" dt="2026-07-21T15:35:23.611" v="24576" actId="255"/>
          <ac:spMkLst>
            <pc:docMk/>
            <pc:sldMk cId="2225942072" sldId="718"/>
            <ac:spMk id="6" creationId="{308E2B80-8C7B-C7C8-B650-2AB3D36BC1F4}"/>
          </ac:spMkLst>
        </pc:spChg>
        <pc:spChg chg="add mod">
          <ac:chgData name="Aoi Seki" userId="3c72e6668d233292" providerId="LiveId" clId="{B9AE2B71-EDD8-5CEA-A9B6-04399197A6CF}" dt="2026-07-21T15:42:40.347" v="24645" actId="1035"/>
          <ac:spMkLst>
            <pc:docMk/>
            <pc:sldMk cId="2225942072" sldId="718"/>
            <ac:spMk id="8" creationId="{E1C43DFA-F3C7-2EC5-E512-3B9F949682B6}"/>
          </ac:spMkLst>
        </pc:spChg>
        <pc:spChg chg="add mod">
          <ac:chgData name="Aoi Seki" userId="3c72e6668d233292" providerId="LiveId" clId="{B9AE2B71-EDD8-5CEA-A9B6-04399197A6CF}" dt="2026-07-21T15:46:02.441" v="24681" actId="1037"/>
          <ac:spMkLst>
            <pc:docMk/>
            <pc:sldMk cId="2225942072" sldId="718"/>
            <ac:spMk id="9" creationId="{33099906-A257-ABCA-2E09-C62F805D6840}"/>
          </ac:spMkLst>
        </pc:spChg>
        <pc:spChg chg="mod">
          <ac:chgData name="Aoi Seki" userId="3c72e6668d233292" providerId="LiveId" clId="{B9AE2B71-EDD8-5CEA-A9B6-04399197A6CF}" dt="2026-07-21T15:35:03.684" v="24574" actId="1038"/>
          <ac:spMkLst>
            <pc:docMk/>
            <pc:sldMk cId="2225942072" sldId="718"/>
            <ac:spMk id="10" creationId="{D7CFEFD5-EEEE-70B4-6B22-BCA0D108A95A}"/>
          </ac:spMkLst>
        </pc:spChg>
        <pc:spChg chg="add mod">
          <ac:chgData name="Aoi Seki" userId="3c72e6668d233292" providerId="LiveId" clId="{B9AE2B71-EDD8-5CEA-A9B6-04399197A6CF}" dt="2026-07-21T15:30:21.674" v="24482" actId="164"/>
          <ac:spMkLst>
            <pc:docMk/>
            <pc:sldMk cId="2225942072" sldId="718"/>
            <ac:spMk id="11" creationId="{CFB10D37-E179-7906-A8C7-6A9D25ABE124}"/>
          </ac:spMkLst>
        </pc:spChg>
        <pc:spChg chg="add mod">
          <ac:chgData name="Aoi Seki" userId="3c72e6668d233292" providerId="LiveId" clId="{B9AE2B71-EDD8-5CEA-A9B6-04399197A6CF}" dt="2026-07-21T15:30:30.639" v="24483" actId="164"/>
          <ac:spMkLst>
            <pc:docMk/>
            <pc:sldMk cId="2225942072" sldId="718"/>
            <ac:spMk id="13" creationId="{5B6DE7AE-92E6-A619-575C-6E7CD02CE24E}"/>
          </ac:spMkLst>
        </pc:spChg>
        <pc:spChg chg="mod">
          <ac:chgData name="Aoi Seki" userId="3c72e6668d233292" providerId="LiveId" clId="{B9AE2B71-EDD8-5CEA-A9B6-04399197A6CF}" dt="2026-07-21T15:35:10.995" v="24575" actId="1037"/>
          <ac:spMkLst>
            <pc:docMk/>
            <pc:sldMk cId="2225942072" sldId="718"/>
            <ac:spMk id="19" creationId="{29FC7FA9-ACB6-098D-6812-52CF40D9A299}"/>
          </ac:spMkLst>
        </pc:spChg>
        <pc:grpChg chg="mod">
          <ac:chgData name="Aoi Seki" userId="3c72e6668d233292" providerId="LiveId" clId="{B9AE2B71-EDD8-5CEA-A9B6-04399197A6CF}" dt="2026-07-21T15:30:21.674" v="24482" actId="164"/>
          <ac:grpSpMkLst>
            <pc:docMk/>
            <pc:sldMk cId="2225942072" sldId="718"/>
            <ac:grpSpMk id="17" creationId="{D2B5928B-726E-B44E-2E36-A06E44E5A8BC}"/>
          </ac:grpSpMkLst>
        </pc:grpChg>
        <pc:grpChg chg="add mod">
          <ac:chgData name="Aoi Seki" userId="3c72e6668d233292" providerId="LiveId" clId="{B9AE2B71-EDD8-5CEA-A9B6-04399197A6CF}" dt="2026-07-21T15:33:17.899" v="24564" actId="1036"/>
          <ac:grpSpMkLst>
            <pc:docMk/>
            <pc:sldMk cId="2225942072" sldId="718"/>
            <ac:grpSpMk id="18" creationId="{D7742985-52D4-D9A2-6736-F81AC2480A2E}"/>
          </ac:grpSpMkLst>
        </pc:grpChg>
        <pc:grpChg chg="add mod">
          <ac:chgData name="Aoi Seki" userId="3c72e6668d233292" providerId="LiveId" clId="{B9AE2B71-EDD8-5CEA-A9B6-04399197A6CF}" dt="2026-07-21T15:33:17.899" v="24564" actId="1036"/>
          <ac:grpSpMkLst>
            <pc:docMk/>
            <pc:sldMk cId="2225942072" sldId="718"/>
            <ac:grpSpMk id="20" creationId="{E8D0C2D9-2524-1936-024C-D6C5F9943EC3}"/>
          </ac:grpSpMkLst>
        </pc:grpChg>
        <pc:grpChg chg="mod">
          <ac:chgData name="Aoi Seki" userId="3c72e6668d233292" providerId="LiveId" clId="{B9AE2B71-EDD8-5CEA-A9B6-04399197A6CF}" dt="2026-07-21T15:30:30.639" v="24483" actId="164"/>
          <ac:grpSpMkLst>
            <pc:docMk/>
            <pc:sldMk cId="2225942072" sldId="718"/>
            <ac:grpSpMk id="22" creationId="{AD9B51DB-90F6-B9DA-8D4F-9B5C6304EEF1}"/>
          </ac:grpSpMkLst>
        </pc:grpChg>
      </pc:sldChg>
      <pc:sldChg chg="addSp delSp modSp add mod">
        <pc:chgData name="Aoi Seki" userId="3c72e6668d233292" providerId="LiveId" clId="{B9AE2B71-EDD8-5CEA-A9B6-04399197A6CF}" dt="2026-07-21T23:52:19.894" v="25045" actId="1035"/>
        <pc:sldMkLst>
          <pc:docMk/>
          <pc:sldMk cId="3295728099" sldId="719"/>
        </pc:sldMkLst>
        <pc:spChg chg="del">
          <ac:chgData name="Aoi Seki" userId="3c72e6668d233292" providerId="LiveId" clId="{B9AE2B71-EDD8-5CEA-A9B6-04399197A6CF}" dt="2026-07-21T15:35:58.153" v="24578" actId="478"/>
          <ac:spMkLst>
            <pc:docMk/>
            <pc:sldMk cId="3295728099" sldId="719"/>
            <ac:spMk id="2" creationId="{B27BC347-8756-DD6E-8B86-A51B3FF21725}"/>
          </ac:spMkLst>
        </pc:spChg>
        <pc:spChg chg="mod topLvl">
          <ac:chgData name="Aoi Seki" userId="3c72e6668d233292" providerId="LiveId" clId="{B9AE2B71-EDD8-5CEA-A9B6-04399197A6CF}" dt="2026-07-21T23:52:19.894" v="25045" actId="1035"/>
          <ac:spMkLst>
            <pc:docMk/>
            <pc:sldMk cId="3295728099" sldId="719"/>
            <ac:spMk id="3" creationId="{B693C4B6-C8D8-BE42-07AD-12533B234485}"/>
          </ac:spMkLst>
        </pc:spChg>
        <pc:spChg chg="del topLvl">
          <ac:chgData name="Aoi Seki" userId="3c72e6668d233292" providerId="LiveId" clId="{B9AE2B71-EDD8-5CEA-A9B6-04399197A6CF}" dt="2026-07-21T15:38:02.235" v="24616" actId="478"/>
          <ac:spMkLst>
            <pc:docMk/>
            <pc:sldMk cId="3295728099" sldId="719"/>
            <ac:spMk id="4" creationId="{1105825B-BB06-1671-CB37-29E85A656BAA}"/>
          </ac:spMkLst>
        </pc:spChg>
        <pc:spChg chg="add mod">
          <ac:chgData name="Aoi Seki" userId="3c72e6668d233292" providerId="LiveId" clId="{B9AE2B71-EDD8-5CEA-A9B6-04399197A6CF}" dt="2026-07-21T15:35:55.385" v="24577"/>
          <ac:spMkLst>
            <pc:docMk/>
            <pc:sldMk cId="3295728099" sldId="719"/>
            <ac:spMk id="5" creationId="{F10EB7EC-54AF-51CF-5FC9-CE0B5C5A2190}"/>
          </ac:spMkLst>
        </pc:spChg>
        <pc:spChg chg="add mod">
          <ac:chgData name="Aoi Seki" userId="3c72e6668d233292" providerId="LiveId" clId="{B9AE2B71-EDD8-5CEA-A9B6-04399197A6CF}" dt="2026-07-21T15:35:58.394" v="24579"/>
          <ac:spMkLst>
            <pc:docMk/>
            <pc:sldMk cId="3295728099" sldId="719"/>
            <ac:spMk id="8" creationId="{0DAE39B1-4200-6D8D-7F8F-CB7F31A1003E}"/>
          </ac:spMkLst>
        </pc:spChg>
        <pc:spChg chg="add mod">
          <ac:chgData name="Aoi Seki" userId="3c72e6668d233292" providerId="LiveId" clId="{B9AE2B71-EDD8-5CEA-A9B6-04399197A6CF}" dt="2026-07-21T23:52:19.894" v="25045" actId="1035"/>
          <ac:spMkLst>
            <pc:docMk/>
            <pc:sldMk cId="3295728099" sldId="719"/>
            <ac:spMk id="9" creationId="{3C3EC874-258F-5A44-599E-160AF3E286A4}"/>
          </ac:spMkLst>
        </pc:spChg>
        <pc:spChg chg="add mod">
          <ac:chgData name="Aoi Seki" userId="3c72e6668d233292" providerId="LiveId" clId="{B9AE2B71-EDD8-5CEA-A9B6-04399197A6CF}" dt="2026-07-21T15:50:47.828" v="24730" actId="255"/>
          <ac:spMkLst>
            <pc:docMk/>
            <pc:sldMk cId="3295728099" sldId="719"/>
            <ac:spMk id="10" creationId="{0E030900-7452-2217-F166-E801A6B75176}"/>
          </ac:spMkLst>
        </pc:spChg>
        <pc:spChg chg="add mod">
          <ac:chgData name="Aoi Seki" userId="3c72e6668d233292" providerId="LiveId" clId="{B9AE2B71-EDD8-5CEA-A9B6-04399197A6CF}" dt="2026-07-21T15:50:56.309" v="24731" actId="122"/>
          <ac:spMkLst>
            <pc:docMk/>
            <pc:sldMk cId="3295728099" sldId="719"/>
            <ac:spMk id="11" creationId="{ADDC13C0-4E47-2383-9C97-D236DCF45ED3}"/>
          </ac:spMkLst>
        </pc:spChg>
        <pc:grpChg chg="del">
          <ac:chgData name="Aoi Seki" userId="3c72e6668d233292" providerId="LiveId" clId="{B9AE2B71-EDD8-5CEA-A9B6-04399197A6CF}" dt="2026-07-21T15:38:02.235" v="24616" actId="478"/>
          <ac:grpSpMkLst>
            <pc:docMk/>
            <pc:sldMk cId="3295728099" sldId="719"/>
            <ac:grpSpMk id="7" creationId="{24BCF307-266D-67A5-1536-FEF77E63F31D}"/>
          </ac:grpSpMkLst>
        </pc:grpChg>
        <pc:grpChg chg="add mod">
          <ac:chgData name="Aoi Seki" userId="3c72e6668d233292" providerId="LiveId" clId="{B9AE2B71-EDD8-5CEA-A9B6-04399197A6CF}" dt="2026-07-21T16:00:46.008" v="24780" actId="1035"/>
          <ac:grpSpMkLst>
            <pc:docMk/>
            <pc:sldMk cId="3295728099" sldId="719"/>
            <ac:grpSpMk id="12" creationId="{A16EF2F2-3E5C-EEF3-744C-BB4D11196573}"/>
          </ac:grpSpMkLst>
        </pc:grpChg>
        <pc:picChg chg="mod">
          <ac:chgData name="Aoi Seki" userId="3c72e6668d233292" providerId="LiveId" clId="{B9AE2B71-EDD8-5CEA-A9B6-04399197A6CF}" dt="2026-07-21T15:49:38.734" v="24729" actId="164"/>
          <ac:picMkLst>
            <pc:docMk/>
            <pc:sldMk cId="3295728099" sldId="719"/>
            <ac:picMk id="6" creationId="{C6FEBD80-5E92-C6E2-96B2-77C16E113BC4}"/>
          </ac:picMkLst>
        </pc:picChg>
      </pc:sldChg>
      <pc:sldChg chg="addSp delSp modSp add mod">
        <pc:chgData name="Aoi Seki" userId="3c72e6668d233292" providerId="LiveId" clId="{B9AE2B71-EDD8-5CEA-A9B6-04399197A6CF}" dt="2026-07-22T02:20:13.432" v="25823" actId="947"/>
        <pc:sldMkLst>
          <pc:docMk/>
          <pc:sldMk cId="1090664299" sldId="720"/>
        </pc:sldMkLst>
        <pc:spChg chg="add del">
          <ac:chgData name="Aoi Seki" userId="3c72e6668d233292" providerId="LiveId" clId="{B9AE2B71-EDD8-5CEA-A9B6-04399197A6CF}" dt="2026-07-21T23:44:51.786" v="24789" actId="478"/>
          <ac:spMkLst>
            <pc:docMk/>
            <pc:sldMk cId="1090664299" sldId="720"/>
            <ac:spMk id="2" creationId="{A6E912DC-2218-F164-4534-438F601CB361}"/>
          </ac:spMkLst>
        </pc:spChg>
        <pc:spChg chg="add mod">
          <ac:chgData name="Aoi Seki" userId="3c72e6668d233292" providerId="LiveId" clId="{B9AE2B71-EDD8-5CEA-A9B6-04399197A6CF}" dt="2026-07-21T23:44:33.074" v="24784"/>
          <ac:spMkLst>
            <pc:docMk/>
            <pc:sldMk cId="1090664299" sldId="720"/>
            <ac:spMk id="9" creationId="{A1A64F97-57F4-AD10-E0BA-88AE2B33DAE5}"/>
          </ac:spMkLst>
        </pc:spChg>
        <pc:spChg chg="add mod">
          <ac:chgData name="Aoi Seki" userId="3c72e6668d233292" providerId="LiveId" clId="{B9AE2B71-EDD8-5CEA-A9B6-04399197A6CF}" dt="2026-07-21T23:47:50.762" v="24936" actId="20577"/>
          <ac:spMkLst>
            <pc:docMk/>
            <pc:sldMk cId="1090664299" sldId="720"/>
            <ac:spMk id="10" creationId="{156DC606-DB70-3707-D43B-00CA12E23904}"/>
          </ac:spMkLst>
        </pc:spChg>
        <pc:spChg chg="mod">
          <ac:chgData name="Aoi Seki" userId="3c72e6668d233292" providerId="LiveId" clId="{B9AE2B71-EDD8-5CEA-A9B6-04399197A6CF}" dt="2026-07-21T23:47:58.443" v="24948" actId="1038"/>
          <ac:spMkLst>
            <pc:docMk/>
            <pc:sldMk cId="1090664299" sldId="720"/>
            <ac:spMk id="15" creationId="{558CB492-A179-C7DB-5B36-9AC1E98BE2E8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6" creationId="{A5618078-CBC3-212B-3AC7-5D35F6751832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7" creationId="{849A8264-9352-07D4-86CC-60253B2CFA6B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8" creationId="{DB921881-0DF2-2B6A-AAE6-6ACB7C94B3DF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9" creationId="{684C01F7-3583-14C5-A236-8B5C081FC38A}"/>
          </ac:spMkLst>
        </pc:spChg>
        <pc:spChg chg="mod">
          <ac:chgData name="Aoi Seki" userId="3c72e6668d233292" providerId="LiveId" clId="{B9AE2B71-EDD8-5CEA-A9B6-04399197A6CF}" dt="2026-07-22T02:20:13.432" v="25823" actId="947"/>
          <ac:spMkLst>
            <pc:docMk/>
            <pc:sldMk cId="1090664299" sldId="720"/>
            <ac:spMk id="22" creationId="{426BF7FF-DE7F-0AEB-74C3-81F3AD0773AA}"/>
          </ac:spMkLst>
        </pc:spChg>
        <pc:spChg chg="mod">
          <ac:chgData name="Aoi Seki" userId="3c72e6668d233292" providerId="LiveId" clId="{B9AE2B71-EDD8-5CEA-A9B6-04399197A6CF}" dt="2026-07-21T23:45:32.439" v="24815" actId="20577"/>
          <ac:spMkLst>
            <pc:docMk/>
            <pc:sldMk cId="1090664299" sldId="720"/>
            <ac:spMk id="23" creationId="{DA96BD2C-676F-AD51-1881-E68A5AD49403}"/>
          </ac:spMkLst>
        </pc:spChg>
        <pc:spChg chg="mod">
          <ac:chgData name="Aoi Seki" userId="3c72e6668d233292" providerId="LiveId" clId="{B9AE2B71-EDD8-5CEA-A9B6-04399197A6CF}" dt="2026-07-21T23:45:42.195" v="24827" actId="115"/>
          <ac:spMkLst>
            <pc:docMk/>
            <pc:sldMk cId="1090664299" sldId="720"/>
            <ac:spMk id="24" creationId="{38AF2657-8AC2-2048-FDE1-F50A59D2A01A}"/>
          </ac:spMkLst>
        </pc:spChg>
        <pc:spChg chg="mod">
          <ac:chgData name="Aoi Seki" userId="3c72e6668d233292" providerId="LiveId" clId="{B9AE2B71-EDD8-5CEA-A9B6-04399197A6CF}" dt="2026-07-21T23:45:28.466" v="24811"/>
          <ac:spMkLst>
            <pc:docMk/>
            <pc:sldMk cId="1090664299" sldId="720"/>
            <ac:spMk id="25" creationId="{AFC9E9D6-FD02-84EA-5FC1-F2EAF9438B15}"/>
          </ac:spMkLst>
        </pc:spChg>
        <pc:spChg chg="add mod">
          <ac:chgData name="Aoi Seki" userId="3c72e6668d233292" providerId="LiveId" clId="{B9AE2B71-EDD8-5CEA-A9B6-04399197A6CF}" dt="2026-07-21T23:50:37.273" v="25030" actId="164"/>
          <ac:spMkLst>
            <pc:docMk/>
            <pc:sldMk cId="1090664299" sldId="720"/>
            <ac:spMk id="26" creationId="{2A0C8F4D-B20B-0C08-F703-BEAD7DEA1AD3}"/>
          </ac:spMkLst>
        </pc:spChg>
        <pc:grpChg chg="del mod">
          <ac:chgData name="Aoi Seki" userId="3c72e6668d233292" providerId="LiveId" clId="{B9AE2B71-EDD8-5CEA-A9B6-04399197A6CF}" dt="2026-07-21T23:46:08.550" v="24840" actId="478"/>
          <ac:grpSpMkLst>
            <pc:docMk/>
            <pc:sldMk cId="1090664299" sldId="720"/>
            <ac:grpSpMk id="7" creationId="{FB03050F-FCF3-A17D-9E98-17B9F270BFE9}"/>
          </ac:grpSpMkLst>
        </pc:grpChg>
        <pc:grpChg chg="add mod">
          <ac:chgData name="Aoi Seki" userId="3c72e6668d233292" providerId="LiveId" clId="{B9AE2B71-EDD8-5CEA-A9B6-04399197A6CF}" dt="2026-07-21T23:45:21.170" v="24809" actId="1076"/>
          <ac:grpSpMkLst>
            <pc:docMk/>
            <pc:sldMk cId="1090664299" sldId="720"/>
            <ac:grpSpMk id="11" creationId="{296F6CDE-ECBF-DB76-2F23-517B96EF8B19}"/>
          </ac:grpSpMkLst>
        </pc:grpChg>
        <pc:grpChg chg="mod">
          <ac:chgData name="Aoi Seki" userId="3c72e6668d233292" providerId="LiveId" clId="{B9AE2B71-EDD8-5CEA-A9B6-04399197A6CF}" dt="2026-07-21T23:45:13.088" v="24807"/>
          <ac:grpSpMkLst>
            <pc:docMk/>
            <pc:sldMk cId="1090664299" sldId="720"/>
            <ac:grpSpMk id="12" creationId="{6DD07C82-3117-F94A-2745-6FF532A8A571}"/>
          </ac:grpSpMkLst>
        </pc:grpChg>
        <pc:grpChg chg="add mod">
          <ac:chgData name="Aoi Seki" userId="3c72e6668d233292" providerId="LiveId" clId="{B9AE2B71-EDD8-5CEA-A9B6-04399197A6CF}" dt="2026-07-21T23:50:37.273" v="25030" actId="164"/>
          <ac:grpSpMkLst>
            <pc:docMk/>
            <pc:sldMk cId="1090664299" sldId="720"/>
            <ac:grpSpMk id="20" creationId="{4BDAD6EF-BDC0-C1AA-8E14-030D5EF87BFF}"/>
          </ac:grpSpMkLst>
        </pc:grpChg>
        <pc:grpChg chg="mod">
          <ac:chgData name="Aoi Seki" userId="3c72e6668d233292" providerId="LiveId" clId="{B9AE2B71-EDD8-5CEA-A9B6-04399197A6CF}" dt="2026-07-21T23:45:28.466" v="24811"/>
          <ac:grpSpMkLst>
            <pc:docMk/>
            <pc:sldMk cId="1090664299" sldId="720"/>
            <ac:grpSpMk id="21" creationId="{E5CA6D4D-33C0-A565-1C56-13E075EDCF56}"/>
          </ac:grpSpMkLst>
        </pc:grpChg>
        <pc:grpChg chg="add mod">
          <ac:chgData name="Aoi Seki" userId="3c72e6668d233292" providerId="LiveId" clId="{B9AE2B71-EDD8-5CEA-A9B6-04399197A6CF}" dt="2026-07-21T23:50:38.681" v="25032" actId="1035"/>
          <ac:grpSpMkLst>
            <pc:docMk/>
            <pc:sldMk cId="1090664299" sldId="720"/>
            <ac:grpSpMk id="27" creationId="{B9E13FA2-3934-FD5F-F4AD-28F5EBF62FA6}"/>
          </ac:grpSpMkLst>
        </pc:grpChg>
      </pc:sldChg>
      <pc:sldChg chg="add del">
        <pc:chgData name="Aoi Seki" userId="3c72e6668d233292" providerId="LiveId" clId="{B9AE2B71-EDD8-5CEA-A9B6-04399197A6CF}" dt="2026-07-21T23:48:20.367" v="24955" actId="2696"/>
        <pc:sldMkLst>
          <pc:docMk/>
          <pc:sldMk cId="183168480" sldId="721"/>
        </pc:sldMkLst>
      </pc:sldChg>
      <pc:sldChg chg="add del">
        <pc:chgData name="Aoi Seki" userId="3c72e6668d233292" providerId="LiveId" clId="{B9AE2B71-EDD8-5CEA-A9B6-04399197A6CF}" dt="2026-07-21T23:50:52.058" v="25035" actId="2696"/>
        <pc:sldMkLst>
          <pc:docMk/>
          <pc:sldMk cId="3616615227" sldId="722"/>
        </pc:sldMkLst>
      </pc:sldChg>
      <pc:sldChg chg="addSp delSp modSp add mod">
        <pc:chgData name="Aoi Seki" userId="3c72e6668d233292" providerId="LiveId" clId="{B9AE2B71-EDD8-5CEA-A9B6-04399197A6CF}" dt="2026-07-22T02:21:10.831" v="25826" actId="947"/>
        <pc:sldMkLst>
          <pc:docMk/>
          <pc:sldMk cId="2871396514" sldId="723"/>
        </pc:sldMkLst>
        <pc:spChg chg="add mod">
          <ac:chgData name="Aoi Seki" userId="3c72e6668d233292" providerId="LiveId" clId="{B9AE2B71-EDD8-5CEA-A9B6-04399197A6CF}" dt="2026-07-21T23:48:40.097" v="24965" actId="167"/>
          <ac:spMkLst>
            <pc:docMk/>
            <pc:sldMk cId="2871396514" sldId="723"/>
            <ac:spMk id="2" creationId="{9609ED05-9701-30A5-8ABB-C0ED72AD18AD}"/>
          </ac:spMkLst>
        </pc:spChg>
        <pc:spChg chg="mod">
          <ac:chgData name="Aoi Seki" userId="3c72e6668d233292" providerId="LiveId" clId="{B9AE2B71-EDD8-5CEA-A9B6-04399197A6CF}" dt="2026-07-21T23:48:26.943" v="24962" actId="20577"/>
          <ac:spMkLst>
            <pc:docMk/>
            <pc:sldMk cId="2871396514" sldId="723"/>
            <ac:spMk id="10" creationId="{600103E9-C6E2-BB4E-EBA8-9C554A49CFAD}"/>
          </ac:spMkLst>
        </pc:spChg>
        <pc:spChg chg="del">
          <ac:chgData name="Aoi Seki" userId="3c72e6668d233292" providerId="LiveId" clId="{B9AE2B71-EDD8-5CEA-A9B6-04399197A6CF}" dt="2026-07-21T23:48:42.849" v="24966" actId="478"/>
          <ac:spMkLst>
            <pc:docMk/>
            <pc:sldMk cId="2871396514" sldId="723"/>
            <ac:spMk id="15" creationId="{D74009C6-4E71-5A32-EF56-08C83D5AF982}"/>
          </ac:spMkLst>
        </pc:spChg>
        <pc:spChg chg="mod">
          <ac:chgData name="Aoi Seki" userId="3c72e6668d233292" providerId="LiveId" clId="{B9AE2B71-EDD8-5CEA-A9B6-04399197A6CF}" dt="2026-07-22T02:21:10.831" v="25826" actId="947"/>
          <ac:spMkLst>
            <pc:docMk/>
            <pc:sldMk cId="2871396514" sldId="723"/>
            <ac:spMk id="22" creationId="{2BF10EE9-272C-A586-4B8A-93D3B7637758}"/>
          </ac:spMkLst>
        </pc:spChg>
        <pc:spChg chg="mod">
          <ac:chgData name="Aoi Seki" userId="3c72e6668d233292" providerId="LiveId" clId="{B9AE2B71-EDD8-5CEA-A9B6-04399197A6CF}" dt="2026-07-21T23:48:48.399" v="24970" actId="20577"/>
          <ac:spMkLst>
            <pc:docMk/>
            <pc:sldMk cId="2871396514" sldId="723"/>
            <ac:spMk id="23" creationId="{85192CEB-C3CB-2173-D163-352AE36A132B}"/>
          </ac:spMkLst>
        </pc:spChg>
        <pc:spChg chg="mod">
          <ac:chgData name="Aoi Seki" userId="3c72e6668d233292" providerId="LiveId" clId="{B9AE2B71-EDD8-5CEA-A9B6-04399197A6CF}" dt="2026-07-21T23:49:01.008" v="25001" actId="115"/>
          <ac:spMkLst>
            <pc:docMk/>
            <pc:sldMk cId="2871396514" sldId="723"/>
            <ac:spMk id="24" creationId="{C8092AEF-F792-8C03-FC94-83EF6620CB43}"/>
          </ac:spMkLst>
        </pc:spChg>
        <pc:spChg chg="del">
          <ac:chgData name="Aoi Seki" userId="3c72e6668d233292" providerId="LiveId" clId="{B9AE2B71-EDD8-5CEA-A9B6-04399197A6CF}" dt="2026-07-21T23:48:50.785" v="24971" actId="478"/>
          <ac:spMkLst>
            <pc:docMk/>
            <pc:sldMk cId="2871396514" sldId="723"/>
            <ac:spMk id="26" creationId="{8EB9973A-B5F6-0C4A-EDEA-4888AAEFEF88}"/>
          </ac:spMkLst>
        </pc:spChg>
        <pc:grpChg chg="add mod">
          <ac:chgData name="Aoi Seki" userId="3c72e6668d233292" providerId="LiveId" clId="{B9AE2B71-EDD8-5CEA-A9B6-04399197A6CF}" dt="2026-07-21T23:49:38.177" v="25016"/>
          <ac:grpSpMkLst>
            <pc:docMk/>
            <pc:sldMk cId="2871396514" sldId="723"/>
            <ac:grpSpMk id="3" creationId="{076AB96C-10FD-1571-EBC1-017EE1006A70}"/>
          </ac:grpSpMkLst>
        </pc:grpChg>
        <pc:grpChg chg="add mod">
          <ac:chgData name="Aoi Seki" userId="3c72e6668d233292" providerId="LiveId" clId="{B9AE2B71-EDD8-5CEA-A9B6-04399197A6CF}" dt="2026-07-21T23:49:42.596" v="25018"/>
          <ac:grpSpMkLst>
            <pc:docMk/>
            <pc:sldMk cId="2871396514" sldId="723"/>
            <ac:grpSpMk id="6" creationId="{228391BB-2F65-047F-CAA4-1B643D499F64}"/>
          </ac:grpSpMkLst>
        </pc:grpChg>
        <pc:grpChg chg="mod">
          <ac:chgData name="Aoi Seki" userId="3c72e6668d233292" providerId="LiveId" clId="{B9AE2B71-EDD8-5CEA-A9B6-04399197A6CF}" dt="2026-07-21T23:50:27.122" v="25027" actId="1035"/>
          <ac:grpSpMkLst>
            <pc:docMk/>
            <pc:sldMk cId="2871396514" sldId="723"/>
            <ac:grpSpMk id="20" creationId="{0CBB3579-DA03-8436-11E0-9BDE8BA2E727}"/>
          </ac:grpSpMkLst>
        </pc:grpChg>
        <pc:grpChg chg="del">
          <ac:chgData name="Aoi Seki" userId="3c72e6668d233292" providerId="LiveId" clId="{B9AE2B71-EDD8-5CEA-A9B6-04399197A6CF}" dt="2026-07-21T23:49:42.297" v="25017" actId="478"/>
          <ac:grpSpMkLst>
            <pc:docMk/>
            <pc:sldMk cId="2871396514" sldId="723"/>
            <ac:grpSpMk id="62" creationId="{4A324498-B734-988E-1DD3-3F384108FF67}"/>
          </ac:grpSpMkLst>
        </pc:grpChg>
        <pc:picChg chg="mod">
          <ac:chgData name="Aoi Seki" userId="3c72e6668d233292" providerId="LiveId" clId="{B9AE2B71-EDD8-5CEA-A9B6-04399197A6CF}" dt="2026-07-21T23:49:38.177" v="25016"/>
          <ac:picMkLst>
            <pc:docMk/>
            <pc:sldMk cId="2871396514" sldId="723"/>
            <ac:picMk id="4" creationId="{AC84E135-9688-5702-4730-20AC2AA6BEF4}"/>
          </ac:picMkLst>
        </pc:picChg>
        <pc:picChg chg="mod">
          <ac:chgData name="Aoi Seki" userId="3c72e6668d233292" providerId="LiveId" clId="{B9AE2B71-EDD8-5CEA-A9B6-04399197A6CF}" dt="2026-07-21T23:49:38.177" v="25016"/>
          <ac:picMkLst>
            <pc:docMk/>
            <pc:sldMk cId="2871396514" sldId="723"/>
            <ac:picMk id="5" creationId="{2C7AFE6C-459C-64AF-3107-3E673FF01349}"/>
          </ac:picMkLst>
        </pc:picChg>
        <pc:picChg chg="mod">
          <ac:chgData name="Aoi Seki" userId="3c72e6668d233292" providerId="LiveId" clId="{B9AE2B71-EDD8-5CEA-A9B6-04399197A6CF}" dt="2026-07-21T23:49:42.596" v="25018"/>
          <ac:picMkLst>
            <pc:docMk/>
            <pc:sldMk cId="2871396514" sldId="723"/>
            <ac:picMk id="7" creationId="{C7834C0E-4C8B-9A86-3E85-26F5101F89A6}"/>
          </ac:picMkLst>
        </pc:picChg>
        <pc:picChg chg="mod">
          <ac:chgData name="Aoi Seki" userId="3c72e6668d233292" providerId="LiveId" clId="{B9AE2B71-EDD8-5CEA-A9B6-04399197A6CF}" dt="2026-07-21T23:49:42.596" v="25018"/>
          <ac:picMkLst>
            <pc:docMk/>
            <pc:sldMk cId="2871396514" sldId="723"/>
            <ac:picMk id="8" creationId="{A1309889-CB2D-04FA-89DF-7298B7EA7D26}"/>
          </ac:picMkLst>
        </pc:picChg>
      </pc:sldChg>
      <pc:sldChg chg="addSp delSp modSp add mod">
        <pc:chgData name="Aoi Seki" userId="3c72e6668d233292" providerId="LiveId" clId="{B9AE2B71-EDD8-5CEA-A9B6-04399197A6CF}" dt="2026-07-21T23:53:17.153" v="25060" actId="164"/>
        <pc:sldMkLst>
          <pc:docMk/>
          <pc:sldMk cId="3441633917" sldId="724"/>
        </pc:sldMkLst>
        <pc:spChg chg="del">
          <ac:chgData name="Aoi Seki" userId="3c72e6668d233292" providerId="LiveId" clId="{B9AE2B71-EDD8-5CEA-A9B6-04399197A6CF}" dt="2026-07-21T23:51:30.056" v="25037" actId="478"/>
          <ac:spMkLst>
            <pc:docMk/>
            <pc:sldMk cId="3441633917" sldId="724"/>
            <ac:spMk id="2" creationId="{024DE522-4A1F-DB8D-6C77-6843E9A2ED36}"/>
          </ac:spMkLst>
        </pc:spChg>
        <pc:spChg chg="del">
          <ac:chgData name="Aoi Seki" userId="3c72e6668d233292" providerId="LiveId" clId="{B9AE2B71-EDD8-5CEA-A9B6-04399197A6CF}" dt="2026-07-21T23:51:30.056" v="25037" actId="478"/>
          <ac:spMkLst>
            <pc:docMk/>
            <pc:sldMk cId="3441633917" sldId="724"/>
            <ac:spMk id="3" creationId="{FF96C1A8-ED66-A498-98FF-1334D1DEFF8E}"/>
          </ac:spMkLst>
        </pc:spChg>
        <pc:spChg chg="del">
          <ac:chgData name="Aoi Seki" userId="3c72e6668d233292" providerId="LiveId" clId="{B9AE2B71-EDD8-5CEA-A9B6-04399197A6CF}" dt="2026-07-21T23:51:30.056" v="25037" actId="478"/>
          <ac:spMkLst>
            <pc:docMk/>
            <pc:sldMk cId="3441633917" sldId="724"/>
            <ac:spMk id="4" creationId="{96F0BD19-140E-D301-E517-BDFB48491EE1}"/>
          </ac:spMkLst>
        </pc:spChg>
        <pc:spChg chg="add del mod">
          <ac:chgData name="Aoi Seki" userId="3c72e6668d233292" providerId="LiveId" clId="{B9AE2B71-EDD8-5CEA-A9B6-04399197A6CF}" dt="2026-07-21T23:52:26.820" v="25046" actId="478"/>
          <ac:spMkLst>
            <pc:docMk/>
            <pc:sldMk cId="3441633917" sldId="724"/>
            <ac:spMk id="5" creationId="{1C77858D-5B9C-7EF4-AC23-CC9BBA6EEA4D}"/>
          </ac:spMkLst>
        </pc:spChg>
        <pc:spChg chg="add mod">
          <ac:chgData name="Aoi Seki" userId="3c72e6668d233292" providerId="LiveId" clId="{B9AE2B71-EDD8-5CEA-A9B6-04399197A6CF}" dt="2026-07-21T23:51:30.530" v="25038"/>
          <ac:spMkLst>
            <pc:docMk/>
            <pc:sldMk cId="3441633917" sldId="724"/>
            <ac:spMk id="7" creationId="{08362C53-9237-D7D8-B796-0DD55D2972E6}"/>
          </ac:spMkLst>
        </pc:spChg>
        <pc:spChg chg="add del mod">
          <ac:chgData name="Aoi Seki" userId="3c72e6668d233292" providerId="LiveId" clId="{B9AE2B71-EDD8-5CEA-A9B6-04399197A6CF}" dt="2026-07-21T23:52:26.820" v="25046" actId="478"/>
          <ac:spMkLst>
            <pc:docMk/>
            <pc:sldMk cId="3441633917" sldId="724"/>
            <ac:spMk id="8" creationId="{8CF3D430-212C-B1EC-B7A9-704304E55CB2}"/>
          </ac:spMkLst>
        </pc:spChg>
        <pc:spChg chg="mod">
          <ac:chgData name="Aoi Seki" userId="3c72e6668d233292" providerId="LiveId" clId="{B9AE2B71-EDD8-5CEA-A9B6-04399197A6CF}" dt="2026-07-21T23:51:43.534" v="25040"/>
          <ac:spMkLst>
            <pc:docMk/>
            <pc:sldMk cId="3441633917" sldId="724"/>
            <ac:spMk id="11" creationId="{CF5A669E-4B16-798E-54A3-37E0D2E43168}"/>
          </ac:spMkLst>
        </pc:spChg>
        <pc:spChg chg="mod">
          <ac:chgData name="Aoi Seki" userId="3c72e6668d233292" providerId="LiveId" clId="{B9AE2B71-EDD8-5CEA-A9B6-04399197A6CF}" dt="2026-07-21T23:51:43.534" v="25040"/>
          <ac:spMkLst>
            <pc:docMk/>
            <pc:sldMk cId="3441633917" sldId="724"/>
            <ac:spMk id="12" creationId="{BC73136C-ED20-91F8-76C4-C7854AE72C0F}"/>
          </ac:spMkLst>
        </pc:spChg>
        <pc:spChg chg="add mod">
          <ac:chgData name="Aoi Seki" userId="3c72e6668d233292" providerId="LiveId" clId="{B9AE2B71-EDD8-5CEA-A9B6-04399197A6CF}" dt="2026-07-21T23:52:27.167" v="25047"/>
          <ac:spMkLst>
            <pc:docMk/>
            <pc:sldMk cId="3441633917" sldId="724"/>
            <ac:spMk id="13" creationId="{3E975C91-C417-3110-BD10-C17E72C9C652}"/>
          </ac:spMkLst>
        </pc:spChg>
        <pc:spChg chg="add mod">
          <ac:chgData name="Aoi Seki" userId="3c72e6668d233292" providerId="LiveId" clId="{B9AE2B71-EDD8-5CEA-A9B6-04399197A6CF}" dt="2026-07-21T23:52:27.167" v="25047"/>
          <ac:spMkLst>
            <pc:docMk/>
            <pc:sldMk cId="3441633917" sldId="724"/>
            <ac:spMk id="14" creationId="{6F1CFC42-3118-00E9-2C1D-0EA7DD608172}"/>
          </ac:spMkLst>
        </pc:spChg>
        <pc:grpChg chg="add mod">
          <ac:chgData name="Aoi Seki" userId="3c72e6668d233292" providerId="LiveId" clId="{B9AE2B71-EDD8-5CEA-A9B6-04399197A6CF}" dt="2026-07-21T23:53:17.153" v="25060" actId="164"/>
          <ac:grpSpMkLst>
            <pc:docMk/>
            <pc:sldMk cId="3441633917" sldId="724"/>
            <ac:grpSpMk id="9" creationId="{9940B11F-90B4-10CF-EF79-9D98D0286785}"/>
          </ac:grpSpMkLst>
        </pc:grpChg>
        <pc:grpChg chg="add mod">
          <ac:chgData name="Aoi Seki" userId="3c72e6668d233292" providerId="LiveId" clId="{B9AE2B71-EDD8-5CEA-A9B6-04399197A6CF}" dt="2026-07-21T23:53:17.153" v="25060" actId="164"/>
          <ac:grpSpMkLst>
            <pc:docMk/>
            <pc:sldMk cId="3441633917" sldId="724"/>
            <ac:grpSpMk id="17" creationId="{CFD53D9F-CD3C-01F3-7285-CBAABEF73215}"/>
          </ac:grpSpMkLst>
        </pc:grpChg>
        <pc:picChg chg="del">
          <ac:chgData name="Aoi Seki" userId="3c72e6668d233292" providerId="LiveId" clId="{B9AE2B71-EDD8-5CEA-A9B6-04399197A6CF}" dt="2026-07-21T23:51:43.222" v="25039" actId="478"/>
          <ac:picMkLst>
            <pc:docMk/>
            <pc:sldMk cId="3441633917" sldId="724"/>
            <ac:picMk id="6" creationId="{7F7DF39C-9ACD-2E26-2944-1EE8873B64BA}"/>
          </ac:picMkLst>
        </pc:picChg>
        <pc:picChg chg="del mod">
          <ac:chgData name="Aoi Seki" userId="3c72e6668d233292" providerId="LiveId" clId="{B9AE2B71-EDD8-5CEA-A9B6-04399197A6CF}" dt="2026-07-21T23:53:11.060" v="25059" actId="478"/>
          <ac:picMkLst>
            <pc:docMk/>
            <pc:sldMk cId="3441633917" sldId="724"/>
            <ac:picMk id="10" creationId="{4152D536-A09D-1674-BD3E-D1D7CC3177D0}"/>
          </ac:picMkLst>
        </pc:picChg>
        <pc:picChg chg="add mod">
          <ac:chgData name="Aoi Seki" userId="3c72e6668d233292" providerId="LiveId" clId="{B9AE2B71-EDD8-5CEA-A9B6-04399197A6CF}" dt="2026-07-21T23:53:17.153" v="25060" actId="164"/>
          <ac:picMkLst>
            <pc:docMk/>
            <pc:sldMk cId="3441633917" sldId="724"/>
            <ac:picMk id="16" creationId="{4485643A-CB5D-0D24-90FF-6B1823987D60}"/>
          </ac:picMkLst>
        </pc:picChg>
      </pc:sldChg>
      <pc:sldChg chg="addSp delSp modSp add mod">
        <pc:chgData name="Aoi Seki" userId="3c72e6668d233292" providerId="LiveId" clId="{B9AE2B71-EDD8-5CEA-A9B6-04399197A6CF}" dt="2026-07-22T02:25:48.755" v="25829" actId="1036"/>
        <pc:sldMkLst>
          <pc:docMk/>
          <pc:sldMk cId="1440237601" sldId="725"/>
        </pc:sldMkLst>
        <pc:spChg chg="add mod">
          <ac:chgData name="Aoi Seki" userId="3c72e6668d233292" providerId="LiveId" clId="{B9AE2B71-EDD8-5CEA-A9B6-04399197A6CF}" dt="2026-07-22T00:17:42.867" v="25063"/>
          <ac:spMkLst>
            <pc:docMk/>
            <pc:sldMk cId="1440237601" sldId="725"/>
            <ac:spMk id="3" creationId="{D0319439-0E66-6DE3-DC09-B1F55EA8DA26}"/>
          </ac:spMkLst>
        </pc:spChg>
        <pc:spChg chg="add mod">
          <ac:chgData name="Aoi Seki" userId="3c72e6668d233292" providerId="LiveId" clId="{B9AE2B71-EDD8-5CEA-A9B6-04399197A6CF}" dt="2026-07-22T00:32:21.834" v="25749" actId="1035"/>
          <ac:spMkLst>
            <pc:docMk/>
            <pc:sldMk cId="1440237601" sldId="725"/>
            <ac:spMk id="10" creationId="{B122B451-8E9B-C938-E695-6B1C0F9AE33B}"/>
          </ac:spMkLst>
        </pc:spChg>
        <pc:spChg chg="add mod">
          <ac:chgData name="Aoi Seki" userId="3c72e6668d233292" providerId="LiveId" clId="{B9AE2B71-EDD8-5CEA-A9B6-04399197A6CF}" dt="2026-07-22T00:32:17.472" v="25748" actId="1036"/>
          <ac:spMkLst>
            <pc:docMk/>
            <pc:sldMk cId="1440237601" sldId="725"/>
            <ac:spMk id="13" creationId="{03F5A7C3-21D2-17EC-3667-CA68B2AE41CC}"/>
          </ac:spMkLst>
        </pc:spChg>
        <pc:spChg chg="add mod">
          <ac:chgData name="Aoi Seki" userId="3c72e6668d233292" providerId="LiveId" clId="{B9AE2B71-EDD8-5CEA-A9B6-04399197A6CF}" dt="2026-07-22T00:35:10.356" v="25781" actId="947"/>
          <ac:spMkLst>
            <pc:docMk/>
            <pc:sldMk cId="1440237601" sldId="725"/>
            <ac:spMk id="14" creationId="{8607932B-5F4C-FBA7-28BA-15D41AB4DE9A}"/>
          </ac:spMkLst>
        </pc:spChg>
        <pc:spChg chg="add del mod">
          <ac:chgData name="Aoi Seki" userId="3c72e6668d233292" providerId="LiveId" clId="{B9AE2B71-EDD8-5CEA-A9B6-04399197A6CF}" dt="2026-07-22T00:28:52.910" v="25613" actId="478"/>
          <ac:spMkLst>
            <pc:docMk/>
            <pc:sldMk cId="1440237601" sldId="725"/>
            <ac:spMk id="15" creationId="{AC040718-4095-A6ED-61CE-EE34A46A8738}"/>
          </ac:spMkLst>
        </pc:spChg>
        <pc:spChg chg="add del mod">
          <ac:chgData name="Aoi Seki" userId="3c72e6668d233292" providerId="LiveId" clId="{B9AE2B71-EDD8-5CEA-A9B6-04399197A6CF}" dt="2026-07-22T00:31:06.921" v="25729" actId="478"/>
          <ac:spMkLst>
            <pc:docMk/>
            <pc:sldMk cId="1440237601" sldId="725"/>
            <ac:spMk id="16" creationId="{0CA03807-3599-03A4-7860-A18DFD0FC1D7}"/>
          </ac:spMkLst>
        </pc:spChg>
        <pc:spChg chg="add del mod">
          <ac:chgData name="Aoi Seki" userId="3c72e6668d233292" providerId="LiveId" clId="{B9AE2B71-EDD8-5CEA-A9B6-04399197A6CF}" dt="2026-07-22T00:31:06.921" v="25729" actId="478"/>
          <ac:spMkLst>
            <pc:docMk/>
            <pc:sldMk cId="1440237601" sldId="725"/>
            <ac:spMk id="17" creationId="{139BA88D-4D08-AAD5-1031-C034CDBFEEBD}"/>
          </ac:spMkLst>
        </pc:spChg>
        <pc:spChg chg="add mod">
          <ac:chgData name="Aoi Seki" userId="3c72e6668d233292" providerId="LiveId" clId="{B9AE2B71-EDD8-5CEA-A9B6-04399197A6CF}" dt="2026-07-22T02:25:48.755" v="25829" actId="1036"/>
          <ac:spMkLst>
            <pc:docMk/>
            <pc:sldMk cId="1440237601" sldId="725"/>
            <ac:spMk id="18" creationId="{8AD58E39-A831-D43A-10C4-131500C19757}"/>
          </ac:spMkLst>
        </pc:spChg>
        <pc:spChg chg="add mod">
          <ac:chgData name="Aoi Seki" userId="3c72e6668d233292" providerId="LiveId" clId="{B9AE2B71-EDD8-5CEA-A9B6-04399197A6CF}" dt="2026-07-22T02:23:52.561" v="25828" actId="1035"/>
          <ac:spMkLst>
            <pc:docMk/>
            <pc:sldMk cId="1440237601" sldId="725"/>
            <ac:spMk id="19" creationId="{10044E49-D048-F105-963C-62CFA7F88795}"/>
          </ac:spMkLst>
        </pc:spChg>
        <pc:spChg chg="add mod">
          <ac:chgData name="Aoi Seki" userId="3c72e6668d233292" providerId="LiveId" clId="{B9AE2B71-EDD8-5CEA-A9B6-04399197A6CF}" dt="2026-07-22T02:23:52.561" v="25828" actId="1035"/>
          <ac:spMkLst>
            <pc:docMk/>
            <pc:sldMk cId="1440237601" sldId="725"/>
            <ac:spMk id="20" creationId="{55E5E9B7-A91F-B928-A9F3-3F5C74ED168C}"/>
          </ac:spMkLst>
        </pc:spChg>
        <pc:grpChg chg="del">
          <ac:chgData name="Aoi Seki" userId="3c72e6668d233292" providerId="LiveId" clId="{B9AE2B71-EDD8-5CEA-A9B6-04399197A6CF}" dt="2026-07-22T00:17:19.739" v="25062" actId="478"/>
          <ac:grpSpMkLst>
            <pc:docMk/>
            <pc:sldMk cId="1440237601" sldId="725"/>
            <ac:grpSpMk id="11" creationId="{24483A53-A93A-8733-3156-87DF3C6589B1}"/>
          </ac:grpSpMkLst>
        </pc:grpChg>
        <pc:grpChg chg="del mod">
          <ac:chgData name="Aoi Seki" userId="3c72e6668d233292" providerId="LiveId" clId="{B9AE2B71-EDD8-5CEA-A9B6-04399197A6CF}" dt="2026-07-22T00:26:00.641" v="25407" actId="478"/>
          <ac:grpSpMkLst>
            <pc:docMk/>
            <pc:sldMk cId="1440237601" sldId="725"/>
            <ac:grpSpMk id="12" creationId="{8DF09E5D-540C-2C0F-DEA5-EDD00CBFD2B6}"/>
          </ac:grpSpMkLst>
        </pc:grpChg>
      </pc:sldChg>
      <pc:sldChg chg="add del">
        <pc:chgData name="Aoi Seki" userId="3c72e6668d233292" providerId="LiveId" clId="{B9AE2B71-EDD8-5CEA-A9B6-04399197A6CF}" dt="2026-07-22T00:36:28.022" v="25797" actId="2696"/>
        <pc:sldMkLst>
          <pc:docMk/>
          <pc:sldMk cId="1576689341" sldId="726"/>
        </pc:sldMkLst>
      </pc:sldChg>
      <pc:sldChg chg="add">
        <pc:chgData name="Aoi Seki" userId="3c72e6668d233292" providerId="LiveId" clId="{B9AE2B71-EDD8-5CEA-A9B6-04399197A6CF}" dt="2026-07-21T23:53:50.727" v="25061"/>
        <pc:sldMkLst>
          <pc:docMk/>
          <pc:sldMk cId="1624146433" sldId="727"/>
        </pc:sldMkLst>
      </pc:sldChg>
      <pc:sldMasterChg chg="modSldLayout">
        <pc:chgData name="Aoi Seki" userId="3c72e6668d233292" providerId="LiveId" clId="{B9AE2B71-EDD8-5CEA-A9B6-04399197A6CF}" dt="2026-07-07T12:13:48.133" v="18974" actId="20577"/>
        <pc:sldMasterMkLst>
          <pc:docMk/>
          <pc:sldMasterMk cId="3847310903" sldId="2147483738"/>
        </pc:sldMasterMkLst>
        <pc:sldLayoutChg chg="modSp mod">
          <pc:chgData name="Aoi Seki" userId="3c72e6668d233292" providerId="LiveId" clId="{B9AE2B71-EDD8-5CEA-A9B6-04399197A6CF}" dt="2026-07-07T08:42:28.144" v="17769" actId="20577"/>
          <pc:sldLayoutMkLst>
            <pc:docMk/>
            <pc:sldMasterMk cId="3847310903" sldId="2147483738"/>
            <pc:sldLayoutMk cId="941720685" sldId="2147483761"/>
          </pc:sldLayoutMkLst>
          <pc:spChg chg="mod">
            <ac:chgData name="Aoi Seki" userId="3c72e6668d233292" providerId="LiveId" clId="{B9AE2B71-EDD8-5CEA-A9B6-04399197A6CF}" dt="2026-07-07T08:42:28.144" v="17769" actId="20577"/>
            <ac:spMkLst>
              <pc:docMk/>
              <pc:sldMasterMk cId="3847310903" sldId="2147483738"/>
              <pc:sldLayoutMk cId="941720685" sldId="2147483761"/>
              <ac:spMk id="6" creationId="{48A53052-673D-3D58-8593-41204167CE3F}"/>
            </ac:spMkLst>
          </pc:spChg>
        </pc:sldLayoutChg>
        <pc:sldLayoutChg chg="modSp mod">
          <pc:chgData name="Aoi Seki" userId="3c72e6668d233292" providerId="LiveId" clId="{B9AE2B71-EDD8-5CEA-A9B6-04399197A6CF}" dt="2026-07-07T12:13:48.133" v="18974" actId="20577"/>
          <pc:sldLayoutMkLst>
            <pc:docMk/>
            <pc:sldMasterMk cId="3847310903" sldId="2147483738"/>
            <pc:sldLayoutMk cId="896620167" sldId="2147483762"/>
          </pc:sldLayoutMkLst>
          <pc:spChg chg="mod">
            <ac:chgData name="Aoi Seki" userId="3c72e6668d233292" providerId="LiveId" clId="{B9AE2B71-EDD8-5CEA-A9B6-04399197A6CF}" dt="2026-07-07T12:13:48.133" v="18974" actId="20577"/>
            <ac:spMkLst>
              <pc:docMk/>
              <pc:sldMasterMk cId="3847310903" sldId="2147483738"/>
              <pc:sldLayoutMk cId="896620167" sldId="2147483762"/>
              <ac:spMk id="6" creationId="{48A53052-673D-3D58-8593-41204167CE3F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15BE4-A486-474C-B16D-8EC3F0EBB2E4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E8E2C-C6E7-47E1-A50F-F18D40717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96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A33D-451C-9BE2-BC75-75F36A09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25ECED0-362A-BEE8-A0E4-0A5C7B21E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5E2F25-3BFE-68CB-9CC1-941811008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9A7B84-46AC-2D98-7385-6ACCC76CF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EE8E2C-C6E7-47E1-A50F-F18D407175E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992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・目的の説明</a:t>
            </a:r>
            <a:endParaRPr kumimoji="1" lang="en-US" altLang="ja-JP" dirty="0"/>
          </a:p>
          <a:p>
            <a:r>
              <a:rPr kumimoji="1" lang="ja-JP" altLang="en-US"/>
              <a:t>・４つのフェーズで構成（それぞれ説明）</a:t>
            </a:r>
            <a:endParaRPr kumimoji="1" lang="en-US" altLang="ja-JP" dirty="0"/>
          </a:p>
          <a:p>
            <a:r>
              <a:rPr kumimoji="1" lang="ja-JP" altLang="en-US"/>
              <a:t>・中間発表では</a:t>
            </a:r>
            <a:r>
              <a:rPr kumimoji="1" lang="en-US" altLang="ja-JP" dirty="0"/>
              <a:t>〜</a:t>
            </a:r>
          </a:p>
          <a:p>
            <a:r>
              <a:rPr kumimoji="1" lang="ja-JP" altLang="en-US"/>
              <a:t>・フェーズ０では、３つのニーズに</a:t>
            </a:r>
            <a:endParaRPr kumimoji="1" lang="en-US" altLang="ja-JP" dirty="0"/>
          </a:p>
          <a:p>
            <a:r>
              <a:rPr kumimoji="1" lang="ja-JP" altLang="en-US"/>
              <a:t>・フェーズ１では、そのようなニーズに対する「対応」の問題点を３つ特定した</a:t>
            </a:r>
            <a:endParaRPr kumimoji="1" lang="en-US" altLang="ja-JP" dirty="0"/>
          </a:p>
          <a:p>
            <a:r>
              <a:rPr kumimoji="1" lang="ja-JP" altLang="en-US"/>
              <a:t>・一つ目は、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22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・健康ニーズを把握</a:t>
            </a:r>
            <a:endParaRPr kumimoji="1" lang="en-US" altLang="ja-JP" dirty="0"/>
          </a:p>
          <a:p>
            <a:r>
              <a:rPr kumimoji="1" lang="ja-JP" altLang="en-US"/>
              <a:t>・左の図をご覧ください</a:t>
            </a:r>
            <a:endParaRPr kumimoji="1" lang="en-US" altLang="ja-JP" dirty="0"/>
          </a:p>
          <a:p>
            <a:r>
              <a:rPr kumimoji="1" lang="ja-JP" altLang="en-US"/>
              <a:t>・縦軸には、健康ニーズをさらに細分化した詳細ニーズを</a:t>
            </a:r>
            <a:endParaRPr kumimoji="1" lang="en-US" altLang="ja-JP" dirty="0"/>
          </a:p>
          <a:p>
            <a:r>
              <a:rPr kumimoji="1" lang="ja-JP" altLang="en-US"/>
              <a:t>・横軸には、性別</a:t>
            </a:r>
            <a:r>
              <a:rPr kumimoji="1" lang="en-US" altLang="ja-JP" dirty="0"/>
              <a:t>×</a:t>
            </a:r>
            <a:r>
              <a:rPr kumimoji="1" lang="ja-JP" altLang="en-US"/>
              <a:t>年代</a:t>
            </a:r>
            <a:endParaRPr kumimoji="1" lang="en-US" altLang="ja-JP" dirty="0"/>
          </a:p>
          <a:p>
            <a:r>
              <a:rPr kumimoji="1" lang="ja-JP" altLang="en-US"/>
              <a:t>・２軸で構成されるセグメント表</a:t>
            </a:r>
            <a:endParaRPr kumimoji="1" lang="en-US" altLang="ja-JP" dirty="0"/>
          </a:p>
          <a:p>
            <a:r>
              <a:rPr kumimoji="1" lang="ja-JP" altLang="en-US"/>
              <a:t>・それぞれのセグメントで、</a:t>
            </a:r>
            <a:r>
              <a:rPr kumimoji="1" lang="en-US" altLang="ja-JP" dirty="0"/>
              <a:t>〜</a:t>
            </a:r>
            <a:r>
              <a:rPr kumimoji="1" lang="ja-JP" altLang="en-US"/>
              <a:t>を確認する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・ニーズの大きさは、</a:t>
            </a:r>
            <a:r>
              <a:rPr kumimoji="1" lang="en-US" altLang="ja-JP" dirty="0"/>
              <a:t>〜</a:t>
            </a:r>
            <a:r>
              <a:rPr kumimoji="1" lang="ja-JP" altLang="en-US"/>
              <a:t>で評価</a:t>
            </a:r>
            <a:endParaRPr kumimoji="1" lang="en-US" altLang="ja-JP" dirty="0"/>
          </a:p>
          <a:p>
            <a:r>
              <a:rPr kumimoji="1" lang="ja-JP" altLang="en-US"/>
              <a:t>・たとえば、</a:t>
            </a:r>
            <a:endParaRPr kumimoji="1" lang="en-US" altLang="ja-JP" dirty="0"/>
          </a:p>
          <a:p>
            <a:r>
              <a:rPr kumimoji="1" lang="ja-JP" altLang="en-US"/>
              <a:t>・文献調査によれば、男性</a:t>
            </a:r>
            <a:r>
              <a:rPr kumimoji="1" lang="en-US" altLang="ja-JP" dirty="0"/>
              <a:t>20</a:t>
            </a:r>
            <a:r>
              <a:rPr kumimoji="1" lang="ja-JP" altLang="en-US"/>
              <a:t>代のうち</a:t>
            </a:r>
            <a:r>
              <a:rPr kumimoji="1" lang="en-US" altLang="ja-JP" dirty="0"/>
              <a:t>21%</a:t>
            </a:r>
            <a:r>
              <a:rPr kumimoji="1" lang="ja-JP" altLang="en-US"/>
              <a:t>が問題を抱えている</a:t>
            </a:r>
            <a:endParaRPr kumimoji="1" lang="en-US" altLang="ja-JP" dirty="0"/>
          </a:p>
          <a:p>
            <a:r>
              <a:rPr kumimoji="1" lang="ja-JP" altLang="en-US"/>
              <a:t>・このような「カロリーを摂り過ぎている」人は、ひるがえってエネルギーを減らしたいと言うニーズを抱えていると想像できる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・健康ニーズの変化は、過去時点と現時点で大きさを算出し、その変化の方向を捉える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4869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・結果</a:t>
            </a:r>
            <a:endParaRPr kumimoji="1" lang="en-US" altLang="ja-JP" dirty="0"/>
          </a:p>
          <a:p>
            <a:r>
              <a:rPr kumimoji="1" lang="ja-JP" altLang="en-US"/>
              <a:t>・表の読み方</a:t>
            </a:r>
            <a:endParaRPr kumimoji="1" lang="en-US" altLang="ja-JP" dirty="0"/>
          </a:p>
          <a:p>
            <a:r>
              <a:rPr kumimoji="1" lang="ja-JP" altLang="en-US"/>
              <a:t>・色に着目して</a:t>
            </a:r>
            <a:endParaRPr kumimoji="1" lang="en-US" altLang="ja-JP" dirty="0"/>
          </a:p>
          <a:p>
            <a:r>
              <a:rPr kumimoji="1" lang="ja-JP" altLang="en-US"/>
              <a:t>・セグメントによって色合いが異なることが確認できる</a:t>
            </a:r>
            <a:endParaRPr kumimoji="1" lang="en-US" altLang="ja-JP" dirty="0"/>
          </a:p>
          <a:p>
            <a:r>
              <a:rPr kumimoji="1" lang="ja-JP" altLang="en-US"/>
              <a:t>・その中でも、特に、背景が紫になっているセグメント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・このような結果から、本プロジェクトでは、紫になっている</a:t>
            </a:r>
            <a:r>
              <a:rPr kumimoji="1" lang="en-US" altLang="ja-JP" dirty="0"/>
              <a:t>〜</a:t>
            </a:r>
            <a:r>
              <a:rPr kumimoji="1" lang="ja-JP" altLang="en-US"/>
              <a:t>に着目すべき</a:t>
            </a:r>
            <a:endParaRPr kumimoji="1" lang="en-US" altLang="ja-JP" dirty="0"/>
          </a:p>
          <a:p>
            <a:r>
              <a:rPr kumimoji="1" lang="ja-JP" altLang="en-US"/>
              <a:t>・具体的には</a:t>
            </a:r>
            <a:r>
              <a:rPr kumimoji="1" lang="en-US" altLang="ja-JP" dirty="0"/>
              <a:t>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・ここまでで、健康ニーズの把握が完了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980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・ここからは</a:t>
            </a:r>
            <a:r>
              <a:rPr kumimoji="1" lang="en-US" altLang="ja-JP" dirty="0"/>
              <a:t>〜</a:t>
            </a:r>
            <a:r>
              <a:rPr kumimoji="1" lang="ja-JP" altLang="en-US"/>
              <a:t>評価する</a:t>
            </a:r>
            <a:endParaRPr kumimoji="1" lang="en-US" altLang="ja-JP" dirty="0"/>
          </a:p>
          <a:p>
            <a:r>
              <a:rPr kumimoji="1" lang="ja-JP" altLang="en-US"/>
              <a:t>・２軸で</a:t>
            </a:r>
            <a:endParaRPr kumimoji="1" lang="en-US" altLang="ja-JP" dirty="0"/>
          </a:p>
          <a:p>
            <a:r>
              <a:rPr kumimoji="1" lang="ja-JP" altLang="en-US"/>
              <a:t>・結果、</a:t>
            </a:r>
            <a:r>
              <a:rPr kumimoji="1" lang="en-US" altLang="ja-JP" dirty="0"/>
              <a:t>〜</a:t>
            </a:r>
            <a:r>
              <a:rPr kumimoji="1" lang="ja-JP" altLang="en-US"/>
              <a:t>である状態であれば、これを本プロジェクトにおける「問題」として特定することにする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3971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・まずは、「対応」の実施量を</a:t>
            </a:r>
            <a:endParaRPr kumimoji="1" lang="en-US" altLang="ja-JP" dirty="0"/>
          </a:p>
          <a:p>
            <a:r>
              <a:rPr kumimoji="1" lang="ja-JP" altLang="en-US"/>
              <a:t>・「対応」の定義</a:t>
            </a:r>
            <a:endParaRPr kumimoji="1" lang="en-US" altLang="ja-JP" dirty="0"/>
          </a:p>
          <a:p>
            <a:r>
              <a:rPr kumimoji="1" lang="ja-JP" altLang="en-US"/>
              <a:t>・「対応」に該当する商品を抽出した</a:t>
            </a:r>
            <a:endParaRPr kumimoji="1" lang="en-US" altLang="ja-JP" dirty="0"/>
          </a:p>
          <a:p>
            <a:r>
              <a:rPr kumimoji="1" lang="ja-JP" altLang="en-US"/>
              <a:t>・手順１では、</a:t>
            </a:r>
            <a:endParaRPr kumimoji="1" lang="en-US" altLang="ja-JP" dirty="0"/>
          </a:p>
          <a:p>
            <a:r>
              <a:rPr kumimoji="1" lang="ja-JP" altLang="en-US"/>
              <a:t>・その後、すべての商品に対して、</a:t>
            </a:r>
            <a:r>
              <a:rPr kumimoji="1" lang="en-US" altLang="ja-JP" dirty="0"/>
              <a:t>〜</a:t>
            </a:r>
            <a:r>
              <a:rPr kumimoji="1" lang="ja-JP" altLang="en-US"/>
              <a:t>を明確に定められた判定基準を用いて算出し、その値に基づき</a:t>
            </a:r>
            <a:r>
              <a:rPr kumimoji="1" lang="en-US" altLang="ja-JP" dirty="0"/>
              <a:t>〜</a:t>
            </a:r>
            <a:r>
              <a:rPr kumimoji="1" lang="ja-JP" altLang="en-US"/>
              <a:t>を抽出した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192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・セブンイレブンにおいて、「対応」に該当すると判定された商品を列挙</a:t>
            </a:r>
            <a:endParaRPr kumimoji="1" lang="en-US" altLang="ja-JP" dirty="0"/>
          </a:p>
          <a:p>
            <a:r>
              <a:rPr kumimoji="1" lang="ja-JP" altLang="en-US"/>
              <a:t>・左から、</a:t>
            </a:r>
            <a:r>
              <a:rPr kumimoji="1" lang="en-US" altLang="ja-JP" dirty="0"/>
              <a:t>〜〜</a:t>
            </a:r>
            <a:r>
              <a:rPr kumimoji="1" lang="ja-JP" altLang="en-US"/>
              <a:t>ニーズに対応する商品</a:t>
            </a:r>
            <a:endParaRPr kumimoji="1" lang="en-US" altLang="ja-JP" dirty="0"/>
          </a:p>
          <a:p>
            <a:r>
              <a:rPr kumimoji="1" lang="ja-JP" altLang="en-US"/>
              <a:t>・時間の関係で、</a:t>
            </a:r>
            <a:endParaRPr kumimoji="1" lang="en-US" altLang="ja-JP" dirty="0"/>
          </a:p>
          <a:p>
            <a:r>
              <a:rPr kumimoji="1" lang="ja-JP" altLang="en-US"/>
              <a:t>・何より着目して欲しいのはここ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684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・「対応」の実施量は、商品数に基づき評価した</a:t>
            </a:r>
            <a:endParaRPr kumimoji="1" lang="en-US" altLang="ja-JP" dirty="0"/>
          </a:p>
          <a:p>
            <a:r>
              <a:rPr kumimoji="1" lang="ja-JP" altLang="en-US"/>
              <a:t>・表の読み方（色をみて）</a:t>
            </a:r>
            <a:endParaRPr kumimoji="1" lang="en-US" altLang="ja-JP" dirty="0"/>
          </a:p>
          <a:p>
            <a:r>
              <a:rPr kumimoji="1" lang="ja-JP" altLang="en-US"/>
              <a:t>・セブンイレブンでは、</a:t>
            </a:r>
            <a:r>
              <a:rPr kumimoji="1" lang="en-US" altLang="ja-JP" dirty="0"/>
              <a:t>〜〜</a:t>
            </a:r>
          </a:p>
          <a:p>
            <a:r>
              <a:rPr kumimoji="1" lang="ja-JP" altLang="en-US"/>
              <a:t>・ここまでで、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021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・次に、「対応」の適切さを評価</a:t>
            </a:r>
            <a:endParaRPr kumimoji="1" lang="en-US" altLang="ja-JP" dirty="0"/>
          </a:p>
          <a:p>
            <a:r>
              <a:rPr kumimoji="1" lang="ja-JP" altLang="en-US"/>
              <a:t>・もし</a:t>
            </a:r>
            <a:r>
              <a:rPr kumimoji="1" lang="en-US" altLang="ja-JP" dirty="0"/>
              <a:t>〜</a:t>
            </a:r>
          </a:p>
          <a:p>
            <a:r>
              <a:rPr kumimoji="1" lang="ja-JP" altLang="en-US"/>
              <a:t>・これを</a:t>
            </a:r>
            <a:r>
              <a:rPr kumimoji="1" lang="en-US" altLang="ja-JP" dirty="0" err="1"/>
              <a:t>zaim</a:t>
            </a:r>
            <a:r>
              <a:rPr kumimoji="1" lang="ja-JP" altLang="en-US"/>
              <a:t>データを用いて確認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・照合</a:t>
            </a:r>
            <a:endParaRPr kumimoji="1" lang="en-US" altLang="ja-JP" dirty="0"/>
          </a:p>
          <a:p>
            <a:r>
              <a:rPr kumimoji="1" lang="ja-JP" altLang="en-US"/>
              <a:t>・購買指数を算出</a:t>
            </a:r>
            <a:endParaRPr kumimoji="1" lang="en-US" altLang="ja-JP" dirty="0"/>
          </a:p>
          <a:p>
            <a:r>
              <a:rPr kumimoji="1" lang="ja-JP" altLang="en-US"/>
              <a:t>・この指標は、たとえば、セブンにおける栄養バランスを調整したいニーズに該当する商品</a:t>
            </a:r>
            <a:r>
              <a:rPr kumimoji="1" lang="en-US" altLang="ja-JP" dirty="0"/>
              <a:t>①</a:t>
            </a:r>
            <a:r>
              <a:rPr kumimoji="1" lang="ja-JP" altLang="en-US"/>
              <a:t>について、</a:t>
            </a:r>
            <a:endParaRPr kumimoji="1" lang="en-US" altLang="ja-JP" dirty="0"/>
          </a:p>
          <a:p>
            <a:r>
              <a:rPr kumimoji="1" lang="ja-JP" altLang="en-US"/>
              <a:t>その商品のすべての購買記録数を、特定の属性、ここでは男性</a:t>
            </a:r>
            <a:r>
              <a:rPr kumimoji="1" lang="en-US" altLang="ja-JP" dirty="0"/>
              <a:t>20</a:t>
            </a:r>
            <a:r>
              <a:rPr kumimoji="1" lang="ja-JP" altLang="en-US"/>
              <a:t>代のセブン利用者数で割ることで算出する</a:t>
            </a:r>
            <a:endParaRPr kumimoji="1" lang="en-US" altLang="ja-JP" dirty="0"/>
          </a:p>
          <a:p>
            <a:r>
              <a:rPr kumimoji="1" lang="ja-JP" altLang="en-US"/>
              <a:t>・この指数の意味としては、商品１が、特定属性の顧客</a:t>
            </a:r>
            <a:r>
              <a:rPr kumimoji="1" lang="en-US" altLang="ja-JP" dirty="0"/>
              <a:t>1000</a:t>
            </a:r>
            <a:r>
              <a:rPr kumimoji="1" lang="ja-JP" altLang="en-US"/>
              <a:t>人あたりにおいて、どれくらい購買されたかを反映する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・セグメントないで、平均する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87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・セグメントの「平均購買指数」に基づき、</a:t>
            </a:r>
            <a:r>
              <a:rPr kumimoji="1" lang="en-US" altLang="ja-JP" dirty="0"/>
              <a:t>〜</a:t>
            </a:r>
            <a:r>
              <a:rPr kumimoji="1" lang="ja-JP" altLang="en-US"/>
              <a:t>を評価した</a:t>
            </a:r>
            <a:endParaRPr kumimoji="1" lang="en-US" altLang="ja-JP" dirty="0"/>
          </a:p>
          <a:p>
            <a:r>
              <a:rPr kumimoji="1" lang="ja-JP" altLang="en-US"/>
              <a:t>・指数の値が大きいほど、適切さは高いと判定される</a:t>
            </a:r>
            <a:endParaRPr kumimoji="1" lang="en-US" altLang="ja-JP" dirty="0"/>
          </a:p>
          <a:p>
            <a:r>
              <a:rPr kumimoji="1" lang="ja-JP" altLang="en-US"/>
              <a:t>・ここでは、栄養バランスを調整したいニーズに対する</a:t>
            </a:r>
            <a:r>
              <a:rPr kumimoji="1" lang="en-US" altLang="ja-JP" dirty="0"/>
              <a:t>〜</a:t>
            </a:r>
            <a:r>
              <a:rPr kumimoji="1" lang="ja-JP" altLang="en-US"/>
              <a:t>をお伝えする</a:t>
            </a:r>
            <a:endParaRPr kumimoji="1" lang="en-US" altLang="ja-JP" dirty="0"/>
          </a:p>
          <a:p>
            <a:r>
              <a:rPr kumimoji="1" lang="ja-JP" altLang="en-US"/>
              <a:t>・表の読み方、</a:t>
            </a:r>
            <a:endParaRPr kumimoji="1" lang="en-US" altLang="ja-JP" dirty="0"/>
          </a:p>
          <a:p>
            <a:r>
              <a:rPr kumimoji="1" lang="ja-JP" altLang="en-US"/>
              <a:t>・色をみてくれ、赤に着目して欲しい</a:t>
            </a:r>
            <a:endParaRPr kumimoji="1" lang="en-US" altLang="ja-JP" dirty="0"/>
          </a:p>
          <a:p>
            <a:r>
              <a:rPr kumimoji="1" lang="ja-JP" altLang="en-US"/>
              <a:t>・セブンイレブンでは、</a:t>
            </a:r>
            <a:endParaRPr kumimoji="1" lang="en-US" altLang="ja-JP" dirty="0"/>
          </a:p>
          <a:p>
            <a:r>
              <a:rPr kumimoji="1" lang="ja-JP" altLang="en-US"/>
              <a:t>・一方で、重要なことに、</a:t>
            </a:r>
            <a:r>
              <a:rPr kumimoji="1" lang="en-US" altLang="ja-JP" dirty="0"/>
              <a:t>〜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184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脂質を減らしたいニーズに対する対応は、３社とも、そもそも実施量が不十分だったため、適切さを評価することができなかった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624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・エネルギーを減らしたいニーズについて、</a:t>
            </a:r>
            <a:endParaRPr kumimoji="1" lang="en-US" altLang="ja-JP" dirty="0"/>
          </a:p>
          <a:p>
            <a:r>
              <a:rPr kumimoji="1" lang="ja-JP" altLang="en-US"/>
              <a:t>・セブンイレブンでは、</a:t>
            </a:r>
            <a:endParaRPr kumimoji="1" lang="en-US" altLang="ja-JP" dirty="0"/>
          </a:p>
          <a:p>
            <a:r>
              <a:rPr kumimoji="1" lang="ja-JP" altLang="en-US"/>
              <a:t>・また、他社では、</a:t>
            </a:r>
            <a:endParaRPr kumimoji="1" lang="en-US" altLang="ja-JP" dirty="0"/>
          </a:p>
          <a:p>
            <a:r>
              <a:rPr kumimoji="1" lang="ja-JP" altLang="en-US"/>
              <a:t>・ここまでで、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666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・最後に、対応の実施量と、適切さの評価を統合する</a:t>
            </a:r>
            <a:endParaRPr kumimoji="1" lang="en-US" altLang="ja-JP" dirty="0"/>
          </a:p>
          <a:p>
            <a:r>
              <a:rPr kumimoji="1" lang="ja-JP" altLang="en-US"/>
              <a:t>・この表は、セブンイレブンにおいて、</a:t>
            </a:r>
            <a:r>
              <a:rPr kumimoji="1" lang="en-US" altLang="ja-JP" dirty="0"/>
              <a:t>〜〜</a:t>
            </a:r>
            <a:r>
              <a:rPr kumimoji="1" lang="ja-JP" altLang="en-US"/>
              <a:t>をまとめた</a:t>
            </a:r>
            <a:endParaRPr kumimoji="1" lang="en-US" altLang="ja-JP" dirty="0"/>
          </a:p>
          <a:p>
            <a:r>
              <a:rPr kumimoji="1" lang="ja-JP" altLang="en-US"/>
              <a:t>・赤色の背景は、</a:t>
            </a:r>
            <a:r>
              <a:rPr kumimoji="1" lang="en-US" altLang="ja-JP" dirty="0"/>
              <a:t>〜〜</a:t>
            </a:r>
            <a:r>
              <a:rPr kumimoji="1" lang="ja-JP" altLang="en-US"/>
              <a:t>であるセグメントを指す</a:t>
            </a:r>
            <a:endParaRPr kumimoji="1" lang="en-US" altLang="ja-JP" dirty="0"/>
          </a:p>
          <a:p>
            <a:r>
              <a:rPr kumimoji="1" lang="ja-JP" altLang="en-US"/>
              <a:t>・事前にお伝えした定義に基づき、大きく３つのセブンイレブンの問題を特定した</a:t>
            </a:r>
            <a:endParaRPr kumimoji="1" lang="en-US" altLang="ja-JP" dirty="0"/>
          </a:p>
          <a:p>
            <a:r>
              <a:rPr kumimoji="1" lang="ja-JP" altLang="en-US"/>
              <a:t>・その詳細は次で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481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・それぞれの問題について、他社との比較を通じて、その問題を解決することにどんな意味があるか</a:t>
            </a:r>
            <a:endParaRPr kumimoji="1" lang="en-US" altLang="ja-JP" dirty="0"/>
          </a:p>
          <a:p>
            <a:r>
              <a:rPr kumimoji="1" lang="ja-JP" altLang="en-US"/>
              <a:t>・栄養バランスについて、他社では同様のニーズに対する「対応」が適切に購買につながっているため、セブンイレブンは早急に適切さを改善し</a:t>
            </a:r>
            <a:r>
              <a:rPr kumimoji="1" lang="en-US" altLang="ja-JP" dirty="0"/>
              <a:t>〜〜</a:t>
            </a:r>
          </a:p>
          <a:p>
            <a:r>
              <a:rPr kumimoji="1" lang="ja-JP" altLang="en-US"/>
              <a:t>・エネルギーを減らしたいニーズについて、他社でも同様の傾向なので</a:t>
            </a:r>
            <a:r>
              <a:rPr kumimoji="1" lang="en-US" altLang="ja-JP" dirty="0"/>
              <a:t>〜</a:t>
            </a:r>
          </a:p>
          <a:p>
            <a:r>
              <a:rPr kumimoji="1" lang="ja-JP" altLang="en-US"/>
              <a:t>・脂質を減らしたいニーズに対しても、他社でも同様の傾向なので</a:t>
            </a:r>
            <a:r>
              <a:rPr kumimoji="1" lang="en-US" altLang="ja-JP" dirty="0"/>
              <a:t>〜</a:t>
            </a:r>
          </a:p>
          <a:p>
            <a:r>
              <a:rPr kumimoji="1" lang="ja-JP" altLang="en-US"/>
              <a:t>・これらの問題は、セブンイレブンが他社との競争に打ち勝つために、非常に重要である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5760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・今後の方針をお伝え</a:t>
            </a:r>
            <a:endParaRPr kumimoji="1" lang="en-US" altLang="ja-JP" dirty="0"/>
          </a:p>
          <a:p>
            <a:r>
              <a:rPr kumimoji="1" lang="ja-JP" altLang="en-US"/>
              <a:t>・問題特定では、セグメントごとに、商品間で平均された指数を参照していた</a:t>
            </a:r>
            <a:endParaRPr kumimoji="1" lang="en-US" altLang="ja-JP" dirty="0"/>
          </a:p>
          <a:p>
            <a:r>
              <a:rPr kumimoji="1" lang="ja-JP" altLang="en-US"/>
              <a:t>・商品間では大きな差</a:t>
            </a:r>
            <a:endParaRPr kumimoji="1" lang="en-US" altLang="ja-JP" dirty="0"/>
          </a:p>
          <a:p>
            <a:r>
              <a:rPr kumimoji="1" lang="ja-JP" altLang="en-US"/>
              <a:t>・この差は何に起因するのか</a:t>
            </a:r>
            <a:endParaRPr kumimoji="1" lang="en-US" altLang="ja-JP" dirty="0"/>
          </a:p>
          <a:p>
            <a:r>
              <a:rPr kumimoji="1" lang="ja-JP" altLang="en-US"/>
              <a:t>・とりわけ、購買指数の高い商品と、低い商品の間に生じる差は、どのような要因に基づいているのかを考える</a:t>
            </a:r>
            <a:endParaRPr kumimoji="1" lang="en-US" altLang="ja-JP" dirty="0"/>
          </a:p>
          <a:p>
            <a:r>
              <a:rPr kumimoji="1" lang="ja-JP" altLang="en-US"/>
              <a:t>・それによって、セグメントの購買指数を押し下げる原因を絞り込む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E8E2C-C6E7-47E1-A50F-F18D407175E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51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F7731-B737-AB50-431C-013C492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0063AC-E753-D3A1-3177-3160B560C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C444C-9145-AEF8-2760-2CAD9E7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53E35-B84A-96E4-5EC7-722B65AE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75D73-8DDB-43EA-2922-963A35ED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26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C6F089-7B56-5104-FA6E-0A9DF0B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4190" y="6392926"/>
            <a:ext cx="2057400" cy="365125"/>
          </a:xfrm>
        </p:spPr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94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00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67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60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87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47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53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34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05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02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F7731-B737-AB50-431C-013C492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0063AC-E753-D3A1-3177-3160B560C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C444C-9145-AEF8-2760-2CAD9E7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53E35-B84A-96E4-5EC7-722B65AE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75D73-8DDB-43EA-2922-963A35ED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917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C6F089-7B56-5104-FA6E-0A9DF0B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4190" y="6392928"/>
            <a:ext cx="2057400" cy="365125"/>
          </a:xfrm>
        </p:spPr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264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182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0254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063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801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163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45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906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7639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478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6244168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759515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189123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7807476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10F017-0AD9-9284-2FB4-51589DE68500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2.Methods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04D3E4-F74C-922E-D5EE-231233E5E8EF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11972702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3.Results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41336-9F16-D517-89FF-AE108F175107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23228897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4.Discussion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32187183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5.Conclusion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299285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6.</a:t>
            </a:r>
            <a:r>
              <a:rPr kumimoji="1" lang="ja-JP" altLang="en-US" sz="788" dirty="0"/>
              <a:t> </a:t>
            </a:r>
            <a:r>
              <a:rPr kumimoji="1" lang="en-US" altLang="ja-JP" sz="788" dirty="0"/>
              <a:t>References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23845656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97915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7.</a:t>
            </a:r>
            <a:r>
              <a:rPr kumimoji="1" lang="ja-JP" altLang="en-US" sz="788" dirty="0"/>
              <a:t> </a:t>
            </a:r>
            <a:r>
              <a:rPr lang="en-US" altLang="ja-JP" sz="788" dirty="0"/>
              <a:t>Supplementary Information</a:t>
            </a:r>
            <a:endParaRPr kumimoji="1" lang="en-US" altLang="ja-JP" sz="788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410174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F7731-B737-AB50-431C-013C492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0063AC-E753-D3A1-3177-3160B560C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C444C-9145-AEF8-2760-2CAD9E7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53E35-B84A-96E4-5EC7-722B65AE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75D73-8DDB-43EA-2922-963A35ED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321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C6F089-7B56-5104-FA6E-0A9DF0B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4190" y="6392928"/>
            <a:ext cx="2057400" cy="365125"/>
          </a:xfrm>
        </p:spPr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818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8590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229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86739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056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756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484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7378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51221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7306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4666791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5276843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6533465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5557765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0. Opening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417206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1. Introduction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966201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B0FFF6-7C5D-C9EF-84E9-9870869C00BB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2. Methods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39CD68-3172-0CDB-95B6-53581225BBD5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011537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618BAC-6AA1-C459-9FCC-C988BF6DB484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3. Results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85087D-7489-04C9-59E4-B949E1995CA0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055752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64FE9A-D3BF-9215-0FB0-F9FACDB4C54A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4. Discussion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2622A8-62D8-A198-F93F-C600CC8E356E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729398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DB2FBA-E537-6694-1EB0-49E06FFBB4EE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5. Conclusion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5D4FC-C2DA-AEAF-2AD5-294EBF8AA5F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131012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170C4F-E822-37DD-6E3E-1B30D6DF09C1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6. References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AF421F-91E4-7A52-1841-0AB3892F2D6A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36322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21984D-76FE-ACAE-9E5B-DA4BD09015FB}"/>
              </a:ext>
            </a:extLst>
          </p:cNvPr>
          <p:cNvSpPr txBox="1"/>
          <p:nvPr userDrawn="1"/>
        </p:nvSpPr>
        <p:spPr>
          <a:xfrm>
            <a:off x="87451" y="104328"/>
            <a:ext cx="21095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7. Supplementary Information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378D87-3011-1B78-019A-7BDF64235756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668459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Executive Summary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031073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目次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004932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9353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問題特定｜健康ニーズの把握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2056008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9353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問題特定｜枠組みの提示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604566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9353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問題特定｜実施量の評価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2585502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9353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問題特定｜適切さの評価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520661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9353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問題特定｜まとめ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5813104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9353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原因分析｜今後の方針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149551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9353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施策立案｜今後の方針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6839748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まとめ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910197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ユーザー設定レイアウト"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参考文献</a:t>
            </a:r>
            <a:endParaRPr kumimoji="1" lang="en-US" altLang="ja-JP" sz="1050" dirty="0"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4969661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9531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01004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54459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1698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23608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00935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44250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28984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22043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23930476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7610253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60327085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2210149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1. Background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6161573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B0FFF6-7C5D-C9EF-84E9-9870869C00BB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2. Methods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39CD68-3172-0CDB-95B6-53581225BBD5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936101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618BAC-6AA1-C459-9FCC-C988BF6DB484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3. Results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85087D-7489-04C9-59E4-B949E1995CA0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4550040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64FE9A-D3BF-9215-0FB0-F9FACDB4C54A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4. Discussion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2622A8-62D8-A198-F93F-C600CC8E356E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7069260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DB2FBA-E537-6694-1EB0-49E06FFBB4EE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5. Conclusion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5D4FC-C2DA-AEAF-2AD5-294EBF8AA5F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9542718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170C4F-E822-37DD-6E3E-1B30D6DF09C1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6. References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AF421F-91E4-7A52-1841-0AB3892F2D6A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4828624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21984D-76FE-ACAE-9E5B-DA4BD09015FB}"/>
              </a:ext>
            </a:extLst>
          </p:cNvPr>
          <p:cNvSpPr txBox="1"/>
          <p:nvPr userDrawn="1"/>
        </p:nvSpPr>
        <p:spPr>
          <a:xfrm>
            <a:off x="87451" y="104328"/>
            <a:ext cx="21095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7. Supplementary Information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378D87-3011-1B78-019A-7BDF64235756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5781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76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84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theme" Target="../theme/theme4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96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32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731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1" r:id="rId12"/>
    <p:sldLayoutId id="2147483752" r:id="rId13"/>
    <p:sldLayoutId id="2147483753" r:id="rId14"/>
    <p:sldLayoutId id="2147483754" r:id="rId15"/>
    <p:sldLayoutId id="2147483761" r:id="rId16"/>
    <p:sldLayoutId id="2147483762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9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800" r:id="rId2"/>
    <p:sldLayoutId id="2147483792" r:id="rId3"/>
    <p:sldLayoutId id="2147483798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1" r:id="rId10"/>
    <p:sldLayoutId id="2147483799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EBF1C-F92D-5BCC-4690-CC5A98A4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C798D9-DF17-027E-0FF6-5422AEE29E94}"/>
              </a:ext>
            </a:extLst>
          </p:cNvPr>
          <p:cNvSpPr txBox="1"/>
          <p:nvPr/>
        </p:nvSpPr>
        <p:spPr>
          <a:xfrm>
            <a:off x="457993" y="2465592"/>
            <a:ext cx="8228014" cy="1118043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5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健康ニーズに対する</a:t>
            </a:r>
            <a:endParaRPr kumimoji="0" lang="en-US" altLang="ja-JP" sz="2800" b="1" i="0" u="none" strike="noStrike" kern="1200" cap="none" spc="5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  <a:p>
            <a:pPr marL="0" marR="0" lvl="0" indent="66714" algn="l" defTabSz="438410" rtl="0" eaLnBrk="1" fontAlgn="auto" latinLnBrk="0" hangingPunct="0">
              <a:lnSpc>
                <a:spcPts val="3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5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セブンイレブンのマーケティング戦略を改善する</a:t>
            </a:r>
            <a:endParaRPr kumimoji="0" lang="en-US" altLang="ja-JP" sz="2800" b="1" i="0" u="none" strike="noStrike" kern="1200" cap="none" spc="5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A0D7D65-084C-7205-C809-BA10661495C7}"/>
              </a:ext>
            </a:extLst>
          </p:cNvPr>
          <p:cNvGrpSpPr/>
          <p:nvPr/>
        </p:nvGrpSpPr>
        <p:grpSpPr>
          <a:xfrm>
            <a:off x="4914939" y="3984661"/>
            <a:ext cx="3655974" cy="2164502"/>
            <a:chOff x="1079682" y="3929243"/>
            <a:chExt cx="3655974" cy="2164502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0CEBB88C-2F36-D45F-584E-71390D26D01C}"/>
                </a:ext>
              </a:extLst>
            </p:cNvPr>
            <p:cNvSpPr txBox="1"/>
            <p:nvPr/>
          </p:nvSpPr>
          <p:spPr>
            <a:xfrm>
              <a:off x="1126344" y="3929243"/>
              <a:ext cx="2384396" cy="348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700" b="1" dirty="0">
                  <a:solidFill>
                    <a:schemeClr val="bg1">
                      <a:lumMod val="9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CEO</a:t>
              </a:r>
              <a:r>
                <a:rPr kumimoji="1" lang="ja-JP" altLang="en-US" sz="1700" b="1">
                  <a:solidFill>
                    <a:schemeClr val="bg1">
                      <a:lumMod val="9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プログラム参加生</a:t>
              </a:r>
              <a:endParaRPr kumimoji="1" lang="en-US" altLang="ja-JP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A93BF832-6B59-5D09-ED82-EC99083A067D}"/>
                </a:ext>
              </a:extLst>
            </p:cNvPr>
            <p:cNvGrpSpPr/>
            <p:nvPr/>
          </p:nvGrpSpPr>
          <p:grpSpPr>
            <a:xfrm>
              <a:off x="1079682" y="4381442"/>
              <a:ext cx="3655974" cy="1712303"/>
              <a:chOff x="1079682" y="4381442"/>
              <a:chExt cx="3655974" cy="1712303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56A644C0-F898-6EA1-66CF-30C72BE8E9F0}"/>
                  </a:ext>
                </a:extLst>
              </p:cNvPr>
              <p:cNvGrpSpPr/>
              <p:nvPr/>
            </p:nvGrpSpPr>
            <p:grpSpPr>
              <a:xfrm>
                <a:off x="1079682" y="4950278"/>
                <a:ext cx="3489718" cy="1143467"/>
                <a:chOff x="4147736" y="4040012"/>
                <a:chExt cx="3489718" cy="1143467"/>
              </a:xfrm>
            </p:grpSpPr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4B98ED3D-0F5F-62D7-7517-88FD75CBF55A}"/>
                    </a:ext>
                  </a:extLst>
                </p:cNvPr>
                <p:cNvSpPr txBox="1"/>
                <p:nvPr/>
              </p:nvSpPr>
              <p:spPr>
                <a:xfrm>
                  <a:off x="4147736" y="4040012"/>
                  <a:ext cx="3043640" cy="507619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3715" tIns="83715" rIns="83715" bIns="83715" numCol="1" spcCol="38100" rtlCol="0" anchor="ctr">
                  <a:spAutoFit/>
                </a:bodyPr>
                <a:lstStyle/>
                <a:p>
                  <a:pPr marL="0" marR="0" lvl="0" indent="66714" algn="l" defTabSz="438410" rtl="0" eaLnBrk="1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2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C000"/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関</a:t>
                  </a:r>
                  <a:r>
                    <a:rPr kumimoji="1" lang="en-US" altLang="ja-JP" sz="2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C000"/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 </a:t>
                  </a:r>
                  <a:r>
                    <a:rPr kumimoji="1" lang="ja-JP" altLang="en-US" sz="2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C000"/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碧生</a:t>
                  </a:r>
                  <a:endParaRPr kumimoji="1" lang="en-US" altLang="ja-JP" sz="22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endParaRPr>
                </a:p>
              </p:txBody>
            </p:sp>
            <p:sp>
              <p:nvSpPr>
                <p:cNvPr id="13" name="字幕 2">
                  <a:extLst>
                    <a:ext uri="{FF2B5EF4-FFF2-40B4-BE49-F238E27FC236}">
                      <a16:creationId xmlns:a16="http://schemas.microsoft.com/office/drawing/2014/main" id="{BF556E2D-A672-42CF-EE30-EC2777C0E9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08253" y="4614643"/>
                  <a:ext cx="3429201" cy="56883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ctr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kumimoji="1"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indent="0" algn="ctr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kumimoji="1"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685800" rtl="0" eaLnBrk="1" fontAlgn="auto" latinLnBrk="0" hangingPunct="1">
                    <a:lnSpc>
                      <a:spcPts val="1400"/>
                    </a:lnSpc>
                    <a:spcBef>
                      <a:spcPts val="75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1" lang="ja-JP" altLang="en-US" sz="1600" b="0" i="0" u="none" strike="noStrike" kern="1200" cap="none" spc="50" normalizeH="0" baseline="0" noProof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中間報告</a:t>
                  </a:r>
                  <a:endParaRPr kumimoji="1" lang="en-US" altLang="ja-JP" sz="1600" b="0" i="0" u="none" strike="noStrike" kern="1200" cap="none" spc="5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endParaRPr>
                </a:p>
                <a:p>
                  <a:pPr marL="0" marR="0" lvl="0" indent="0" algn="l" defTabSz="685800" rtl="0" eaLnBrk="1" fontAlgn="auto" latinLnBrk="0" hangingPunct="1">
                    <a:lnSpc>
                      <a:spcPts val="1400"/>
                    </a:lnSpc>
                    <a:spcBef>
                      <a:spcPts val="75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1" lang="en-US" altLang="ja-JP" sz="1600" b="0" i="0" u="none" strike="noStrike" kern="1200" cap="none" spc="50" normalizeH="0" baseline="0" noProof="0" dirty="0">
                      <a:ln>
                        <a:noFill/>
                      </a:ln>
                      <a:solidFill>
                        <a:prstClr val="white">
                          <a:lumMod val="95000"/>
                        </a:prst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2026. </a:t>
                  </a:r>
                  <a:r>
                    <a:rPr lang="en-US" altLang="ja-JP" sz="1600" spc="50" dirty="0">
                      <a:solidFill>
                        <a:prstClr val="white">
                          <a:lumMod val="95000"/>
                        </a:prstClr>
                      </a:solidFill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</a:rPr>
                    <a:t>9.11</a:t>
                  </a:r>
                  <a:endParaRPr kumimoji="1" lang="en-US" altLang="ja-JP" sz="1600" b="0" i="0" u="none" strike="noStrike" kern="1200" cap="none" spc="5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16" name="字幕 2">
                <a:extLst>
                  <a:ext uri="{FF2B5EF4-FFF2-40B4-BE49-F238E27FC236}">
                    <a16:creationId xmlns:a16="http://schemas.microsoft.com/office/drawing/2014/main" id="{AD1ED0A6-6E62-65DA-A558-64BC31F1E6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0199" y="4381442"/>
                <a:ext cx="3595457" cy="5688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ts val="14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ja-JP" altLang="en-US" sz="1600" b="0" i="0" u="none" strike="noStrike" kern="1200" cap="none" spc="50" normalizeH="0" baseline="0" noProof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慶應義塾大学大学院</a:t>
                </a:r>
                <a:endParaRPr kumimoji="1" lang="en-US" altLang="ja-JP" sz="1600" b="0" i="0" u="none" strike="noStrike" kern="1200" cap="none" spc="5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  <a:p>
                <a:pPr marL="0" marR="0" lvl="0" indent="0" algn="l" defTabSz="685800" rtl="0" eaLnBrk="1" fontAlgn="auto" latinLnBrk="0" hangingPunct="1">
                  <a:lnSpc>
                    <a:spcPts val="1400"/>
                  </a:lnSpc>
                  <a:spcBef>
                    <a:spcPts val="75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ja-JP" altLang="en-US" sz="1600" b="0" i="0" u="none" strike="noStrike" kern="1200" cap="none" spc="50" normalizeH="0" baseline="0" noProof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政策・メディア研究科</a:t>
                </a:r>
                <a:r>
                  <a:rPr kumimoji="1" lang="en-US" altLang="ja-JP" sz="1600" b="0" i="0" u="none" strike="noStrike" kern="1200" cap="none" spc="5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 </a:t>
                </a:r>
                <a:r>
                  <a:rPr kumimoji="1" lang="ja-JP" altLang="en-US" sz="1600" b="0" i="0" u="none" strike="noStrike" kern="1200" cap="none" spc="50" normalizeH="0" baseline="0" noProof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修士課程</a:t>
                </a:r>
                <a:r>
                  <a:rPr kumimoji="1" lang="en-US" altLang="ja-JP" sz="1600" b="0" i="0" u="none" strike="noStrike" kern="1200" cap="none" spc="50" normalizeH="0" baseline="0" noProof="0" dirty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1</a:t>
                </a:r>
                <a:r>
                  <a:rPr kumimoji="1" lang="ja-JP" altLang="en-US" sz="1600" b="0" i="0" u="none" strike="noStrike" kern="1200" cap="none" spc="50" normalizeH="0" baseline="0" noProof="0">
                    <a:ln>
                      <a:noFill/>
                    </a:ln>
                    <a:solidFill>
                      <a:prstClr val="white">
                        <a:lumMod val="95000"/>
                      </a:prst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年</a:t>
                </a:r>
                <a:endParaRPr kumimoji="1" lang="en-US" altLang="ja-JP" sz="1600" b="0" i="0" u="none" strike="noStrike" kern="1200" cap="none" spc="5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585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D6DC-B65D-6FA1-223C-950B3327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98224D2-05F3-9BC2-D489-629CF8DDB0FA}"/>
              </a:ext>
            </a:extLst>
          </p:cNvPr>
          <p:cNvSpPr txBox="1"/>
          <p:nvPr/>
        </p:nvSpPr>
        <p:spPr>
          <a:xfrm>
            <a:off x="373243" y="531155"/>
            <a:ext cx="2675079" cy="44606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b="1" i="0" u="none" strike="noStrike" kern="1200" cap="none" spc="5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本プロジェクトの目的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5C913B-17EC-9B07-D6CC-0A7D4F404D18}"/>
              </a:ext>
            </a:extLst>
          </p:cNvPr>
          <p:cNvSpPr txBox="1"/>
          <p:nvPr/>
        </p:nvSpPr>
        <p:spPr>
          <a:xfrm>
            <a:off x="885403" y="961863"/>
            <a:ext cx="6212876" cy="699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健康ニーズに対するセブンイレブンのマーケティング戦略を評価し、問題特定と原因分析を通じて、改善施策を提案する</a:t>
            </a:r>
            <a:endParaRPr kumimoji="1" lang="en-US" altLang="ja-JP" sz="15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D4E2437-54ED-9A07-52F2-E44326359D1E}"/>
              </a:ext>
            </a:extLst>
          </p:cNvPr>
          <p:cNvSpPr txBox="1"/>
          <p:nvPr/>
        </p:nvSpPr>
        <p:spPr>
          <a:xfrm>
            <a:off x="373243" y="1714362"/>
            <a:ext cx="3766957" cy="44606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b="1" i="0" u="none" strike="noStrike" kern="1200" cap="none" spc="5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本プロジェクトの</a:t>
            </a:r>
            <a:r>
              <a:rPr lang="ja-JP" altLang="en-US" b="1" spc="5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進め方と現在地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8117F5-CFDE-2683-7EDF-0C07F47EEE27}"/>
              </a:ext>
            </a:extLst>
          </p:cNvPr>
          <p:cNvSpPr txBox="1"/>
          <p:nvPr/>
        </p:nvSpPr>
        <p:spPr>
          <a:xfrm>
            <a:off x="885403" y="2138086"/>
            <a:ext cx="3559139" cy="40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フェーズ</a:t>
            </a:r>
            <a:r>
              <a:rPr kumimoji="1" lang="ja-JP" alt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０</a:t>
            </a:r>
            <a:r>
              <a:rPr kumimoji="1" lang="ja-JP" altLang="en-US" sz="15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：健康ニーズを把握する</a:t>
            </a:r>
            <a:endParaRPr kumimoji="1" lang="en-US" altLang="ja-JP" sz="15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E747283-9EEA-14FA-F13C-597986C02FA2}"/>
              </a:ext>
            </a:extLst>
          </p:cNvPr>
          <p:cNvSpPr txBox="1"/>
          <p:nvPr/>
        </p:nvSpPr>
        <p:spPr>
          <a:xfrm>
            <a:off x="1075391" y="2542663"/>
            <a:ext cx="6785909" cy="648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180"/>
              </a:lnSpc>
              <a:defRPr/>
            </a:pPr>
            <a:r>
              <a:rPr kumimoji="1" lang="ja-JP" altLang="en-US" sz="13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「栄養バランスを</a:t>
            </a:r>
            <a:r>
              <a:rPr kumimoji="1" lang="ja-JP" altLang="en-US" sz="1300" i="0" u="none" strike="noStrike" kern="1200" cap="none" spc="0" normalizeH="0" baseline="0" noProof="0">
                <a:ln>
                  <a:noFill/>
                </a:ln>
                <a:solidFill>
                  <a:srgbClr val="599975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調整したい</a:t>
            </a:r>
            <a:r>
              <a:rPr kumimoji="1" lang="ja-JP" altLang="en-US" sz="13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」</a:t>
            </a:r>
            <a:r>
              <a:rPr kumimoji="1" lang="ja-JP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「エネルギーを</a:t>
            </a:r>
            <a:r>
              <a:rPr kumimoji="1" lang="ja-JP" altLang="en-US" sz="1300">
                <a:solidFill>
                  <a:srgbClr val="CE4D44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減らしたい</a:t>
            </a:r>
            <a:r>
              <a:rPr kumimoji="1" lang="ja-JP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」 「脂質を</a:t>
            </a:r>
            <a:r>
              <a:rPr kumimoji="1" lang="ja-JP" altLang="en-US" sz="1300">
                <a:solidFill>
                  <a:srgbClr val="CE4D44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減らしたい</a:t>
            </a:r>
            <a:r>
              <a:rPr kumimoji="1" lang="ja-JP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」</a:t>
            </a:r>
            <a:br>
              <a:rPr kumimoji="1" lang="en-US" altLang="ja-JP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en-US" altLang="ja-JP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  </a:t>
            </a:r>
            <a:r>
              <a:rPr kumimoji="1" lang="ja-JP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現在のニーズが大きく、過去から増加しているこれら３つの健康ニーズに対象を絞った</a:t>
            </a:r>
            <a:endParaRPr kumimoji="1" lang="en-US" altLang="ja-JP" sz="13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42F16E-F7AD-FFD3-8C2E-C3612A93822F}"/>
              </a:ext>
            </a:extLst>
          </p:cNvPr>
          <p:cNvSpPr txBox="1"/>
          <p:nvPr/>
        </p:nvSpPr>
        <p:spPr>
          <a:xfrm>
            <a:off x="885403" y="3200616"/>
            <a:ext cx="6093958" cy="40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フェーズ１：セブンイレブンの「対応」における問題を特定する</a:t>
            </a:r>
            <a:endParaRPr kumimoji="1" lang="en-US" altLang="ja-JP" sz="15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9F25B8A-9728-8116-3060-D0A63B5628CD}"/>
              </a:ext>
            </a:extLst>
          </p:cNvPr>
          <p:cNvSpPr txBox="1"/>
          <p:nvPr/>
        </p:nvSpPr>
        <p:spPr>
          <a:xfrm>
            <a:off x="881524" y="5671370"/>
            <a:ext cx="6093958" cy="40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フェーズ２：特定された問題の原因を分析する</a:t>
            </a:r>
            <a:endParaRPr kumimoji="1" lang="en-US" altLang="ja-JP" sz="15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88EFA82-B896-A4B7-E7C7-B33A8A476358}"/>
              </a:ext>
            </a:extLst>
          </p:cNvPr>
          <p:cNvSpPr txBox="1"/>
          <p:nvPr/>
        </p:nvSpPr>
        <p:spPr>
          <a:xfrm>
            <a:off x="881524" y="6110414"/>
            <a:ext cx="6093958" cy="40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フェーズ３：原因に基づき、改善施策を提案する</a:t>
            </a:r>
            <a:endParaRPr kumimoji="1" lang="en-US" altLang="ja-JP" sz="15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F95740B-F61B-7706-A5E1-828E7B27A6AE}"/>
              </a:ext>
            </a:extLst>
          </p:cNvPr>
          <p:cNvGrpSpPr/>
          <p:nvPr/>
        </p:nvGrpSpPr>
        <p:grpSpPr>
          <a:xfrm>
            <a:off x="1075391" y="3614260"/>
            <a:ext cx="6887509" cy="623131"/>
            <a:chOff x="897591" y="3779360"/>
            <a:chExt cx="6887509" cy="623131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4399607-7C94-CE0F-F6A8-A887342A6A7E}"/>
                </a:ext>
              </a:extLst>
            </p:cNvPr>
            <p:cNvSpPr txBox="1"/>
            <p:nvPr/>
          </p:nvSpPr>
          <p:spPr>
            <a:xfrm>
              <a:off x="897591" y="3779360"/>
              <a:ext cx="6887509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・若年層を中心に「栄養バランスを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599975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調整したい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</a:t>
              </a: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対する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「対応」</a:t>
              </a:r>
              <a:r>
                <a:rPr kumimoji="1" lang="ja-JP" altLang="en-US" sz="130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の適切さが低い</a:t>
              </a:r>
              <a:endParaRPr kumimoji="1" lang="en-US" altLang="ja-JP" sz="130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4294D77-5E35-BD9E-D328-DEE4372BD3A6}"/>
                </a:ext>
              </a:extLst>
            </p:cNvPr>
            <p:cNvSpPr txBox="1"/>
            <p:nvPr/>
          </p:nvSpPr>
          <p:spPr>
            <a:xfrm>
              <a:off x="1082352" y="4046111"/>
              <a:ext cx="5719209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50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</a:t>
              </a:r>
              <a:r>
                <a:rPr kumimoji="1" lang="en-US" altLang="ja-JP" sz="1250" dirty="0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250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「対応」の適切さを改善し、</a:t>
              </a:r>
              <a:r>
                <a:rPr kumimoji="1" lang="ja-JP" altLang="en-US" sz="1250" u="sng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他社と同程度の水準に追いつく必要がある</a:t>
              </a:r>
              <a:endParaRPr kumimoji="1" lang="en-US" altLang="ja-JP" sz="1250" u="sng" dirty="0">
                <a:solidFill>
                  <a:srgbClr val="C00000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B8DFDC86-BD89-AF45-129B-4C4E9E79067F}"/>
              </a:ext>
            </a:extLst>
          </p:cNvPr>
          <p:cNvGrpSpPr/>
          <p:nvPr/>
        </p:nvGrpSpPr>
        <p:grpSpPr>
          <a:xfrm>
            <a:off x="1075391" y="4285654"/>
            <a:ext cx="7348817" cy="625735"/>
            <a:chOff x="897591" y="4463454"/>
            <a:chExt cx="7348817" cy="625735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4FFF3A06-E023-71E5-E3C5-0440C8602AFA}"/>
                </a:ext>
              </a:extLst>
            </p:cNvPr>
            <p:cNvSpPr txBox="1"/>
            <p:nvPr/>
          </p:nvSpPr>
          <p:spPr>
            <a:xfrm>
              <a:off x="897591" y="4463454"/>
              <a:ext cx="7348817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・若年男性における「エネルギーを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</a:t>
              </a: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対する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「対応」</a:t>
              </a:r>
              <a:r>
                <a:rPr kumimoji="1" lang="ja-JP" altLang="en-US" sz="130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の適切さが低い</a:t>
              </a:r>
              <a:endParaRPr kumimoji="1" lang="en-US" altLang="ja-JP" sz="130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A53202D4-F1F4-B08E-D5D5-D2B308CAF88E}"/>
                </a:ext>
              </a:extLst>
            </p:cNvPr>
            <p:cNvSpPr txBox="1"/>
            <p:nvPr/>
          </p:nvSpPr>
          <p:spPr>
            <a:xfrm>
              <a:off x="1082352" y="4732809"/>
              <a:ext cx="6454542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5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</a:t>
              </a:r>
              <a:r>
                <a:rPr kumimoji="1" lang="en-US" altLang="ja-JP" sz="1250" dirty="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25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「対応」の適切さを改善することで、</a:t>
              </a:r>
              <a:r>
                <a:rPr kumimoji="1" lang="ja-JP" altLang="en-US" sz="1250" u="sng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他社に一歩先行することができる</a:t>
              </a:r>
              <a:endParaRPr kumimoji="1" lang="en-US" altLang="ja-JP" sz="1250" u="sng" dirty="0">
                <a:solidFill>
                  <a:schemeClr val="accent3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F37C9AC-87CB-24C3-D6C8-4B82B185E00B}"/>
              </a:ext>
            </a:extLst>
          </p:cNvPr>
          <p:cNvGrpSpPr/>
          <p:nvPr/>
        </p:nvGrpSpPr>
        <p:grpSpPr>
          <a:xfrm>
            <a:off x="1075391" y="4959698"/>
            <a:ext cx="7151900" cy="631963"/>
            <a:chOff x="897591" y="5137498"/>
            <a:chExt cx="7151900" cy="631963"/>
          </a:xfrm>
        </p:grpSpPr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86BEF06-93B4-1375-818F-42F9C691F9F1}"/>
                </a:ext>
              </a:extLst>
            </p:cNvPr>
            <p:cNvSpPr txBox="1"/>
            <p:nvPr/>
          </p:nvSpPr>
          <p:spPr>
            <a:xfrm>
              <a:off x="897591" y="5137498"/>
              <a:ext cx="7151900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・属性を問わず「脂質を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</a:t>
              </a: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対する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「対応」</a:t>
              </a:r>
              <a:r>
                <a:rPr kumimoji="1" lang="ja-JP" altLang="en-US" sz="130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の実施量が不十分である</a:t>
              </a:r>
              <a:endParaRPr kumimoji="1" lang="en-US" altLang="ja-JP" sz="130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A3FCC539-7EAB-704E-C410-887E7B0F9CAC}"/>
                </a:ext>
              </a:extLst>
            </p:cNvPr>
            <p:cNvSpPr txBox="1"/>
            <p:nvPr/>
          </p:nvSpPr>
          <p:spPr>
            <a:xfrm>
              <a:off x="1082352" y="5413081"/>
              <a:ext cx="5508948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5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</a:t>
              </a:r>
              <a:r>
                <a:rPr kumimoji="1" lang="en-US" altLang="ja-JP" sz="1250" dirty="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25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先駆けて「対応」を拡充させることで、</a:t>
              </a:r>
              <a:r>
                <a:rPr kumimoji="1" lang="ja-JP" altLang="en-US" sz="1250" u="sng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他社との差別化に繋げられる</a:t>
              </a:r>
              <a:endParaRPr kumimoji="1" lang="en-US" altLang="ja-JP" sz="1250" u="sng" dirty="0">
                <a:solidFill>
                  <a:schemeClr val="accent3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051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7A7A7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2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7A7A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322D5-6E9A-3178-7BBB-6AEACA04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36F99E-AF0F-DAE5-C177-17F9BB34B6C8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健康ニーズを「詳細ニーズ</a:t>
            </a:r>
            <a:r>
              <a:rPr kumimoji="0" lang="en-US" altLang="ja-JP" sz="2000" b="1" i="0" u="none" strike="noStrike" kern="1200" cap="none" spc="50" normalizeH="0" baseline="0" noProof="0" dirty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 × </a:t>
            </a: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属性」で捉え、大きさと変化を評価する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F3AFFE7F-D7E5-DB07-C742-0D0DC82C3249}"/>
              </a:ext>
            </a:extLst>
          </p:cNvPr>
          <p:cNvGrpSpPr/>
          <p:nvPr/>
        </p:nvGrpSpPr>
        <p:grpSpPr>
          <a:xfrm>
            <a:off x="303386" y="1242225"/>
            <a:ext cx="4346093" cy="3521626"/>
            <a:chOff x="320790" y="1333172"/>
            <a:chExt cx="4346093" cy="3521626"/>
          </a:xfrm>
        </p:grpSpPr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7A207105-E1E4-6AD5-FC20-AD6B476CB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43" t="658" r="1239" b="1504"/>
            <a:stretch>
              <a:fillRect/>
            </a:stretch>
          </p:blipFill>
          <p:spPr>
            <a:xfrm>
              <a:off x="373179" y="1773666"/>
              <a:ext cx="4293704" cy="3081132"/>
            </a:xfrm>
            <a:prstGeom prst="rect">
              <a:avLst/>
            </a:prstGeom>
            <a:effectLst>
              <a:glow rad="12700">
                <a:schemeClr val="tx1">
                  <a:lumMod val="50000"/>
                  <a:lumOff val="50000"/>
                  <a:alpha val="60000"/>
                </a:schemeClr>
              </a:glow>
            </a:effectLst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D50505A2-6FE0-0B8B-DACA-F1BCBDF9121E}"/>
                </a:ext>
              </a:extLst>
            </p:cNvPr>
            <p:cNvSpPr txBox="1"/>
            <p:nvPr/>
          </p:nvSpPr>
          <p:spPr>
            <a:xfrm>
              <a:off x="320790" y="1333172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作成したセグメント表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458B2E6-4BDE-94D5-B6FD-A7ECD75221A7}"/>
              </a:ext>
            </a:extLst>
          </p:cNvPr>
          <p:cNvGrpSpPr/>
          <p:nvPr/>
        </p:nvGrpSpPr>
        <p:grpSpPr>
          <a:xfrm>
            <a:off x="4944891" y="1242225"/>
            <a:ext cx="3814501" cy="2643842"/>
            <a:chOff x="4944890" y="1333172"/>
            <a:chExt cx="3814501" cy="2643842"/>
          </a:xfrm>
        </p:grpSpPr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68E1679-EEAB-2B5D-D574-1FF0A22E0497}"/>
                </a:ext>
              </a:extLst>
            </p:cNvPr>
            <p:cNvSpPr txBox="1"/>
            <p:nvPr/>
          </p:nvSpPr>
          <p:spPr>
            <a:xfrm>
              <a:off x="4944890" y="1333172"/>
              <a:ext cx="36113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健康ニーズの大きさを評価する方法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6CC8005-95C7-130C-1C84-133993891195}"/>
                </a:ext>
              </a:extLst>
            </p:cNvPr>
            <p:cNvGrpSpPr/>
            <p:nvPr/>
          </p:nvGrpSpPr>
          <p:grpSpPr>
            <a:xfrm>
              <a:off x="4972600" y="1687577"/>
              <a:ext cx="3786791" cy="827681"/>
              <a:chOff x="4972600" y="1738045"/>
              <a:chExt cx="3786791" cy="827681"/>
            </a:xfrm>
          </p:grpSpPr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C089C610-F885-011F-1E68-94F01F1F430B}"/>
                  </a:ext>
                </a:extLst>
              </p:cNvPr>
              <p:cNvSpPr txBox="1"/>
              <p:nvPr/>
            </p:nvSpPr>
            <p:spPr>
              <a:xfrm>
                <a:off x="4972600" y="1738045"/>
                <a:ext cx="3786791" cy="579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→ </a:t>
                </a:r>
                <a:r>
                  <a:rPr kumimoji="1" lang="ja-JP" altLang="en-US" sz="1250" b="0" i="0" u="sng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健康上の問題を抱える人の割合</a:t>
                </a:r>
                <a:r>
                  <a:rPr kumimoji="1" lang="ja-JP" altLang="en-US" sz="125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を算出し、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　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  <a:p>
                <a:pPr>
                  <a:lnSpc>
                    <a:spcPts val="1980"/>
                  </a:lnSpc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その割合に基づき、ニーズの大きさを評価する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07CEB2D-4431-A807-B6D7-6AC5CB261F35}"/>
                  </a:ext>
                </a:extLst>
              </p:cNvPr>
              <p:cNvSpPr txBox="1"/>
              <p:nvPr/>
            </p:nvSpPr>
            <p:spPr>
              <a:xfrm>
                <a:off x="5069037" y="2281033"/>
                <a:ext cx="2861798" cy="284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（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大きい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中程度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小さい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？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）</a:t>
                </a:r>
                <a:endParaRPr kumimoji="1" lang="en-US" altLang="ja-JP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CEBF9B56-A651-B455-FA67-EF82F77E6F7A}"/>
                </a:ext>
              </a:extLst>
            </p:cNvPr>
            <p:cNvGrpSpPr/>
            <p:nvPr/>
          </p:nvGrpSpPr>
          <p:grpSpPr>
            <a:xfrm>
              <a:off x="4972599" y="2579870"/>
              <a:ext cx="3754428" cy="1397144"/>
              <a:chOff x="4972599" y="2557010"/>
              <a:chExt cx="3754428" cy="1397144"/>
            </a:xfrm>
          </p:grpSpPr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6EAEC2C-4F61-DA7C-D929-97DED62013B0}"/>
                  </a:ext>
                </a:extLst>
              </p:cNvPr>
              <p:cNvSpPr txBox="1"/>
              <p:nvPr/>
            </p:nvSpPr>
            <p:spPr>
              <a:xfrm>
                <a:off x="4972600" y="2557010"/>
                <a:ext cx="3754427" cy="321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例：</a:t>
                </a:r>
                <a:r>
                  <a:rPr kumimoji="1" lang="ja-JP" altLang="en-US" sz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「男性</a:t>
                </a:r>
                <a:r>
                  <a:rPr kumimoji="1" lang="en-US" altLang="ja-JP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20</a:t>
                </a:r>
                <a:r>
                  <a:rPr kumimoji="1" lang="ja-JP" altLang="en-US" sz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代・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エネルギーを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>
                        <a:alpha val="8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減らしたい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27EB779C-C580-F765-EFE8-4261BD48B2A7}"/>
                  </a:ext>
                </a:extLst>
              </p:cNvPr>
              <p:cNvSpPr txBox="1"/>
              <p:nvPr/>
            </p:nvSpPr>
            <p:spPr>
              <a:xfrm>
                <a:off x="4972600" y="2878445"/>
                <a:ext cx="3754427" cy="510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男性</a:t>
                </a: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代において、</a:t>
                </a:r>
                <a:b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</a:b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「カロリーを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>
                        <a:alpha val="8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摂りすぎている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」人の割合を算出する</a:t>
                </a:r>
                <a:endPara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2B548829-1067-5325-D903-3D5479BF9C55}"/>
                  </a:ext>
                </a:extLst>
              </p:cNvPr>
              <p:cNvSpPr txBox="1"/>
              <p:nvPr/>
            </p:nvSpPr>
            <p:spPr>
              <a:xfrm>
                <a:off x="4972599" y="3389062"/>
                <a:ext cx="3417019" cy="302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現</a:t>
                </a:r>
                <a:r>
                  <a:rPr kumimoji="1" lang="ja-JP" altLang="en-US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時点（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2024</a:t>
                </a:r>
                <a:r>
                  <a:rPr kumimoji="1" lang="ja-JP" altLang="en-US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年</a:t>
                </a:r>
                <a:r>
                  <a:rPr kumimoji="1" lang="ja-JP" altLang="en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）</a:t>
                </a:r>
                <a:r>
                  <a:rPr kumimoji="1" lang="ja-JP" altLang="en-US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での該当者の割合：</a:t>
                </a:r>
                <a:r>
                  <a:rPr kumimoji="1" lang="en-US" altLang="ja-JP" sz="1200" dirty="0">
                    <a:solidFill>
                      <a:srgbClr val="CE4D44">
                        <a:alpha val="8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21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4D44">
                        <a:alpha val="8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%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 </a:t>
                </a:r>
                <a:r>
                  <a:rPr kumimoji="1" lang="en-US" altLang="ja-JP" sz="1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[2]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 </a:t>
                </a:r>
                <a:endPara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02C3DA9-DF11-00BB-A12A-7787022E12B7}"/>
                  </a:ext>
                </a:extLst>
              </p:cNvPr>
              <p:cNvSpPr txBox="1"/>
              <p:nvPr/>
            </p:nvSpPr>
            <p:spPr>
              <a:xfrm>
                <a:off x="4972599" y="3651955"/>
                <a:ext cx="3553473" cy="302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現在のニーズの大きさは</a:t>
                </a:r>
                <a:r>
                  <a:rPr kumimoji="1" lang="ja-JP" altLang="en-US" sz="1200">
                    <a:solidFill>
                      <a:srgbClr val="CF6F19">
                        <a:alpha val="8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「中程度」</a:t>
                </a:r>
                <a:r>
                  <a:rPr kumimoji="1" lang="ja-JP" altLang="en-US" sz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と評価される</a:t>
                </a:r>
                <a:endPara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FC7A47A-5BCC-D96D-BD02-9E44E28A967A}"/>
              </a:ext>
            </a:extLst>
          </p:cNvPr>
          <p:cNvGrpSpPr/>
          <p:nvPr/>
        </p:nvGrpSpPr>
        <p:grpSpPr>
          <a:xfrm>
            <a:off x="4931036" y="4069574"/>
            <a:ext cx="4008962" cy="2383591"/>
            <a:chOff x="4931035" y="4327346"/>
            <a:chExt cx="4008962" cy="2383591"/>
          </a:xfrm>
        </p:grpSpPr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28E2D262-4B68-17D9-CFEF-CE768DB93E1D}"/>
                </a:ext>
              </a:extLst>
            </p:cNvPr>
            <p:cNvSpPr txBox="1"/>
            <p:nvPr/>
          </p:nvSpPr>
          <p:spPr>
            <a:xfrm>
              <a:off x="4931035" y="4327346"/>
              <a:ext cx="3313481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健康ニーズの変化を評価する方法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13F7326-438A-75A7-ECD7-5B249B11FEA5}"/>
                </a:ext>
              </a:extLst>
            </p:cNvPr>
            <p:cNvGrpSpPr/>
            <p:nvPr/>
          </p:nvGrpSpPr>
          <p:grpSpPr>
            <a:xfrm>
              <a:off x="4972600" y="4695317"/>
              <a:ext cx="3967397" cy="1109295"/>
              <a:chOff x="4972600" y="4734822"/>
              <a:chExt cx="3967397" cy="1109295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A4ED74B-1B66-E606-CE20-F26AC6B36EDB}"/>
                  </a:ext>
                </a:extLst>
              </p:cNvPr>
              <p:cNvSpPr txBox="1"/>
              <p:nvPr/>
            </p:nvSpPr>
            <p:spPr>
              <a:xfrm>
                <a:off x="4972600" y="4734822"/>
                <a:ext cx="3967397" cy="835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→ 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過去時点（</a:t>
                </a:r>
                <a:r>
                  <a:rPr kumimoji="1" lang="en-US" altLang="ja-JP" sz="1250" b="0" i="0" strike="noStrike" kern="1200" cap="none" spc="0" normalizeH="0" baseline="0" noProof="0" dirty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2010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年頃）から現在（</a:t>
                </a:r>
                <a:r>
                  <a:rPr kumimoji="1" lang="en-US" altLang="ja-JP" sz="1250" b="0" i="0" strike="noStrike" kern="1200" cap="none" spc="0" normalizeH="0" baseline="0" noProof="0" dirty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2024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年頃）への</a:t>
                </a:r>
                <a:endParaRPr kumimoji="1" lang="en-US" altLang="ja-JP" sz="125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 noProof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r>
                  <a:rPr kumimoji="1" lang="en-US" altLang="ja-JP" sz="1250" noProof="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 b="0" i="0" u="sng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該当者割合の変化量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を算出し、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  <a:p>
                <a:pPr>
                  <a:lnSpc>
                    <a:spcPts val="1980"/>
                  </a:lnSpc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その値に基づき、ニーズ変化の方向性を評価する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93C3BF67-4683-A9B0-586A-4BF3DEEE3BD3}"/>
                  </a:ext>
                </a:extLst>
              </p:cNvPr>
              <p:cNvSpPr txBox="1"/>
              <p:nvPr/>
            </p:nvSpPr>
            <p:spPr>
              <a:xfrm>
                <a:off x="5072976" y="5551729"/>
                <a:ext cx="1793019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（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↑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→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↓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？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）</a:t>
                </a:r>
                <a:endParaRPr kumimoji="1" lang="en-US" altLang="ja-JP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26DD056-7E46-D789-6AF4-C5AF8D39802F}"/>
                </a:ext>
              </a:extLst>
            </p:cNvPr>
            <p:cNvSpPr txBox="1"/>
            <p:nvPr/>
          </p:nvSpPr>
          <p:spPr>
            <a:xfrm>
              <a:off x="4972600" y="6152259"/>
              <a:ext cx="3967396" cy="302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過去時点から現在への変化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：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21 – 19.5 = 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rgbClr val="CE4D44">
                      <a:alpha val="8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1.5 pt 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rgbClr val="CE4D44">
                      <a:alpha val="8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上昇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A5158C93-0E51-D681-33B8-D38E10CA0F3A}"/>
                </a:ext>
              </a:extLst>
            </p:cNvPr>
            <p:cNvSpPr txBox="1"/>
            <p:nvPr/>
          </p:nvSpPr>
          <p:spPr>
            <a:xfrm>
              <a:off x="4972600" y="6408738"/>
              <a:ext cx="3313481" cy="302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過去からの変化は</a:t>
              </a:r>
              <a:r>
                <a:rPr kumimoji="1" lang="ja-JP" altLang="en-US" sz="1200">
                  <a:solidFill>
                    <a:srgbClr val="9564B1">
                      <a:alpha val="90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「→」</a:t>
              </a:r>
              <a:r>
                <a:rPr kumimoji="1" lang="ja-JP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と評価する</a:t>
              </a:r>
              <a:endParaRPr kumimoji="1" lang="ja-JP" altLang="en-US" sz="12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FB53878-C2EB-AB24-41B2-A3DF052DE3C1}"/>
                </a:ext>
              </a:extLst>
            </p:cNvPr>
            <p:cNvSpPr txBox="1"/>
            <p:nvPr/>
          </p:nvSpPr>
          <p:spPr>
            <a:xfrm>
              <a:off x="4972599" y="5897433"/>
              <a:ext cx="3611330" cy="302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ts val="1800"/>
                </a:lnSpc>
                <a:defRPr/>
              </a:pP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過去時点（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2010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年</a:t>
              </a:r>
              <a:r>
                <a:rPr kumimoji="1" lang="ja-JP" altLang="en" sz="12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）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での該当者の割合：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19.5% </a:t>
              </a:r>
              <a:r>
                <a:rPr kumimoji="1" lang="en-US" altLang="ja-JP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[1] </a:t>
              </a:r>
              <a:endParaRPr kumimoji="1" lang="ja-JP" altLang="en-US" sz="10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50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60F475-28C5-A2CF-5EBF-D6CCFED7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6AE1B3-FE64-0A76-591F-66BCF218BFE7}"/>
              </a:ext>
            </a:extLst>
          </p:cNvPr>
          <p:cNvSpPr txBox="1"/>
          <p:nvPr/>
        </p:nvSpPr>
        <p:spPr>
          <a:xfrm>
            <a:off x="492040" y="1139016"/>
            <a:ext cx="3754427" cy="32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例：</a:t>
            </a:r>
            <a:r>
              <a:rPr kumimoji="1" lang="ja-JP" altLang="en-US" sz="12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「男性</a:t>
            </a:r>
            <a:r>
              <a: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</a:t>
            </a:r>
            <a:r>
              <a:rPr kumimoji="1" lang="ja-JP" altLang="en-US" sz="12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代・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エネルギーを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減らしたい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」ニーズ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552697-CDF1-3F32-F18C-38AE43F5B9B8}"/>
              </a:ext>
            </a:extLst>
          </p:cNvPr>
          <p:cNvSpPr txBox="1"/>
          <p:nvPr/>
        </p:nvSpPr>
        <p:spPr>
          <a:xfrm>
            <a:off x="492040" y="1503119"/>
            <a:ext cx="3884900" cy="579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男性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代において、</a:t>
            </a:r>
            <a:b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</a:b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「カロリーを摂りすぎている」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人の割合を算出する</a:t>
            </a:r>
            <a:endParaRPr kumimoji="1" lang="en-US" altLang="ja-JP" sz="125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C48FADA-70E1-524C-A865-95896822704F}"/>
              </a:ext>
            </a:extLst>
          </p:cNvPr>
          <p:cNvSpPr txBox="1"/>
          <p:nvPr/>
        </p:nvSpPr>
        <p:spPr>
          <a:xfrm>
            <a:off x="492040" y="756786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ニーズの大きさを評価する方法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F21E8EE-2E4A-AD66-F9DC-B81C459432EC}"/>
              </a:ext>
            </a:extLst>
          </p:cNvPr>
          <p:cNvSpPr txBox="1"/>
          <p:nvPr/>
        </p:nvSpPr>
        <p:spPr>
          <a:xfrm>
            <a:off x="492040" y="2364726"/>
            <a:ext cx="2376890" cy="10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過去時点（</a:t>
            </a:r>
            <a:r>
              <a:rPr kumimoji="1" lang="en-US" altLang="ja-JP" sz="1250" b="1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2010</a:t>
            </a: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年</a:t>
            </a:r>
            <a:r>
              <a:rPr kumimoji="1" lang="ja-JP" altLang="en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）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有効対象者：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215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問題該当者：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42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公表割合：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19.5%</a:t>
            </a:r>
            <a:endParaRPr kumimoji="1" lang="ja-JP" altLang="en-US" sz="1250" b="0" i="0" u="none" strike="noStrike" kern="1200" cap="none" spc="0" normalizeH="0" baseline="0" noProof="0">
              <a:ln>
                <a:noFill/>
              </a:ln>
              <a:solidFill>
                <a:srgbClr val="CE4D44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58F87D-B838-4608-9CA8-7CA25D4659EE}"/>
              </a:ext>
            </a:extLst>
          </p:cNvPr>
          <p:cNvSpPr txBox="1"/>
          <p:nvPr/>
        </p:nvSpPr>
        <p:spPr>
          <a:xfrm>
            <a:off x="492040" y="3682466"/>
            <a:ext cx="3884900" cy="10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現</a:t>
            </a: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時点（</a:t>
            </a:r>
            <a:r>
              <a:rPr kumimoji="1" lang="en-US" altLang="ja-JP" sz="1250" b="1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2024</a:t>
            </a: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年</a:t>
            </a:r>
            <a:r>
              <a:rPr kumimoji="1" lang="ja-JP" altLang="en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）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有効対象者：</a:t>
            </a:r>
            <a:r>
              <a:rPr kumimoji="1" lang="en-US" altLang="ja-JP" sz="125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355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問題該当者：</a:t>
            </a:r>
            <a:r>
              <a:rPr kumimoji="1" lang="en-US" altLang="ja-JP" sz="125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91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公表割合：</a:t>
            </a:r>
            <a:r>
              <a:rPr kumimoji="1" lang="en-US" altLang="ja-JP" sz="1250" dirty="0">
                <a:solidFill>
                  <a:srgbClr val="CE4D44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21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%</a:t>
            </a:r>
            <a:endParaRPr kumimoji="1" lang="ja-JP" altLang="en-US" sz="1250" b="0" i="0" u="none" strike="noStrike" kern="1200" cap="none" spc="0" normalizeH="0" baseline="0" noProof="0">
              <a:ln>
                <a:noFill/>
              </a:ln>
              <a:solidFill>
                <a:srgbClr val="CE4D44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169EB0A-1010-2519-2C0B-519E792BDF3E}"/>
              </a:ext>
            </a:extLst>
          </p:cNvPr>
          <p:cNvSpPr txBox="1"/>
          <p:nvPr/>
        </p:nvSpPr>
        <p:spPr>
          <a:xfrm>
            <a:off x="492040" y="4782099"/>
            <a:ext cx="4457150" cy="32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→ 現在のニーズの大きさは</a:t>
            </a:r>
            <a:r>
              <a:rPr kumimoji="1" lang="ja-JP" altLang="en-US" sz="1250" b="0" i="0" strike="noStrike" kern="1200" cap="none" spc="0" normalizeH="0" baseline="0" noProof="0">
                <a:ln>
                  <a:noFill/>
                </a:ln>
                <a:solidFill>
                  <a:srgbClr val="CF6F19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「中程度」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であると判断される</a:t>
            </a:r>
            <a:endParaRPr kumimoji="1" lang="en-US" altLang="ja-JP" sz="125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07172EE-0FF9-DFCB-EB2D-4AAB1020FA4D}"/>
              </a:ext>
            </a:extLst>
          </p:cNvPr>
          <p:cNvSpPr txBox="1"/>
          <p:nvPr/>
        </p:nvSpPr>
        <p:spPr>
          <a:xfrm>
            <a:off x="492040" y="5281812"/>
            <a:ext cx="3884900" cy="579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50" b="1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</a:t>
            </a:r>
            <a:r>
              <a:rPr kumimoji="1" lang="ja-JP" altLang="en-US" sz="1250" b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時点の比較</a:t>
            </a:r>
            <a:endParaRPr kumimoji="1" lang="en-US" altLang="ja-JP" sz="1250" b="1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21.0 – 19.5 = 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1.5 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ポイント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87D1EFF-2DD4-C2CD-D56D-8445ED7C3FD7}"/>
              </a:ext>
            </a:extLst>
          </p:cNvPr>
          <p:cNvSpPr txBox="1"/>
          <p:nvPr/>
        </p:nvSpPr>
        <p:spPr>
          <a:xfrm>
            <a:off x="492040" y="5802329"/>
            <a:ext cx="4457150" cy="32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→ ニーズの変化は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9564B1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「→」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と判断される</a:t>
            </a:r>
            <a:endParaRPr kumimoji="1" lang="en-US" altLang="ja-JP" sz="125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8F3148A-2604-9D94-6A83-A03A8AA0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" r="1145"/>
          <a:stretch>
            <a:fillRect/>
          </a:stretch>
        </p:blipFill>
        <p:spPr>
          <a:xfrm>
            <a:off x="2346216" y="2450062"/>
            <a:ext cx="2943804" cy="865058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23" name="円/楕円 22">
            <a:extLst>
              <a:ext uri="{FF2B5EF4-FFF2-40B4-BE49-F238E27FC236}">
                <a16:creationId xmlns:a16="http://schemas.microsoft.com/office/drawing/2014/main" id="{BE7A8D1E-7B34-6D59-B262-115F1B75CEEC}"/>
              </a:ext>
            </a:extLst>
          </p:cNvPr>
          <p:cNvSpPr/>
          <p:nvPr/>
        </p:nvSpPr>
        <p:spPr>
          <a:xfrm>
            <a:off x="4786861" y="2596870"/>
            <a:ext cx="567965" cy="22488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B1945141-D18A-E5A2-1805-9112949D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91" r="687" b="2798"/>
          <a:stretch>
            <a:fillRect/>
          </a:stretch>
        </p:blipFill>
        <p:spPr>
          <a:xfrm>
            <a:off x="2346215" y="3767167"/>
            <a:ext cx="2812443" cy="786512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25" name="円/楕円 24">
            <a:extLst>
              <a:ext uri="{FF2B5EF4-FFF2-40B4-BE49-F238E27FC236}">
                <a16:creationId xmlns:a16="http://schemas.microsoft.com/office/drawing/2014/main" id="{6A947258-20AD-6879-5E18-D4FBF65DAB33}"/>
              </a:ext>
            </a:extLst>
          </p:cNvPr>
          <p:cNvSpPr/>
          <p:nvPr/>
        </p:nvSpPr>
        <p:spPr>
          <a:xfrm>
            <a:off x="4653777" y="3823662"/>
            <a:ext cx="567965" cy="22488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6E19227-FD66-6BF3-C146-13F835EAA206}"/>
              </a:ext>
            </a:extLst>
          </p:cNvPr>
          <p:cNvSpPr txBox="1"/>
          <p:nvPr/>
        </p:nvSpPr>
        <p:spPr>
          <a:xfrm>
            <a:off x="2289243" y="3322338"/>
            <a:ext cx="3425757" cy="23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80"/>
              </a:lnSpc>
              <a:defRPr/>
            </a:pPr>
            <a:r>
              <a:rPr kumimoji="1" lang="en-US" altLang="ja-JP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[1] 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厚生労働省「平成</a:t>
            </a:r>
            <a:r>
              <a:rPr kumimoji="1" lang="en-US" altLang="ja-JP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22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年国民健康・栄養調査報告」（</a:t>
            </a:r>
            <a:r>
              <a:rPr kumimoji="1" lang="en-US" altLang="ja-JP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2010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一部抜粋</a:t>
            </a:r>
            <a:endParaRPr kumimoji="1" lang="en-US" altLang="ja-JP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440925F-BAD3-4579-9A52-F3B46F4F85FF}"/>
              </a:ext>
            </a:extLst>
          </p:cNvPr>
          <p:cNvSpPr txBox="1"/>
          <p:nvPr/>
        </p:nvSpPr>
        <p:spPr>
          <a:xfrm>
            <a:off x="2289243" y="4553679"/>
            <a:ext cx="3768364" cy="233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[2] 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厚生労働省「令和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6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年国民健康・栄養調査報告」（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2024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）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一部抜粋</a:t>
            </a:r>
            <a:endParaRPr kumimoji="1" lang="en-US" altLang="ja-JP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B1C72262-7FA2-9282-6E23-371F5AE658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20" t="3471" r="5515" b="4067"/>
          <a:stretch>
            <a:fillRect/>
          </a:stretch>
        </p:blipFill>
        <p:spPr>
          <a:xfrm>
            <a:off x="6071738" y="2765279"/>
            <a:ext cx="2255515" cy="1539247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624548AB-B60B-AE89-4C06-616C5C4F5F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18" t="3443" r="3918" b="5538"/>
          <a:stretch>
            <a:fillRect/>
          </a:stretch>
        </p:blipFill>
        <p:spPr>
          <a:xfrm>
            <a:off x="6071738" y="4493739"/>
            <a:ext cx="2580222" cy="1576146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8688BD9-07C6-931A-6FBD-452EF4C1584D}"/>
              </a:ext>
            </a:extLst>
          </p:cNvPr>
          <p:cNvSpPr txBox="1"/>
          <p:nvPr/>
        </p:nvSpPr>
        <p:spPr>
          <a:xfrm>
            <a:off x="5995538" y="2363616"/>
            <a:ext cx="987778" cy="32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判定基準</a:t>
            </a:r>
            <a:endParaRPr kumimoji="1" lang="ja-JP" altLang="en" sz="1250" b="1" i="0" u="none" strike="noStrike" kern="1200" cap="none" spc="0" normalizeH="0" baseline="0" noProof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11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ADD6003-278E-F137-2FE3-F287A4475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" t="343" r="833" b="468"/>
          <a:stretch>
            <a:fillRect/>
          </a:stretch>
        </p:blipFill>
        <p:spPr>
          <a:xfrm>
            <a:off x="2270713" y="1108765"/>
            <a:ext cx="4602574" cy="5272403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2DAA4D-DF57-512B-CC1E-23E4056CE410}"/>
              </a:ext>
            </a:extLst>
          </p:cNvPr>
          <p:cNvSpPr txBox="1"/>
          <p:nvPr/>
        </p:nvSpPr>
        <p:spPr>
          <a:xfrm>
            <a:off x="269790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どのような問題を定義したか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56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9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E152708-3CA5-C84B-F738-4CC270775C77}"/>
              </a:ext>
            </a:extLst>
          </p:cNvPr>
          <p:cNvGrpSpPr/>
          <p:nvPr/>
        </p:nvGrpSpPr>
        <p:grpSpPr>
          <a:xfrm>
            <a:off x="285132" y="1304034"/>
            <a:ext cx="8569418" cy="3994592"/>
            <a:chOff x="285132" y="1361043"/>
            <a:chExt cx="8569418" cy="3994592"/>
          </a:xfrm>
        </p:grpSpPr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19332614-07E8-163B-2D21-160C7C19C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67" t="2303" r="1371" b="1766"/>
            <a:stretch>
              <a:fillRect/>
            </a:stretch>
          </p:blipFill>
          <p:spPr>
            <a:xfrm>
              <a:off x="289450" y="1361043"/>
              <a:ext cx="8565100" cy="2940552"/>
            </a:xfrm>
            <a:prstGeom prst="rect">
              <a:avLst/>
            </a:prstGeom>
            <a:effectLst>
              <a:glow rad="12700">
                <a:schemeClr val="tx1">
                  <a:lumMod val="50000"/>
                  <a:lumOff val="50000"/>
                </a:schemeClr>
              </a:glow>
            </a:effectLst>
          </p:spPr>
        </p:pic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A19F41E5-CA72-EBDB-98ED-A40289455319}"/>
                </a:ext>
              </a:extLst>
            </p:cNvPr>
            <p:cNvSpPr txBox="1"/>
            <p:nvPr/>
          </p:nvSpPr>
          <p:spPr>
            <a:xfrm>
              <a:off x="285132" y="4313025"/>
              <a:ext cx="4156501" cy="323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参考文献がなく、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調査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できなかった項目を「？」で表した</a:t>
              </a:r>
              <a:endPara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49EFA762-0BC8-123F-44DD-94F06F8E3CC7}"/>
                </a:ext>
              </a:extLst>
            </p:cNvPr>
            <p:cNvSpPr txBox="1"/>
            <p:nvPr/>
          </p:nvSpPr>
          <p:spPr>
            <a:xfrm>
              <a:off x="5418437" y="4352475"/>
              <a:ext cx="3436112" cy="1003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[1]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厚生労働省「平成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22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年国民健康・栄養調査報告」（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2012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[2] </a:t>
              </a:r>
              <a:r>
                <a:rPr kumimoji="1" lang="ja-JP" altLang="en-US" sz="85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厚生労働省「令和</a:t>
              </a: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6</a:t>
              </a:r>
              <a:r>
                <a:rPr kumimoji="1" lang="ja-JP" altLang="en-US" sz="85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年国民健康・栄養調査報告」（</a:t>
              </a: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2026</a:t>
              </a:r>
              <a:r>
                <a:rPr kumimoji="1" lang="ja-JP" altLang="en-US" sz="85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）</a:t>
              </a:r>
              <a:endParaRPr kumimoji="1" lang="en-US" altLang="ja-JP" sz="8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[3]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厚生労働省「日本人の食事摂取基準（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2010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年度版）」（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2009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[4]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厚生労働省「日本人の食事摂取基準（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2025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年度版）」（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2024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[5]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農林水産省「平成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27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年度食育推進施策」（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2016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[6]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農林水産省「食育に関する意識調査」（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2025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73C4B111-5C35-1051-D046-441AC6DC6F1D}"/>
              </a:ext>
            </a:extLst>
          </p:cNvPr>
          <p:cNvGrpSpPr/>
          <p:nvPr/>
        </p:nvGrpSpPr>
        <p:grpSpPr>
          <a:xfrm>
            <a:off x="285132" y="4944530"/>
            <a:ext cx="4846938" cy="1366356"/>
            <a:chOff x="285132" y="4854200"/>
            <a:chExt cx="4846938" cy="1366356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BA30662B-270E-5EFD-3FD6-09D5CE828744}"/>
                </a:ext>
              </a:extLst>
            </p:cNvPr>
            <p:cNvSpPr txBox="1"/>
            <p:nvPr/>
          </p:nvSpPr>
          <p:spPr>
            <a:xfrm>
              <a:off x="285132" y="4854200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注力すべき健康ニーズ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AAEC65DC-760A-8F5A-17E4-496F221D23D5}"/>
                </a:ext>
              </a:extLst>
            </p:cNvPr>
            <p:cNvSpPr txBox="1"/>
            <p:nvPr/>
          </p:nvSpPr>
          <p:spPr>
            <a:xfrm>
              <a:off x="285132" y="5218358"/>
              <a:ext cx="4846938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・男女</a:t>
              </a:r>
              <a:r>
                <a:rPr kumimoji="1" lang="en-US" altLang="ja-JP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代以上における「栄養バランスを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599975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調整したい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85376E1F-23EF-ED27-C063-E74E704268C0}"/>
                </a:ext>
              </a:extLst>
            </p:cNvPr>
            <p:cNvSpPr txBox="1"/>
            <p:nvPr/>
          </p:nvSpPr>
          <p:spPr>
            <a:xfrm>
              <a:off x="285132" y="5886490"/>
              <a:ext cx="4846938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・男性</a:t>
              </a:r>
              <a:r>
                <a:rPr kumimoji="1" lang="en-US" altLang="ja-JP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代以上における「エネルギーを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EB26FCB0-EF90-2011-D56C-CCB36CC3D63D}"/>
                </a:ext>
              </a:extLst>
            </p:cNvPr>
            <p:cNvSpPr txBox="1"/>
            <p:nvPr/>
          </p:nvSpPr>
          <p:spPr>
            <a:xfrm>
              <a:off x="285132" y="5552424"/>
              <a:ext cx="4846938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・男女</a:t>
              </a:r>
              <a:r>
                <a:rPr kumimoji="1" lang="en-US" altLang="ja-JP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代以上における「脂質を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03D16A-9C10-5882-9C23-DFBA0A1A383F}"/>
              </a:ext>
            </a:extLst>
          </p:cNvPr>
          <p:cNvSpPr txBox="1"/>
          <p:nvPr/>
        </p:nvSpPr>
        <p:spPr>
          <a:xfrm>
            <a:off x="195442" y="620055"/>
            <a:ext cx="8493995" cy="44606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現在のニーズが大きく、過去から増加した３つの健康ニーズに対象を絞った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55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8EEAB051-C822-749C-7B7D-8E865934124B}"/>
              </a:ext>
            </a:extLst>
          </p:cNvPr>
          <p:cNvGrpSpPr/>
          <p:nvPr/>
        </p:nvGrpSpPr>
        <p:grpSpPr>
          <a:xfrm>
            <a:off x="739672" y="1445676"/>
            <a:ext cx="3260035" cy="1494653"/>
            <a:chOff x="739672" y="771906"/>
            <a:chExt cx="3260035" cy="1494653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8BD0D68C-FCB9-6F90-0641-B4F3C54F8607}"/>
                </a:ext>
              </a:extLst>
            </p:cNvPr>
            <p:cNvGrpSpPr/>
            <p:nvPr/>
          </p:nvGrpSpPr>
          <p:grpSpPr>
            <a:xfrm>
              <a:off x="739672" y="1153711"/>
              <a:ext cx="3260035" cy="1112848"/>
              <a:chOff x="4571999" y="1333172"/>
              <a:chExt cx="3260035" cy="1112848"/>
            </a:xfrm>
          </p:grpSpPr>
          <p:sp>
            <p:nvSpPr>
              <p:cNvPr id="3" name="角丸四角形 2">
                <a:extLst>
                  <a:ext uri="{FF2B5EF4-FFF2-40B4-BE49-F238E27FC236}">
                    <a16:creationId xmlns:a16="http://schemas.microsoft.com/office/drawing/2014/main" id="{EEA0FAE8-6D9F-2439-2C6C-06D4C31CA277}"/>
                  </a:ext>
                </a:extLst>
              </p:cNvPr>
              <p:cNvSpPr/>
              <p:nvPr/>
            </p:nvSpPr>
            <p:spPr>
              <a:xfrm>
                <a:off x="4571999" y="1333172"/>
                <a:ext cx="3260035" cy="1112848"/>
              </a:xfrm>
              <a:prstGeom prst="roundRect">
                <a:avLst/>
              </a:prstGeom>
              <a:solidFill>
                <a:schemeClr val="bg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" name="グループ化 3">
                <a:extLst>
                  <a:ext uri="{FF2B5EF4-FFF2-40B4-BE49-F238E27FC236}">
                    <a16:creationId xmlns:a16="http://schemas.microsoft.com/office/drawing/2014/main" id="{C20F1524-703F-BC2B-8911-E61457D3241C}"/>
                  </a:ext>
                </a:extLst>
              </p:cNvPr>
              <p:cNvGrpSpPr/>
              <p:nvPr/>
            </p:nvGrpSpPr>
            <p:grpSpPr>
              <a:xfrm>
                <a:off x="4680276" y="1429215"/>
                <a:ext cx="2972418" cy="875041"/>
                <a:chOff x="4300122" y="1500012"/>
                <a:chExt cx="2972418" cy="875041"/>
              </a:xfrm>
            </p:grpSpPr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E1A2E7F9-E7A0-2387-CF48-A08DE9448C55}"/>
                    </a:ext>
                  </a:extLst>
                </p:cNvPr>
                <p:cNvSpPr txBox="1"/>
                <p:nvPr/>
              </p:nvSpPr>
              <p:spPr>
                <a:xfrm>
                  <a:off x="4300122" y="1500012"/>
                  <a:ext cx="2972418" cy="3340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ts val="208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DCD8DC">
                          <a:lumMod val="25000"/>
                        </a:srgb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・「栄養バランスを</a:t>
                  </a: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99975"/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調整したい</a:t>
                  </a: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DCD8DC">
                          <a:lumMod val="25000"/>
                        </a:srgb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」ニーズ</a:t>
                  </a:r>
                  <a:endParaRPr kumimoji="1" lang="en-US" altLang="ja-JP" sz="1200" b="0" i="0" strike="noStrike" kern="1200" cap="none" spc="0" normalizeH="0" baseline="0" noProof="0" dirty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endParaRPr>
                </a:p>
              </p:txBody>
            </p:sp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3FFAFF81-0286-41CB-AED3-0D69772A68D6}"/>
                    </a:ext>
                  </a:extLst>
                </p:cNvPr>
                <p:cNvSpPr txBox="1"/>
                <p:nvPr/>
              </p:nvSpPr>
              <p:spPr>
                <a:xfrm>
                  <a:off x="4300122" y="2040987"/>
                  <a:ext cx="2972418" cy="3340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ts val="208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DCD8DC">
                          <a:lumMod val="25000"/>
                        </a:srgb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・「エネルギーを</a:t>
                  </a: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CE4D44"/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減らしたい</a:t>
                  </a: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DCD8DC">
                          <a:lumMod val="25000"/>
                        </a:srgb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」ニーズ</a:t>
                  </a:r>
                  <a:endParaRPr kumimoji="1" lang="en-US" altLang="ja-JP" sz="1200" b="0" i="0" strike="noStrike" kern="1200" cap="none" spc="0" normalizeH="0" baseline="0" noProof="0" dirty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endParaRPr>
                </a:p>
              </p:txBody>
            </p:sp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AED2775-8829-71DA-21A7-CF7C9E8BAAB6}"/>
                    </a:ext>
                  </a:extLst>
                </p:cNvPr>
                <p:cNvSpPr txBox="1"/>
                <p:nvPr/>
              </p:nvSpPr>
              <p:spPr>
                <a:xfrm>
                  <a:off x="4300122" y="1770776"/>
                  <a:ext cx="2972418" cy="3340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ts val="208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DCD8DC">
                          <a:lumMod val="25000"/>
                        </a:srgb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・「脂質を</a:t>
                  </a: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CE4D44"/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減らしたい</a:t>
                  </a:r>
                  <a:r>
                    <a:rPr kumimoji="1" lang="ja-JP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DCD8DC">
                          <a:lumMod val="25000"/>
                        </a:srgbClr>
                      </a:solidFill>
                      <a:effectLst/>
                      <a:uLnTx/>
                      <a:uFillTx/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  <a:cs typeface="+mn-cs"/>
                    </a:rPr>
                    <a:t>」ニーズ</a:t>
                  </a:r>
                  <a:endParaRPr kumimoji="1" lang="en-US" altLang="ja-JP" sz="1200" b="0" i="0" strike="noStrike" kern="1200" cap="none" spc="0" normalizeH="0" baseline="0" noProof="0" dirty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C758667-2C12-DA3A-7B2C-61116E109F39}"/>
                </a:ext>
              </a:extLst>
            </p:cNvPr>
            <p:cNvSpPr txBox="1"/>
            <p:nvPr/>
          </p:nvSpPr>
          <p:spPr>
            <a:xfrm>
              <a:off x="739672" y="771906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注力すべき健康ニーズ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E071EC0-FCB9-96D6-62E3-746096B5E5AD}"/>
              </a:ext>
            </a:extLst>
          </p:cNvPr>
          <p:cNvGrpSpPr/>
          <p:nvPr/>
        </p:nvGrpSpPr>
        <p:grpSpPr>
          <a:xfrm>
            <a:off x="5144293" y="1447561"/>
            <a:ext cx="3260035" cy="1494654"/>
            <a:chOff x="5144293" y="773791"/>
            <a:chExt cx="3260035" cy="1494654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303C708-0566-F078-944A-27CDE876338E}"/>
                </a:ext>
              </a:extLst>
            </p:cNvPr>
            <p:cNvSpPr txBox="1"/>
            <p:nvPr/>
          </p:nvSpPr>
          <p:spPr>
            <a:xfrm>
              <a:off x="5144293" y="773791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コンビニ３社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C2C42F95-30DF-0FB1-5A0C-747E87A998D9}"/>
                </a:ext>
              </a:extLst>
            </p:cNvPr>
            <p:cNvGrpSpPr/>
            <p:nvPr/>
          </p:nvGrpSpPr>
          <p:grpSpPr>
            <a:xfrm>
              <a:off x="5144293" y="1155597"/>
              <a:ext cx="3260035" cy="1112848"/>
              <a:chOff x="5006872" y="1153712"/>
              <a:chExt cx="3260035" cy="1112848"/>
            </a:xfrm>
          </p:grpSpPr>
          <p:sp>
            <p:nvSpPr>
              <p:cNvPr id="13" name="角丸四角形 12">
                <a:extLst>
                  <a:ext uri="{FF2B5EF4-FFF2-40B4-BE49-F238E27FC236}">
                    <a16:creationId xmlns:a16="http://schemas.microsoft.com/office/drawing/2014/main" id="{8348D51A-2E27-29D1-C2D5-CCC2D975D9CA}"/>
                  </a:ext>
                </a:extLst>
              </p:cNvPr>
              <p:cNvSpPr/>
              <p:nvPr/>
            </p:nvSpPr>
            <p:spPr>
              <a:xfrm>
                <a:off x="5006872" y="1153712"/>
                <a:ext cx="3260035" cy="1112848"/>
              </a:xfrm>
              <a:prstGeom prst="roundRect">
                <a:avLst/>
              </a:prstGeom>
              <a:solidFill>
                <a:srgbClr val="F5EDE9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4A92CDA1-BACB-21DB-694F-64C3C6C3880E}"/>
                  </a:ext>
                </a:extLst>
              </p:cNvPr>
              <p:cNvSpPr txBox="1"/>
              <p:nvPr/>
            </p:nvSpPr>
            <p:spPr>
              <a:xfrm>
                <a:off x="5162142" y="1249755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・セブンイレブン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358B7C2-4237-C799-ED02-AB41FDD7FA84}"/>
                  </a:ext>
                </a:extLst>
              </p:cNvPr>
              <p:cNvSpPr txBox="1"/>
              <p:nvPr/>
            </p:nvSpPr>
            <p:spPr>
              <a:xfrm>
                <a:off x="5162142" y="1520519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・ローソン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DBEF68CD-8264-1193-1EC7-E722AFF28405}"/>
                  </a:ext>
                </a:extLst>
              </p:cNvPr>
              <p:cNvSpPr txBox="1"/>
              <p:nvPr/>
            </p:nvSpPr>
            <p:spPr>
              <a:xfrm>
                <a:off x="5162142" y="1790730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・ファミリーマート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77DCB06-026B-E511-822B-392746C1A9DB}"/>
              </a:ext>
            </a:extLst>
          </p:cNvPr>
          <p:cNvGrpSpPr/>
          <p:nvPr/>
        </p:nvGrpSpPr>
        <p:grpSpPr>
          <a:xfrm>
            <a:off x="1342953" y="3402308"/>
            <a:ext cx="6458085" cy="1257971"/>
            <a:chOff x="1342957" y="2537323"/>
            <a:chExt cx="6458085" cy="1257971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D7E224B-30B7-3D71-290B-FA1BF9175C4A}"/>
                </a:ext>
              </a:extLst>
            </p:cNvPr>
            <p:cNvSpPr txBox="1"/>
            <p:nvPr/>
          </p:nvSpPr>
          <p:spPr>
            <a:xfrm>
              <a:off x="1342957" y="2537323"/>
              <a:ext cx="6458085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7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３つの健康ニーズに対する、コンビニ各社の</a:t>
              </a:r>
              <a:r>
                <a:rPr kumimoji="1" lang="ja-JP" altLang="en-US" sz="1700" u="none">
                  <a:solidFill>
                    <a:schemeClr val="tx1">
                      <a:lumMod val="75000"/>
                      <a:lumOff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「対応」を評価する</a:t>
              </a:r>
              <a:endParaRPr kumimoji="1" lang="en-US" altLang="ja-JP" sz="17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223AAB8-76AB-78E7-F99D-364BBE935C3E}"/>
                </a:ext>
              </a:extLst>
            </p:cNvPr>
            <p:cNvSpPr txBox="1"/>
            <p:nvPr/>
          </p:nvSpPr>
          <p:spPr>
            <a:xfrm>
              <a:off x="1697925" y="3013671"/>
              <a:ext cx="1983738" cy="340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5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・「対応」の実施量</a:t>
              </a:r>
              <a:endPara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C0A6BA4-4E02-0EC3-BFBA-D63958CB0617}"/>
                </a:ext>
              </a:extLst>
            </p:cNvPr>
            <p:cNvSpPr txBox="1"/>
            <p:nvPr/>
          </p:nvSpPr>
          <p:spPr>
            <a:xfrm>
              <a:off x="1697925" y="3455073"/>
              <a:ext cx="1983738" cy="340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5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・「対応」の適切さ</a:t>
              </a:r>
              <a:endPara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2B9BE6F-7A9A-9660-5D8F-F7B435F69360}"/>
              </a:ext>
            </a:extLst>
          </p:cNvPr>
          <p:cNvGrpSpPr/>
          <p:nvPr/>
        </p:nvGrpSpPr>
        <p:grpSpPr>
          <a:xfrm>
            <a:off x="878588" y="5119364"/>
            <a:ext cx="7386813" cy="792936"/>
            <a:chOff x="1107486" y="4407070"/>
            <a:chExt cx="7386813" cy="792936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366882CC-3783-40C0-D6E4-ACDB4D58745F}"/>
                </a:ext>
              </a:extLst>
            </p:cNvPr>
            <p:cNvSpPr txBox="1"/>
            <p:nvPr/>
          </p:nvSpPr>
          <p:spPr>
            <a:xfrm>
              <a:off x="1107486" y="4407070"/>
              <a:ext cx="1538265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問題の定義：</a:t>
              </a:r>
              <a:endParaRPr kumimoji="1" lang="en-US" altLang="ja-JP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CFED0B5-FCC8-E4AD-7A13-CFF6D606358F}"/>
                </a:ext>
              </a:extLst>
            </p:cNvPr>
            <p:cNvSpPr txBox="1"/>
            <p:nvPr/>
          </p:nvSpPr>
          <p:spPr>
            <a:xfrm>
              <a:off x="1107486" y="4824839"/>
              <a:ext cx="7386813" cy="3751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7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健康ニーズに対する「対応」の実施量が不十分、または適切さが低い状態</a:t>
              </a:r>
              <a:endParaRPr kumimoji="1" lang="en-US" altLang="ja-JP" sz="17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0035341-E588-C3C0-E824-FE663E5C9F51}"/>
              </a:ext>
            </a:extLst>
          </p:cNvPr>
          <p:cNvSpPr txBox="1"/>
          <p:nvPr/>
        </p:nvSpPr>
        <p:spPr>
          <a:xfrm>
            <a:off x="195442" y="604667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95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３つの健康ニーズに対するコンビニ３社の「対応」を２軸で評価する</a:t>
            </a:r>
            <a:endParaRPr kumimoji="0" lang="en-US" altLang="ja-JP" sz="195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132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7C0A323-0076-5F37-96F8-1183E86E6707}"/>
              </a:ext>
            </a:extLst>
          </p:cNvPr>
          <p:cNvGrpSpPr/>
          <p:nvPr/>
        </p:nvGrpSpPr>
        <p:grpSpPr>
          <a:xfrm>
            <a:off x="4830416" y="1249967"/>
            <a:ext cx="3260035" cy="1112848"/>
            <a:chOff x="4571999" y="1333172"/>
            <a:chExt cx="3260035" cy="1112848"/>
          </a:xfrm>
        </p:grpSpPr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39D2C188-5539-6BC0-2BF9-56289CBB90DB}"/>
                </a:ext>
              </a:extLst>
            </p:cNvPr>
            <p:cNvSpPr/>
            <p:nvPr/>
          </p:nvSpPr>
          <p:spPr>
            <a:xfrm>
              <a:off x="4571999" y="1333172"/>
              <a:ext cx="3260035" cy="1112848"/>
            </a:xfrm>
            <a:prstGeom prst="round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DB3DD70-200B-2457-8A37-369A39B97AE5}"/>
                </a:ext>
              </a:extLst>
            </p:cNvPr>
            <p:cNvGrpSpPr/>
            <p:nvPr/>
          </p:nvGrpSpPr>
          <p:grpSpPr>
            <a:xfrm>
              <a:off x="4680276" y="1429215"/>
              <a:ext cx="2972418" cy="875041"/>
              <a:chOff x="4300122" y="1500012"/>
              <a:chExt cx="2972418" cy="875041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44DAFD08-2B1C-276E-CF3D-30A252F5B60D}"/>
                  </a:ext>
                </a:extLst>
              </p:cNvPr>
              <p:cNvSpPr txBox="1"/>
              <p:nvPr/>
            </p:nvSpPr>
            <p:spPr>
              <a:xfrm>
                <a:off x="4300122" y="1500012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・「栄養バランスを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599975"/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調整したい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D7FC2B1-35A1-AB62-F470-EFD00157F7FB}"/>
                  </a:ext>
                </a:extLst>
              </p:cNvPr>
              <p:cNvSpPr txBox="1"/>
              <p:nvPr/>
            </p:nvSpPr>
            <p:spPr>
              <a:xfrm>
                <a:off x="4300122" y="2040987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・「エネルギーを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/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減らしたい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603022F-D91B-7B1D-5C7E-28FE4D5FFE21}"/>
                  </a:ext>
                </a:extLst>
              </p:cNvPr>
              <p:cNvSpPr txBox="1"/>
              <p:nvPr/>
            </p:nvSpPr>
            <p:spPr>
              <a:xfrm>
                <a:off x="4300122" y="1770776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・「脂質を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/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減らしたい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B3899FB-85F2-82BA-08B7-0E3E84E51874}"/>
              </a:ext>
            </a:extLst>
          </p:cNvPr>
          <p:cNvGrpSpPr/>
          <p:nvPr/>
        </p:nvGrpSpPr>
        <p:grpSpPr>
          <a:xfrm>
            <a:off x="665269" y="1263062"/>
            <a:ext cx="3855788" cy="948481"/>
            <a:chOff x="332220" y="1333172"/>
            <a:chExt cx="3855788" cy="948481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F8EE42D-3EB4-AF14-EFC9-F6BC1ED1CC12}"/>
                </a:ext>
              </a:extLst>
            </p:cNvPr>
            <p:cNvSpPr txBox="1"/>
            <p:nvPr/>
          </p:nvSpPr>
          <p:spPr>
            <a:xfrm>
              <a:off x="332220" y="1333172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「対応」の定義</a:t>
              </a:r>
              <a:endParaRPr kumimoji="1" lang="en-US" altLang="ja-JP" sz="16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37B3D3D-1267-3E7F-B2E3-D5977ABA4032}"/>
                </a:ext>
              </a:extLst>
            </p:cNvPr>
            <p:cNvSpPr txBox="1"/>
            <p:nvPr/>
          </p:nvSpPr>
          <p:spPr>
            <a:xfrm>
              <a:off x="453590" y="1678283"/>
              <a:ext cx="3734418" cy="6033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右記それぞれのニーズを満たすことができる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sng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コンビニオリジナル商品</a:t>
              </a:r>
              <a:r>
                <a:rPr kumimoji="1" lang="ja-JP" altLang="en-US" sz="1300" b="0" i="0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を新たに発売すること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E50E63D-2E69-87D9-8289-DEEFE73887EB}"/>
              </a:ext>
            </a:extLst>
          </p:cNvPr>
          <p:cNvGrpSpPr/>
          <p:nvPr/>
        </p:nvGrpSpPr>
        <p:grpSpPr>
          <a:xfrm>
            <a:off x="665269" y="2551666"/>
            <a:ext cx="7813460" cy="1914829"/>
            <a:chOff x="332220" y="2642264"/>
            <a:chExt cx="7813460" cy="1914829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0CEBEFA-1C9E-4BE2-A1CC-46F82B9AFFEC}"/>
                </a:ext>
              </a:extLst>
            </p:cNvPr>
            <p:cNvSpPr txBox="1"/>
            <p:nvPr/>
          </p:nvSpPr>
          <p:spPr>
            <a:xfrm>
              <a:off x="332220" y="2642264"/>
              <a:ext cx="4868430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「対応」に該当する商品の抽出方法</a:t>
              </a:r>
              <a:endParaRPr kumimoji="1" lang="en-US" altLang="ja-JP" sz="16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D07005E0-F762-434F-4607-2690D14767F5}"/>
                </a:ext>
              </a:extLst>
            </p:cNvPr>
            <p:cNvGrpSpPr/>
            <p:nvPr/>
          </p:nvGrpSpPr>
          <p:grpSpPr>
            <a:xfrm>
              <a:off x="453590" y="3010620"/>
              <a:ext cx="7692090" cy="622412"/>
              <a:chOff x="453590" y="2999190"/>
              <a:chExt cx="7692090" cy="622412"/>
            </a:xfrm>
          </p:grpSpPr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0C44AF6-3C14-0F52-5E17-E83CD69864BA}"/>
                  </a:ext>
                </a:extLst>
              </p:cNvPr>
              <p:cNvSpPr txBox="1"/>
              <p:nvPr/>
            </p:nvSpPr>
            <p:spPr>
              <a:xfrm>
                <a:off x="453590" y="2999190"/>
                <a:ext cx="7033060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手順１：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2010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年ごろから現在までに、新しく発売されたコンビニオリジナル商品を列挙する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3E6C1B7-7DCB-C70F-7D4A-5212E03F9799}"/>
                  </a:ext>
                </a:extLst>
              </p:cNvPr>
              <p:cNvSpPr txBox="1"/>
              <p:nvPr/>
            </p:nvSpPr>
            <p:spPr>
              <a:xfrm>
                <a:off x="1112620" y="3287536"/>
                <a:ext cx="7033060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→ セブンイレブン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1102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商品、ローソン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1215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商品、ファミリーマート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2996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商品を得た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86E285D9-7B50-AA20-FE16-EF743F8C2313}"/>
                </a:ext>
              </a:extLst>
            </p:cNvPr>
            <p:cNvGrpSpPr/>
            <p:nvPr/>
          </p:nvGrpSpPr>
          <p:grpSpPr>
            <a:xfrm>
              <a:off x="453590" y="3658686"/>
              <a:ext cx="7692090" cy="898407"/>
              <a:chOff x="453590" y="3663010"/>
              <a:chExt cx="7692090" cy="898407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0E06950-7243-15ED-8C93-2B7BF58CE35E}"/>
                  </a:ext>
                </a:extLst>
              </p:cNvPr>
              <p:cNvSpPr txBox="1"/>
              <p:nvPr/>
            </p:nvSpPr>
            <p:spPr>
              <a:xfrm>
                <a:off x="453590" y="3663010"/>
                <a:ext cx="7577790" cy="603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手順２：得られたすべての商品に対して、上記３つのニーズとの関連度</a:t>
                </a:r>
                <a:r>
                  <a:rPr kumimoji="1" lang="ja-JP" altLang="en-US" sz="13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「当てはまり度」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を算出し、</a:t>
                </a:r>
                <a:endParaRPr kumimoji="1" lang="en-US" altLang="ja-JP" sz="13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  <a:p>
                <a:pPr lvl="0">
                  <a:lnSpc>
                    <a:spcPts val="2080"/>
                  </a:lnSpc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　　　その値に基づいて「対応」に該当する商品を抽出した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F5D066A-613E-09C8-D2C4-CBD51437B13C}"/>
                  </a:ext>
                </a:extLst>
              </p:cNvPr>
              <p:cNvSpPr txBox="1"/>
              <p:nvPr/>
            </p:nvSpPr>
            <p:spPr>
              <a:xfrm>
                <a:off x="1112620" y="4221259"/>
                <a:ext cx="7033060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※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この際、</a:t>
                </a:r>
                <a:r>
                  <a:rPr kumimoji="1" lang="ja-JP" altLang="en-US" sz="1300">
                    <a:solidFill>
                      <a:srgbClr val="C00000"/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各商品の公式情報（特に商品名や商品開発の目的）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を参照した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  <p:pic>
        <p:nvPicPr>
          <p:cNvPr id="23" name="図 22">
            <a:extLst>
              <a:ext uri="{FF2B5EF4-FFF2-40B4-BE49-F238E27FC236}">
                <a16:creationId xmlns:a16="http://schemas.microsoft.com/office/drawing/2014/main" id="{5793EA01-95C1-876E-4A99-767E2ABEE1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3" t="5488" r="874" b="2562"/>
          <a:stretch>
            <a:fillRect/>
          </a:stretch>
        </p:blipFill>
        <p:spPr>
          <a:xfrm>
            <a:off x="1532515" y="4739646"/>
            <a:ext cx="6078969" cy="1631880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56020EE-B7A9-A63F-F06A-F49BC9B6730A}"/>
              </a:ext>
            </a:extLst>
          </p:cNvPr>
          <p:cNvSpPr txBox="1"/>
          <p:nvPr/>
        </p:nvSpPr>
        <p:spPr>
          <a:xfrm>
            <a:off x="195442" y="612361"/>
            <a:ext cx="8493995" cy="461453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9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健康ニーズへの「対応」に該当するコンビニオリジナル商品を抽出する</a:t>
            </a:r>
            <a:endParaRPr kumimoji="0" lang="en-US" altLang="ja-JP" sz="19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49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AD8625-C500-8E1E-179A-85B562AF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3858AB1-6F77-3E32-6436-FAA6DFEBF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" t="5488" r="874" b="2562"/>
          <a:stretch>
            <a:fillRect/>
          </a:stretch>
        </p:blipFill>
        <p:spPr>
          <a:xfrm>
            <a:off x="1352293" y="1191705"/>
            <a:ext cx="6439414" cy="1728640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7F4F966-0BCA-EFC5-8BE6-57FC6E775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6" t="3123" r="2941" b="3123"/>
          <a:stretch>
            <a:fillRect/>
          </a:stretch>
        </p:blipFill>
        <p:spPr>
          <a:xfrm>
            <a:off x="1352293" y="3142571"/>
            <a:ext cx="6439414" cy="3172041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432E43-2FD5-19BB-83BD-B4883404A3F9}"/>
              </a:ext>
            </a:extLst>
          </p:cNvPr>
          <p:cNvSpPr txBox="1"/>
          <p:nvPr/>
        </p:nvSpPr>
        <p:spPr>
          <a:xfrm>
            <a:off x="269790" y="635799"/>
            <a:ext cx="3469872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「当てはまり度」の詳細な判定基準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38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A7D0679-29DC-9D45-0AA6-1BBFF1B828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0" t="2231" r="2570" b="2772"/>
          <a:stretch>
            <a:fillRect/>
          </a:stretch>
        </p:blipFill>
        <p:spPr>
          <a:xfrm>
            <a:off x="976655" y="1520042"/>
            <a:ext cx="7190689" cy="4287834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D386DC-0835-5CB7-0108-49283D7DB46F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セブンイレブンでは、脂質への「対応」に該当する商品数は</a:t>
            </a:r>
            <a:r>
              <a:rPr kumimoji="0" lang="en-US" altLang="ja-JP" sz="2000" b="1" i="0" u="none" strike="noStrike" kern="1200" cap="none" spc="50" normalizeH="0" baseline="0" noProof="0" dirty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0</a:t>
            </a: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である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881D93E-3757-4F2B-AF55-F7FDBF70A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4" t="8333" r="4739" b="8867"/>
          <a:stretch>
            <a:fillRect/>
          </a:stretch>
        </p:blipFill>
        <p:spPr>
          <a:xfrm>
            <a:off x="1633218" y="3772504"/>
            <a:ext cx="5877563" cy="1923642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415C3958-EDE6-296A-2F93-48453C94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4" t="5700" r="2849" b="7143"/>
          <a:stretch>
            <a:fillRect/>
          </a:stretch>
        </p:blipFill>
        <p:spPr>
          <a:xfrm>
            <a:off x="1616018" y="1474404"/>
            <a:ext cx="4215740" cy="1793175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CC257C-F64F-53C7-2FF8-8F1AA2A54B5D}"/>
              </a:ext>
            </a:extLst>
          </p:cNvPr>
          <p:cNvSpPr txBox="1"/>
          <p:nvPr/>
        </p:nvSpPr>
        <p:spPr>
          <a:xfrm>
            <a:off x="269790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実施量の判定基準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62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E4B4-5AC0-1EB7-0A4B-99C4BB057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F2EFB55-4E5F-770C-869F-82F600DA67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4" t="8333" r="4739" b="8867"/>
          <a:stretch>
            <a:fillRect/>
          </a:stretch>
        </p:blipFill>
        <p:spPr>
          <a:xfrm>
            <a:off x="877974" y="1996556"/>
            <a:ext cx="5877563" cy="1923642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633AB4-1174-F4C5-8285-C2EDA8FC5B3D}"/>
              </a:ext>
            </a:extLst>
          </p:cNvPr>
          <p:cNvSpPr txBox="1"/>
          <p:nvPr/>
        </p:nvSpPr>
        <p:spPr>
          <a:xfrm>
            <a:off x="652944" y="1376310"/>
            <a:ext cx="7283821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「対応」に該当する商品数に基づき、実施量を（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十分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不足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5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1570A8-B260-8BD5-448E-0D38D16D4DF8}"/>
              </a:ext>
            </a:extLst>
          </p:cNvPr>
          <p:cNvSpPr txBox="1"/>
          <p:nvPr/>
        </p:nvSpPr>
        <p:spPr>
          <a:xfrm>
            <a:off x="990821" y="4870967"/>
            <a:ext cx="7162357" cy="67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３つの健康ニーズの中で、特に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「脂質を減らしたい」ニーズ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を満たす</a:t>
            </a: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ための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「対応」の実施量が不十分である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7B15BCF-CB38-D2FD-102C-89E523C8CD2E}"/>
              </a:ext>
            </a:extLst>
          </p:cNvPr>
          <p:cNvSpPr txBox="1"/>
          <p:nvPr/>
        </p:nvSpPr>
        <p:spPr>
          <a:xfrm>
            <a:off x="990821" y="5702203"/>
            <a:ext cx="4355763" cy="36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こうした傾向は、他社においても同様である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676A2F-D9F8-25C1-FC60-06D404A19149}"/>
              </a:ext>
            </a:extLst>
          </p:cNvPr>
          <p:cNvSpPr txBox="1"/>
          <p:nvPr/>
        </p:nvSpPr>
        <p:spPr>
          <a:xfrm>
            <a:off x="760744" y="4357062"/>
            <a:ext cx="2445594" cy="36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セブンイレブンにおいて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FC31B3-E03F-43AD-60BD-49478F32A3B0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セブンイレブンでは、脂質への「対応」の実施量が不十分である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732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図 29">
            <a:extLst>
              <a:ext uri="{FF2B5EF4-FFF2-40B4-BE49-F238E27FC236}">
                <a16:creationId xmlns:a16="http://schemas.microsoft.com/office/drawing/2014/main" id="{B02512EB-E5B6-131A-CFF9-810BE2CE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8" t="5059" r="4135" b="7478"/>
          <a:stretch>
            <a:fillRect/>
          </a:stretch>
        </p:blipFill>
        <p:spPr>
          <a:xfrm>
            <a:off x="612179" y="3243411"/>
            <a:ext cx="3325605" cy="1496298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15C4F5-0BEC-0E12-12A3-962AF714009F}"/>
              </a:ext>
            </a:extLst>
          </p:cNvPr>
          <p:cNvSpPr txBox="1"/>
          <p:nvPr/>
        </p:nvSpPr>
        <p:spPr>
          <a:xfrm>
            <a:off x="484159" y="1162042"/>
            <a:ext cx="7283821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コンビニ各社の「対応」が適切であれば、以下の購買行動が期待される</a:t>
            </a:r>
            <a:endParaRPr kumimoji="1" lang="en-US" altLang="ja-JP" sz="15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F6F379-0171-CC76-38CC-B3102A2D5F29}"/>
              </a:ext>
            </a:extLst>
          </p:cNvPr>
          <p:cNvSpPr txBox="1"/>
          <p:nvPr/>
        </p:nvSpPr>
        <p:spPr>
          <a:xfrm>
            <a:off x="657309" y="1616121"/>
            <a:ext cx="4846938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・「対応」に該当する商品群は、多く購買される</a:t>
            </a:r>
            <a:endParaRPr kumimoji="1" lang="en-US" altLang="ja-JP" sz="13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B4792C-A777-DD33-D38C-D6F11A00C7F0}"/>
              </a:ext>
            </a:extLst>
          </p:cNvPr>
          <p:cNvSpPr txBox="1"/>
          <p:nvPr/>
        </p:nvSpPr>
        <p:spPr>
          <a:xfrm>
            <a:off x="657309" y="1937124"/>
            <a:ext cx="4846938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>
                <a:solidFill>
                  <a:schemeClr val="bg2">
                    <a:lumMod val="7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・「対応」に該当する商品群の購買は、増加する</a:t>
            </a:r>
            <a:endParaRPr kumimoji="1" lang="en-US" altLang="ja-JP" sz="1300" b="0" i="0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40A588F-CDBA-FAA5-8AD6-B78B307DD4CC}"/>
              </a:ext>
            </a:extLst>
          </p:cNvPr>
          <p:cNvGrpSpPr/>
          <p:nvPr/>
        </p:nvGrpSpPr>
        <p:grpSpPr>
          <a:xfrm>
            <a:off x="5212302" y="1585413"/>
            <a:ext cx="3073779" cy="733093"/>
            <a:chOff x="5500205" y="1641971"/>
            <a:chExt cx="3073779" cy="733093"/>
          </a:xfrm>
        </p:grpSpPr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0E5F968A-463A-3CC9-B3B6-43B5DC5790BB}"/>
                </a:ext>
              </a:extLst>
            </p:cNvPr>
            <p:cNvSpPr/>
            <p:nvPr/>
          </p:nvSpPr>
          <p:spPr>
            <a:xfrm>
              <a:off x="5500205" y="1641971"/>
              <a:ext cx="3073779" cy="733093"/>
            </a:xfrm>
            <a:prstGeom prst="round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0AA742F-74F2-A5A2-AF73-64511B314C31}"/>
                </a:ext>
              </a:extLst>
            </p:cNvPr>
            <p:cNvSpPr txBox="1"/>
            <p:nvPr/>
          </p:nvSpPr>
          <p:spPr>
            <a:xfrm>
              <a:off x="5669056" y="1707335"/>
              <a:ext cx="2736075" cy="5779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Zaim </a:t>
              </a: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データベースの制約：</a:t>
              </a:r>
              <a:b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直近</a:t>
              </a:r>
              <a: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3</a:t>
              </a: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年分のデータしか使用できない</a:t>
              </a:r>
              <a:endParaRPr kumimoji="1" lang="en-US" altLang="ja-JP" sz="12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67058BE-3569-F2FA-B313-0265821101AA}"/>
              </a:ext>
            </a:extLst>
          </p:cNvPr>
          <p:cNvSpPr txBox="1"/>
          <p:nvPr/>
        </p:nvSpPr>
        <p:spPr>
          <a:xfrm>
            <a:off x="385683" y="2448358"/>
            <a:ext cx="50200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「対応」に該当する商品群の購買数を把握する方法</a:t>
            </a:r>
            <a:endParaRPr kumimoji="1" lang="en-US" altLang="ja-JP" sz="16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10195C-DDC4-3F00-3437-CB73817605C4}"/>
              </a:ext>
            </a:extLst>
          </p:cNvPr>
          <p:cNvSpPr txBox="1"/>
          <p:nvPr/>
        </p:nvSpPr>
        <p:spPr>
          <a:xfrm>
            <a:off x="517724" y="2837335"/>
            <a:ext cx="1869408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セブンイレブンの例</a:t>
            </a:r>
            <a:endParaRPr kumimoji="1" lang="en-US" altLang="ja-JP" sz="1300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80AE8C8-33FC-20E4-93AD-01743A63B616}"/>
              </a:ext>
            </a:extLst>
          </p:cNvPr>
          <p:cNvGrpSpPr/>
          <p:nvPr/>
        </p:nvGrpSpPr>
        <p:grpSpPr>
          <a:xfrm>
            <a:off x="4235587" y="2837335"/>
            <a:ext cx="4460405" cy="619883"/>
            <a:chOff x="4353458" y="2800264"/>
            <a:chExt cx="4460405" cy="619883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FA59964-D490-B509-ACF8-F6234F47A9AC}"/>
                </a:ext>
              </a:extLst>
            </p:cNvPr>
            <p:cNvSpPr txBox="1"/>
            <p:nvPr/>
          </p:nvSpPr>
          <p:spPr>
            <a:xfrm>
              <a:off x="4353458" y="2800264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手順１：商品名と</a:t>
              </a:r>
              <a:r>
                <a:rPr kumimoji="1" lang="en-US" altLang="ja-JP" sz="13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Zaim</a:t>
              </a: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上での表示名を照合する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0D391D0-4B84-D4C1-347A-654F50ACF2DE}"/>
                </a:ext>
              </a:extLst>
            </p:cNvPr>
            <p:cNvSpPr txBox="1"/>
            <p:nvPr/>
          </p:nvSpPr>
          <p:spPr>
            <a:xfrm>
              <a:off x="5029473" y="3086081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 一部商品は</a:t>
              </a:r>
              <a:r>
                <a:rPr kumimoji="1" lang="en-US" altLang="ja-JP" sz="13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Zaim</a:t>
              </a: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データ上で確認できなかった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EEAF87B-736F-046B-265F-43685C1A914F}"/>
              </a:ext>
            </a:extLst>
          </p:cNvPr>
          <p:cNvGrpSpPr/>
          <p:nvPr/>
        </p:nvGrpSpPr>
        <p:grpSpPr>
          <a:xfrm>
            <a:off x="4233150" y="3513897"/>
            <a:ext cx="4623467" cy="1659076"/>
            <a:chOff x="4285038" y="3478466"/>
            <a:chExt cx="4623467" cy="1659076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12158711-3754-213A-F430-8FCB2BF8A4A5}"/>
                </a:ext>
              </a:extLst>
            </p:cNvPr>
            <p:cNvSpPr txBox="1"/>
            <p:nvPr/>
          </p:nvSpPr>
          <p:spPr>
            <a:xfrm>
              <a:off x="4285038" y="3478466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手順２：商品ごとに「購買指数」を算出する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9814B63-9D13-7971-E55C-97AE53E635F1}"/>
                </a:ext>
              </a:extLst>
            </p:cNvPr>
            <p:cNvSpPr txBox="1"/>
            <p:nvPr/>
          </p:nvSpPr>
          <p:spPr>
            <a:xfrm>
              <a:off x="4289661" y="3811668"/>
              <a:ext cx="4513213" cy="553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購買指数（顧客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1000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人あたりの購買数）</a:t>
              </a:r>
              <a:b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= 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商品の購買記録数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÷ 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当該属性のコンビニ利用者数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×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1000</a:t>
              </a:r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DA136FDF-DA69-4E7F-5272-A448C1C8824D}"/>
                </a:ext>
              </a:extLst>
            </p:cNvPr>
            <p:cNvGrpSpPr/>
            <p:nvPr/>
          </p:nvGrpSpPr>
          <p:grpSpPr>
            <a:xfrm>
              <a:off x="4289661" y="4347987"/>
              <a:ext cx="4618844" cy="789555"/>
              <a:chOff x="4400475" y="4799102"/>
              <a:chExt cx="4618844" cy="789555"/>
            </a:xfrm>
          </p:grpSpPr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2474B80-EDC1-08B1-B64C-1107D26ADAF8}"/>
                  </a:ext>
                </a:extLst>
              </p:cNvPr>
              <p:cNvSpPr txBox="1"/>
              <p:nvPr/>
            </p:nvSpPr>
            <p:spPr>
              <a:xfrm>
                <a:off x="4400475" y="4799102"/>
                <a:ext cx="4513213" cy="553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例：商品</a:t>
                </a:r>
                <a: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①</a:t>
                </a:r>
                <a:r>
                  <a:rPr kumimoji="1" lang="ja-JP" altLang="en-US" sz="11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の購買指数</a:t>
                </a:r>
                <a:b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</a:br>
                <a: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= </a:t>
                </a:r>
                <a:r>
                  <a:rPr kumimoji="1" lang="ja-JP" altLang="en-US" sz="11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</a:t>
                </a:r>
                <a: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①</a:t>
                </a:r>
                <a:r>
                  <a:rPr kumimoji="1" lang="ja-JP" altLang="en-US" sz="11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の購買記録数</a:t>
                </a:r>
                <a: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÷ </a:t>
                </a:r>
                <a:r>
                  <a:rPr kumimoji="1" lang="ja-JP" altLang="en-US" sz="11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男性</a:t>
                </a:r>
                <a: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20</a:t>
                </a:r>
                <a:r>
                  <a:rPr kumimoji="1" lang="ja-JP" altLang="en-US" sz="11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代のセブン利用者数</a:t>
                </a:r>
                <a: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×</a:t>
                </a:r>
                <a:r>
                  <a:rPr kumimoji="1" lang="ja-JP" altLang="en-US" sz="115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en-US" altLang="ja-JP" sz="11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1000</a:t>
                </a: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48FEEEC5-76FE-BCC8-494D-602CA4BD7F82}"/>
                  </a:ext>
                </a:extLst>
              </p:cNvPr>
              <p:cNvSpPr txBox="1"/>
              <p:nvPr/>
            </p:nvSpPr>
            <p:spPr>
              <a:xfrm>
                <a:off x="4400475" y="5270300"/>
                <a:ext cx="4618844" cy="318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07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※</a:t>
                </a:r>
                <a:r>
                  <a:rPr kumimoji="1" lang="ja-JP" altLang="en-US" sz="107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対象期間は、商品</a:t>
                </a:r>
                <a:r>
                  <a:rPr kumimoji="1" lang="en-US" altLang="ja-JP" sz="107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①</a:t>
                </a:r>
                <a:r>
                  <a:rPr kumimoji="1" lang="ja-JP" altLang="en-US" sz="107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の最初の購買記録日から最後の購買記録日まで</a:t>
                </a:r>
                <a:endParaRPr kumimoji="1" lang="en-US" altLang="ja-JP" sz="107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</p:txBody>
          </p:sp>
        </p:grp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D8F55D1E-EB8F-25B4-EBCE-98111AD9E4BC}"/>
              </a:ext>
            </a:extLst>
          </p:cNvPr>
          <p:cNvGrpSpPr/>
          <p:nvPr/>
        </p:nvGrpSpPr>
        <p:grpSpPr>
          <a:xfrm>
            <a:off x="4235461" y="5310364"/>
            <a:ext cx="4517836" cy="1182123"/>
            <a:chOff x="4285038" y="5201534"/>
            <a:chExt cx="4517836" cy="1182123"/>
          </a:xfrm>
        </p:grpSpPr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F9AE2B0-14F1-C78F-39BF-00903447FD3A}"/>
                </a:ext>
              </a:extLst>
            </p:cNvPr>
            <p:cNvSpPr txBox="1"/>
            <p:nvPr/>
          </p:nvSpPr>
          <p:spPr>
            <a:xfrm>
              <a:off x="4285038" y="5201534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手順３：商品間で「購買指数」を平均する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B157472-2B89-416E-2FD3-22CDA4DE7A58}"/>
                </a:ext>
              </a:extLst>
            </p:cNvPr>
            <p:cNvSpPr txBox="1"/>
            <p:nvPr/>
          </p:nvSpPr>
          <p:spPr>
            <a:xfrm>
              <a:off x="4951095" y="5487079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 当該セグメントの「平均購買指数」を得る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126A037-993C-6AB3-5BE5-71E7CF06A6AD}"/>
                </a:ext>
              </a:extLst>
            </p:cNvPr>
            <p:cNvSpPr txBox="1"/>
            <p:nvPr/>
          </p:nvSpPr>
          <p:spPr>
            <a:xfrm>
              <a:off x="4289661" y="5829723"/>
              <a:ext cx="4513213" cy="553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5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例：男性</a:t>
              </a:r>
              <a:r>
                <a:rPr kumimoji="1" lang="en-US" altLang="ja-JP" sz="1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</a:t>
              </a:r>
              <a:r>
                <a:rPr kumimoji="1" lang="ja-JP" altLang="en-US" sz="115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代</a:t>
              </a:r>
              <a:r>
                <a:rPr kumimoji="1" lang="en-US" altLang="ja-JP" sz="1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× </a:t>
              </a:r>
              <a:r>
                <a:rPr kumimoji="1" lang="ja-JP" altLang="en-US" sz="115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栄養バランスのセグメントの平均「購買指数」</a:t>
              </a:r>
              <a:br>
                <a:rPr kumimoji="1" lang="en-US" altLang="ja-JP" sz="1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en-US" altLang="ja-JP" sz="1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= </a:t>
              </a:r>
              <a:r>
                <a:rPr kumimoji="1" lang="ja-JP" altLang="en-US" sz="1150">
                  <a:solidFill>
                    <a:schemeClr val="tx1">
                      <a:lumMod val="50000"/>
                      <a:lumOff val="5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セグメント内における「購買指数」の商品間の平均</a:t>
              </a:r>
              <a:endParaRPr kumimoji="1" lang="en-US" altLang="ja-JP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pic>
        <p:nvPicPr>
          <p:cNvPr id="29" name="図 28">
            <a:extLst>
              <a:ext uri="{FF2B5EF4-FFF2-40B4-BE49-F238E27FC236}">
                <a16:creationId xmlns:a16="http://schemas.microsoft.com/office/drawing/2014/main" id="{A2510036-63AC-86B1-21BA-68B1BE2CD5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50" t="4274" r="6173" b="6657"/>
          <a:stretch>
            <a:fillRect/>
          </a:stretch>
        </p:blipFill>
        <p:spPr>
          <a:xfrm>
            <a:off x="612179" y="4950726"/>
            <a:ext cx="3325606" cy="1492743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E8C089-4922-9E1F-6B02-9AFC2C383CE0}"/>
              </a:ext>
            </a:extLst>
          </p:cNvPr>
          <p:cNvSpPr txBox="1"/>
          <p:nvPr/>
        </p:nvSpPr>
        <p:spPr>
          <a:xfrm>
            <a:off x="54766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「対応」に該当する商品の「平均購買指数」を算出する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691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B1C495F-3798-8007-8259-16A5CC1D0BC7}"/>
              </a:ext>
            </a:extLst>
          </p:cNvPr>
          <p:cNvGrpSpPr/>
          <p:nvPr/>
        </p:nvGrpSpPr>
        <p:grpSpPr>
          <a:xfrm>
            <a:off x="269985" y="1789444"/>
            <a:ext cx="8529883" cy="889596"/>
            <a:chOff x="269987" y="1394797"/>
            <a:chExt cx="8529883" cy="889596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2D6F8707-BDBE-F3EB-880B-C1C30FC5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3" t="12225" r="1274" b="16179"/>
            <a:stretch>
              <a:fillRect/>
            </a:stretch>
          </p:blipFill>
          <p:spPr>
            <a:xfrm>
              <a:off x="344129" y="1728478"/>
              <a:ext cx="8455741" cy="555915"/>
            </a:xfrm>
            <a:prstGeom prst="rect">
              <a:avLst/>
            </a:prstGeom>
            <a:effectLst>
              <a:glow rad="12700">
                <a:schemeClr val="tx1">
                  <a:lumMod val="50000"/>
                  <a:lumOff val="50000"/>
                </a:schemeClr>
              </a:glow>
            </a:effectLst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4DBAE3E9-2D6E-59B6-E4BD-EA93EC1E535A}"/>
                </a:ext>
              </a:extLst>
            </p:cNvPr>
            <p:cNvSpPr txBox="1"/>
            <p:nvPr/>
          </p:nvSpPr>
          <p:spPr>
            <a:xfrm>
              <a:off x="269987" y="1394797"/>
              <a:ext cx="1632688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セブンイレブン</a:t>
              </a:r>
              <a:endParaRPr kumimoji="1" lang="en-US" altLang="ja-JP" sz="14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A18C1D1B-4455-9E80-B271-594981B0EB49}"/>
              </a:ext>
            </a:extLst>
          </p:cNvPr>
          <p:cNvGrpSpPr/>
          <p:nvPr/>
        </p:nvGrpSpPr>
        <p:grpSpPr>
          <a:xfrm>
            <a:off x="269985" y="2884763"/>
            <a:ext cx="8529883" cy="868586"/>
            <a:chOff x="269987" y="2668254"/>
            <a:chExt cx="8529883" cy="86858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9498ABC-0FED-3CA1-CC63-F1530B93B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691" t="12052" r="1029" b="12279"/>
            <a:stretch>
              <a:fillRect/>
            </a:stretch>
          </p:blipFill>
          <p:spPr>
            <a:xfrm>
              <a:off x="344129" y="3001935"/>
              <a:ext cx="8455741" cy="534905"/>
            </a:xfrm>
            <a:prstGeom prst="rect">
              <a:avLst/>
            </a:prstGeom>
            <a:effectLst>
              <a:glow rad="12700">
                <a:schemeClr val="tx1">
                  <a:lumMod val="50000"/>
                  <a:lumOff val="50000"/>
                </a:schemeClr>
              </a:glow>
            </a:effectLst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A384AA8-4517-7C52-A728-D626817B6A35}"/>
                </a:ext>
              </a:extLst>
            </p:cNvPr>
            <p:cNvSpPr txBox="1"/>
            <p:nvPr/>
          </p:nvSpPr>
          <p:spPr>
            <a:xfrm>
              <a:off x="269987" y="2668254"/>
              <a:ext cx="1632688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ローソン</a:t>
              </a:r>
              <a:endParaRPr kumimoji="1" lang="en-US" altLang="ja-JP" sz="14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136D66D-C937-124C-3A8B-295BCB32C656}"/>
              </a:ext>
            </a:extLst>
          </p:cNvPr>
          <p:cNvGrpSpPr/>
          <p:nvPr/>
        </p:nvGrpSpPr>
        <p:grpSpPr>
          <a:xfrm>
            <a:off x="269985" y="3959072"/>
            <a:ext cx="8529883" cy="909869"/>
            <a:chOff x="269987" y="3919911"/>
            <a:chExt cx="8529883" cy="909869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4EE603AF-A2ED-A7C6-BE40-12E2ABC2E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115" t="9907" r="872" b="12147"/>
            <a:stretch>
              <a:fillRect/>
            </a:stretch>
          </p:blipFill>
          <p:spPr>
            <a:xfrm>
              <a:off x="344129" y="4253592"/>
              <a:ext cx="8455741" cy="576188"/>
            </a:xfrm>
            <a:prstGeom prst="rect">
              <a:avLst/>
            </a:prstGeom>
            <a:effectLst>
              <a:glow rad="12700">
                <a:schemeClr val="tx1">
                  <a:lumMod val="50000"/>
                  <a:lumOff val="50000"/>
                </a:schemeClr>
              </a:glow>
            </a:effectLst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7D476E5-B980-4D1B-D1A0-EFFBFF67362D}"/>
                </a:ext>
              </a:extLst>
            </p:cNvPr>
            <p:cNvSpPr txBox="1"/>
            <p:nvPr/>
          </p:nvSpPr>
          <p:spPr>
            <a:xfrm>
              <a:off x="269987" y="3919911"/>
              <a:ext cx="1632688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ファミリーマート</a:t>
              </a:r>
              <a:endParaRPr kumimoji="1" lang="en-US" altLang="ja-JP" sz="14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296DC4-AC21-3094-26E5-B0BE46D32BA3}"/>
              </a:ext>
            </a:extLst>
          </p:cNvPr>
          <p:cNvSpPr txBox="1"/>
          <p:nvPr/>
        </p:nvSpPr>
        <p:spPr>
          <a:xfrm>
            <a:off x="611529" y="5202622"/>
            <a:ext cx="7920936" cy="705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セブンイレブンでは、男女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20~30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代を中心に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「栄養バランスを調整したい」ニーズ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を解決する</a:t>
            </a: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ための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「対応」が適切ではない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EC3299-5FA4-634B-56DE-CAB30D6322F2}"/>
              </a:ext>
            </a:extLst>
          </p:cNvPr>
          <p:cNvSpPr txBox="1"/>
          <p:nvPr/>
        </p:nvSpPr>
        <p:spPr>
          <a:xfrm>
            <a:off x="257630" y="1337285"/>
            <a:ext cx="8632807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080"/>
              </a:lnSpc>
              <a:defRPr/>
            </a:pP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セグメントの「平均購買指数」に基づき、適切さを（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高い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低い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評価不能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4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BA5768-8615-90A4-E6DE-A064394A6984}"/>
              </a:ext>
            </a:extLst>
          </p:cNvPr>
          <p:cNvSpPr txBox="1"/>
          <p:nvPr/>
        </p:nvSpPr>
        <p:spPr>
          <a:xfrm>
            <a:off x="195442" y="475025"/>
            <a:ext cx="8148157" cy="810266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セブンイレブンでは、若年層を中心に、栄養バランスへの「対応」の</a:t>
            </a:r>
            <a:endParaRPr lang="en-US" altLang="ja-JP" b="1" spc="50" dirty="0">
              <a:solidFill>
                <a:srgbClr val="42557A"/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適切さが低い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3DD5A-5F20-42EB-5987-2CBEBC0B7369}"/>
              </a:ext>
            </a:extLst>
          </p:cNvPr>
          <p:cNvSpPr txBox="1"/>
          <p:nvPr/>
        </p:nvSpPr>
        <p:spPr>
          <a:xfrm>
            <a:off x="635593" y="6020503"/>
            <a:ext cx="7920936" cy="36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一方で、他社では、同じ若年層に対する「対応」の適切さが高い</a:t>
            </a:r>
            <a:endParaRPr kumimoji="1" lang="en-US" altLang="ja-JP" sz="15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89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5F70-5DC5-A143-0865-53DEB1E8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9695CA6E-2BBD-6D76-47ED-C3F0BF7BA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5" t="12003" r="1473" b="10675"/>
          <a:stretch>
            <a:fillRect/>
          </a:stretch>
        </p:blipFill>
        <p:spPr>
          <a:xfrm>
            <a:off x="344126" y="4292753"/>
            <a:ext cx="8455741" cy="549364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F1E8657-84CB-7A0F-9A69-5F67C1AB8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5" t="12003" r="1473" b="10675"/>
          <a:stretch>
            <a:fillRect/>
          </a:stretch>
        </p:blipFill>
        <p:spPr>
          <a:xfrm>
            <a:off x="344126" y="3218444"/>
            <a:ext cx="8455741" cy="549364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8E874A78-7D75-7194-1AE4-50A7F6424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5" t="12003" r="1473" b="10675"/>
          <a:stretch>
            <a:fillRect/>
          </a:stretch>
        </p:blipFill>
        <p:spPr>
          <a:xfrm>
            <a:off x="344127" y="2129676"/>
            <a:ext cx="8455741" cy="549364"/>
          </a:xfrm>
          <a:prstGeom prst="rect">
            <a:avLst/>
          </a:prstGeom>
          <a:effectLst>
            <a:glow rad="12700">
              <a:schemeClr val="bg2">
                <a:lumMod val="90000"/>
              </a:schemeClr>
            </a:glow>
          </a:effec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9F2C21-FFD6-E4FA-0182-AFCC1EF8D497}"/>
              </a:ext>
            </a:extLst>
          </p:cNvPr>
          <p:cNvSpPr txBox="1"/>
          <p:nvPr/>
        </p:nvSpPr>
        <p:spPr>
          <a:xfrm>
            <a:off x="269985" y="1789444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014402-F949-01FF-4CBB-F3AA77DAE992}"/>
              </a:ext>
            </a:extLst>
          </p:cNvPr>
          <p:cNvSpPr txBox="1"/>
          <p:nvPr/>
        </p:nvSpPr>
        <p:spPr>
          <a:xfrm>
            <a:off x="269985" y="2884763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ローソン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6267E3-B60F-F015-A3EF-CB0D987E119E}"/>
              </a:ext>
            </a:extLst>
          </p:cNvPr>
          <p:cNvSpPr txBox="1"/>
          <p:nvPr/>
        </p:nvSpPr>
        <p:spPr>
          <a:xfrm>
            <a:off x="269985" y="3959072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ファミリーマート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7A1A1B0-BFC2-8C10-3016-4E1B73772983}"/>
              </a:ext>
            </a:extLst>
          </p:cNvPr>
          <p:cNvSpPr txBox="1"/>
          <p:nvPr/>
        </p:nvSpPr>
        <p:spPr>
          <a:xfrm>
            <a:off x="257630" y="1337285"/>
            <a:ext cx="8632807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080"/>
              </a:lnSpc>
              <a:defRPr/>
            </a:pP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セグメントの「平均購買指数」に基づき、適切さを（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高い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低い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評価不能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4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7CBC4A8-4ED1-5834-39B7-5ADF08B4D03A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脂質への「対応」の適切さは、評価不能である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BB3CAAE-AA91-B731-4024-7557235A79D0}"/>
              </a:ext>
            </a:extLst>
          </p:cNvPr>
          <p:cNvSpPr txBox="1"/>
          <p:nvPr/>
        </p:nvSpPr>
        <p:spPr>
          <a:xfrm>
            <a:off x="3699574" y="4909064"/>
            <a:ext cx="5190863" cy="32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※</a:t>
            </a:r>
            <a:r>
              <a:rPr kumimoji="1" lang="ja-JP" altLang="en-US" sz="12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Zaim</a:t>
            </a:r>
            <a:r>
              <a:rPr kumimoji="1" lang="ja-JP" altLang="en-US" sz="12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上で照合できた商品がなかったため、適切さは評価不能となった</a:t>
            </a:r>
            <a:endParaRPr kumimoji="1" lang="en-US" altLang="ja-JP" sz="1200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9700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EB83-7656-D98D-0151-8A79399D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FB2FAE7F-E41A-77F1-35A1-10D111DBCD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4" t="11817" r="1789" b="19833"/>
          <a:stretch>
            <a:fillRect/>
          </a:stretch>
        </p:blipFill>
        <p:spPr>
          <a:xfrm>
            <a:off x="344127" y="4292215"/>
            <a:ext cx="8455740" cy="564853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1A65E85-BA9F-A228-5EE2-D0D90239CD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6" t="9259" r="1407" b="11916"/>
          <a:stretch>
            <a:fillRect/>
          </a:stretch>
        </p:blipFill>
        <p:spPr>
          <a:xfrm>
            <a:off x="344127" y="3201737"/>
            <a:ext cx="8455740" cy="568319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DE1D94EE-94AD-F743-2378-A5E4391696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7" t="9752" r="1347" b="18545"/>
          <a:stretch>
            <a:fillRect/>
          </a:stretch>
        </p:blipFill>
        <p:spPr>
          <a:xfrm>
            <a:off x="344128" y="2108227"/>
            <a:ext cx="8455740" cy="554302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92BB51-8E82-2830-9ED6-147D7FC7CB86}"/>
              </a:ext>
            </a:extLst>
          </p:cNvPr>
          <p:cNvSpPr txBox="1"/>
          <p:nvPr/>
        </p:nvSpPr>
        <p:spPr>
          <a:xfrm>
            <a:off x="269985" y="1789444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BFFA77A-F8CF-35BC-379A-19A4ADFF6088}"/>
              </a:ext>
            </a:extLst>
          </p:cNvPr>
          <p:cNvSpPr txBox="1"/>
          <p:nvPr/>
        </p:nvSpPr>
        <p:spPr>
          <a:xfrm>
            <a:off x="269985" y="2884763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ローソン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F3363F-CC64-2060-C6AE-C21BC895478E}"/>
              </a:ext>
            </a:extLst>
          </p:cNvPr>
          <p:cNvSpPr txBox="1"/>
          <p:nvPr/>
        </p:nvSpPr>
        <p:spPr>
          <a:xfrm>
            <a:off x="269985" y="3959072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ファミリーマート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D7FE48-6A76-ED38-FA82-64175B64A043}"/>
              </a:ext>
            </a:extLst>
          </p:cNvPr>
          <p:cNvSpPr txBox="1"/>
          <p:nvPr/>
        </p:nvSpPr>
        <p:spPr>
          <a:xfrm>
            <a:off x="604102" y="5190211"/>
            <a:ext cx="7935790" cy="705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セブンイレブンでは、特に男性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20~30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代において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「エネルギーを減らしたい」ニーズ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を解決する</a:t>
            </a: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ための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「対応」が適切ではない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10020D7-4AD2-AD4D-8AED-3BEE35047CC4}"/>
              </a:ext>
            </a:extLst>
          </p:cNvPr>
          <p:cNvSpPr txBox="1"/>
          <p:nvPr/>
        </p:nvSpPr>
        <p:spPr>
          <a:xfrm>
            <a:off x="257630" y="1337285"/>
            <a:ext cx="8632807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080"/>
              </a:lnSpc>
              <a:defRPr/>
            </a:pP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セグメントの「平均購買指数」に基づき、適切さを（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高い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低い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評価不能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4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0F8ED-1F1C-BB5F-4756-B2664B8BC7A1}"/>
              </a:ext>
            </a:extLst>
          </p:cNvPr>
          <p:cNvSpPr txBox="1"/>
          <p:nvPr/>
        </p:nvSpPr>
        <p:spPr>
          <a:xfrm>
            <a:off x="195442" y="475025"/>
            <a:ext cx="8148157" cy="810266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セブンイレブンでは、若年男性において、エネルギーへの「対応」の</a:t>
            </a:r>
            <a:endParaRPr lang="en-US" altLang="ja-JP" b="1" spc="50" dirty="0">
              <a:solidFill>
                <a:srgbClr val="42557A"/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適切さが低い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7DA2321-95FC-33C3-31AA-DE947DEA87C2}"/>
              </a:ext>
            </a:extLst>
          </p:cNvPr>
          <p:cNvSpPr txBox="1"/>
          <p:nvPr/>
        </p:nvSpPr>
        <p:spPr>
          <a:xfrm>
            <a:off x="604102" y="6020503"/>
            <a:ext cx="7377658" cy="36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こうした傾向は、他社においても同様である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453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B2A3-4B71-77C6-17CA-84C5163F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C1E873B-BD3D-F7F8-2652-B269B75E2B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8" t="4651" r="1416" b="4953"/>
          <a:stretch>
            <a:fillRect/>
          </a:stretch>
        </p:blipFill>
        <p:spPr>
          <a:xfrm>
            <a:off x="283811" y="1655523"/>
            <a:ext cx="8576378" cy="2330306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D68D38-27A0-C47C-29B2-55E030D726AE}"/>
              </a:ext>
            </a:extLst>
          </p:cNvPr>
          <p:cNvSpPr txBox="1"/>
          <p:nvPr/>
        </p:nvSpPr>
        <p:spPr>
          <a:xfrm>
            <a:off x="238438" y="1227715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76D9ACD-6826-FF13-8DCE-B5F601B27FB3}"/>
              </a:ext>
            </a:extLst>
          </p:cNvPr>
          <p:cNvSpPr txBox="1"/>
          <p:nvPr/>
        </p:nvSpPr>
        <p:spPr>
          <a:xfrm>
            <a:off x="639834" y="4360758"/>
            <a:ext cx="7856291" cy="651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・若年層を中心に「栄養バランスを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99975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調整したい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」ニーズに対して、「対応」の実施量は十分だが</a:t>
            </a:r>
            <a:endParaRPr kumimoji="1" lang="en-US" altLang="ja-JP" sz="1400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　</a:t>
            </a: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その適切さが低い</a:t>
            </a:r>
            <a:endParaRPr kumimoji="1" lang="en-US" altLang="ja-JP" sz="1400" b="1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E4DCB39-7483-6C86-5ACC-5B36E2C4081C}"/>
              </a:ext>
            </a:extLst>
          </p:cNvPr>
          <p:cNvSpPr txBox="1"/>
          <p:nvPr/>
        </p:nvSpPr>
        <p:spPr>
          <a:xfrm>
            <a:off x="639834" y="5146085"/>
            <a:ext cx="7848250" cy="651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80"/>
              </a:lnSpc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・若年男性における「エネルギーを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減らしたい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」ニーズに対して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、「対応」の実施量は十分だが</a:t>
            </a:r>
            <a:endParaRPr kumimoji="1" lang="en-US" altLang="ja-JP" sz="1400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　</a:t>
            </a:r>
            <a:r>
              <a:rPr kumimoji="1" lang="ja-JP" altLang="en-US" sz="1400" b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そ</a:t>
            </a: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の適切さが低い</a:t>
            </a:r>
            <a:endParaRPr kumimoji="1" lang="en-US" altLang="ja-JP" sz="1400" b="1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F675BA-F9C2-91EF-C856-FA30D8B9D531}"/>
              </a:ext>
            </a:extLst>
          </p:cNvPr>
          <p:cNvSpPr txBox="1"/>
          <p:nvPr/>
        </p:nvSpPr>
        <p:spPr>
          <a:xfrm>
            <a:off x="639834" y="5931412"/>
            <a:ext cx="7848250" cy="356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・属性を問わず「脂質を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減らしたい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」ニーズに対して、</a:t>
            </a:r>
            <a:r>
              <a: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「対応」の実施量が不十分である</a:t>
            </a:r>
            <a:endParaRPr kumimoji="1" lang="en-US" altLang="ja-JP" sz="1400" b="1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56B59E-63F6-2AE4-3FDA-EC070244F943}"/>
              </a:ext>
            </a:extLst>
          </p:cNvPr>
          <p:cNvSpPr txBox="1"/>
          <p:nvPr/>
        </p:nvSpPr>
        <p:spPr>
          <a:xfrm>
            <a:off x="148550" y="623902"/>
            <a:ext cx="8493995" cy="438370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5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健康ニーズに対するセブンイレブンの「対応」について３つの問題が特定された</a:t>
            </a:r>
            <a:endParaRPr kumimoji="0" lang="en-US" altLang="ja-JP" sz="175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496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95D81A2-EF74-08B2-48DF-FAD891A5A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8" t="3324" r="1174" b="4394"/>
          <a:stretch>
            <a:fillRect/>
          </a:stretch>
        </p:blipFill>
        <p:spPr>
          <a:xfrm>
            <a:off x="283811" y="1645352"/>
            <a:ext cx="8576378" cy="2342054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8369C5-C2BC-3542-27B9-8F38F826BB25}"/>
              </a:ext>
            </a:extLst>
          </p:cNvPr>
          <p:cNvSpPr txBox="1"/>
          <p:nvPr/>
        </p:nvSpPr>
        <p:spPr>
          <a:xfrm>
            <a:off x="238438" y="1227715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ローソン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A1D8C1-7A5D-1E85-3A4D-FFEA9CD41B0A}"/>
              </a:ext>
            </a:extLst>
          </p:cNvPr>
          <p:cNvSpPr txBox="1"/>
          <p:nvPr/>
        </p:nvSpPr>
        <p:spPr>
          <a:xfrm>
            <a:off x="222898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特定された問題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0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9BEB2-FAD4-9520-D5C0-C5615181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A8AAD5C-FD3B-9890-F723-32CBDA87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9" t="3160" r="1260" b="5165"/>
          <a:stretch>
            <a:fillRect/>
          </a:stretch>
        </p:blipFill>
        <p:spPr>
          <a:xfrm>
            <a:off x="283811" y="1645352"/>
            <a:ext cx="8576536" cy="2342054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4FF674-4826-7F64-FA8B-310D95EBDB0D}"/>
              </a:ext>
            </a:extLst>
          </p:cNvPr>
          <p:cNvSpPr txBox="1"/>
          <p:nvPr/>
        </p:nvSpPr>
        <p:spPr>
          <a:xfrm>
            <a:off x="238438" y="1227715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ファミリーマート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0ABF7A-5205-F05A-D76D-C508CCFA6702}"/>
              </a:ext>
            </a:extLst>
          </p:cNvPr>
          <p:cNvSpPr txBox="1"/>
          <p:nvPr/>
        </p:nvSpPr>
        <p:spPr>
          <a:xfrm>
            <a:off x="222898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特定された問題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988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26BD-3C4D-F2AA-AED1-5C4849AF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015680-B72F-A547-5B04-378F6A40650C}"/>
              </a:ext>
            </a:extLst>
          </p:cNvPr>
          <p:cNvSpPr txBox="1"/>
          <p:nvPr/>
        </p:nvSpPr>
        <p:spPr>
          <a:xfrm>
            <a:off x="148550" y="623902"/>
            <a:ext cx="8493995" cy="438370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5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健康ニーズに対するセブンイレブンの「対応」について３つの問題が特定された</a:t>
            </a:r>
            <a:endParaRPr kumimoji="0" lang="en-US" altLang="ja-JP" sz="175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D7D7C0C-A35F-98E3-73D3-0B99538450D3}"/>
              </a:ext>
            </a:extLst>
          </p:cNvPr>
          <p:cNvGrpSpPr/>
          <p:nvPr/>
        </p:nvGrpSpPr>
        <p:grpSpPr>
          <a:xfrm>
            <a:off x="273800" y="1688282"/>
            <a:ext cx="8596398" cy="1309130"/>
            <a:chOff x="273801" y="1379949"/>
            <a:chExt cx="8596398" cy="1309130"/>
          </a:xfrm>
        </p:grpSpPr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AC508AA-409F-6358-7B6C-AE607941BEF9}"/>
                </a:ext>
              </a:extLst>
            </p:cNvPr>
            <p:cNvSpPr txBox="1"/>
            <p:nvPr/>
          </p:nvSpPr>
          <p:spPr>
            <a:xfrm>
              <a:off x="273801" y="1379949"/>
              <a:ext cx="7856291" cy="651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・若年層を中心に「栄養バランスを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599975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調整したい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」ニーズに対して、「対応」の実施量は十分だが</a:t>
              </a:r>
              <a:endPara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　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その適切さが低い</a:t>
              </a:r>
              <a:endParaRPr kumimoji="1" lang="en-US" altLang="ja-JP" sz="1400" b="1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B533950A-9317-1B50-1D5D-9531D1817AB7}"/>
                </a:ext>
              </a:extLst>
            </p:cNvPr>
            <p:cNvSpPr txBox="1"/>
            <p:nvPr/>
          </p:nvSpPr>
          <p:spPr>
            <a:xfrm>
              <a:off x="273801" y="1996980"/>
              <a:ext cx="8596398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・他社では「対応」が適切に購買につながっている一方で、セブンイレブンでは購買へのつながりが弱い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54B169B-76C9-0282-58F0-4760F9D9366F}"/>
                </a:ext>
              </a:extLst>
            </p:cNvPr>
            <p:cNvSpPr txBox="1"/>
            <p:nvPr/>
          </p:nvSpPr>
          <p:spPr>
            <a:xfrm>
              <a:off x="347019" y="2332699"/>
              <a:ext cx="8221109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</a:t>
              </a:r>
              <a:r>
                <a:rPr kumimoji="1" lang="en-US" altLang="ja-JP" sz="1400" dirty="0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400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「対応」の適切さを改善し、</a:t>
              </a:r>
              <a:r>
                <a:rPr kumimoji="1" lang="ja-JP" altLang="en-US" sz="1400" u="sng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他社と同程度の水準に追いつく必要がある</a:t>
              </a:r>
              <a:endParaRPr kumimoji="1" lang="en-US" altLang="ja-JP" sz="1400" u="sng" dirty="0">
                <a:solidFill>
                  <a:srgbClr val="C00000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438E22C6-72E5-8414-039B-9604114A8B89}"/>
              </a:ext>
            </a:extLst>
          </p:cNvPr>
          <p:cNvGrpSpPr/>
          <p:nvPr/>
        </p:nvGrpSpPr>
        <p:grpSpPr>
          <a:xfrm>
            <a:off x="273800" y="3728555"/>
            <a:ext cx="7848250" cy="1301204"/>
            <a:chOff x="273801" y="3037307"/>
            <a:chExt cx="7848250" cy="1301204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E0C1C2C-6EEF-5C65-D97C-3671FBC65799}"/>
                </a:ext>
              </a:extLst>
            </p:cNvPr>
            <p:cNvSpPr txBox="1"/>
            <p:nvPr/>
          </p:nvSpPr>
          <p:spPr>
            <a:xfrm>
              <a:off x="273802" y="3649815"/>
              <a:ext cx="6836862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・他社においても、「対応」の適切さが低く、コンビニ各社に共通する問題である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A3E0792-881C-A668-98C8-7E7C5398C683}"/>
                </a:ext>
              </a:extLst>
            </p:cNvPr>
            <p:cNvSpPr txBox="1"/>
            <p:nvPr/>
          </p:nvSpPr>
          <p:spPr>
            <a:xfrm>
              <a:off x="347020" y="3982131"/>
              <a:ext cx="6944118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</a:t>
              </a:r>
              <a:r>
                <a:rPr kumimoji="1" lang="en-US" altLang="ja-JP" sz="1400" dirty="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40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先駆けて「対応」の適切さを改善することで、</a:t>
              </a:r>
              <a:r>
                <a:rPr kumimoji="1" lang="ja-JP" altLang="en-US" sz="1400" u="sng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他社に一歩先行することができる</a:t>
              </a:r>
              <a:endParaRPr kumimoji="1" lang="en-US" altLang="ja-JP" sz="1400" u="sng" dirty="0">
                <a:solidFill>
                  <a:schemeClr val="accent3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0BD877B1-8958-3574-785C-1BB92060321E}"/>
                </a:ext>
              </a:extLst>
            </p:cNvPr>
            <p:cNvSpPr txBox="1"/>
            <p:nvPr/>
          </p:nvSpPr>
          <p:spPr>
            <a:xfrm>
              <a:off x="273801" y="3037307"/>
              <a:ext cx="7848250" cy="651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280"/>
                </a:lnSpc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・若年男性における「エネルギーを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」ニーズに対して</a:t>
              </a:r>
              <a:r>
                <a:rPr kumimoji="1" lang="ja-JP" altLang="en-US" sz="14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、「対応」の実施量は十分だが</a:t>
              </a:r>
              <a:endPara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　</a:t>
              </a:r>
              <a:r>
                <a:rPr kumimoji="1" lang="ja-JP" altLang="en-US" sz="1400" b="1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そ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の適切さが低い</a:t>
              </a:r>
              <a:endParaRPr kumimoji="1" lang="en-US" altLang="ja-JP" sz="1400" b="1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6C9097E-E863-CDFD-5FBD-AEE60B01DFDD}"/>
              </a:ext>
            </a:extLst>
          </p:cNvPr>
          <p:cNvGrpSpPr/>
          <p:nvPr/>
        </p:nvGrpSpPr>
        <p:grpSpPr>
          <a:xfrm>
            <a:off x="273799" y="5225118"/>
            <a:ext cx="8011219" cy="1008980"/>
            <a:chOff x="273800" y="4904464"/>
            <a:chExt cx="8011219" cy="1008980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1176E419-057A-229B-0AE7-0097C317246E}"/>
                </a:ext>
              </a:extLst>
            </p:cNvPr>
            <p:cNvSpPr txBox="1"/>
            <p:nvPr/>
          </p:nvSpPr>
          <p:spPr>
            <a:xfrm>
              <a:off x="273800" y="4904464"/>
              <a:ext cx="8011219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・属性を問わず「脂質を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」ニーズに対して、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「対応」の実施量が不十分である</a:t>
              </a:r>
              <a:endParaRPr kumimoji="1" lang="en-US" altLang="ja-JP" sz="1400" b="1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DE270C1-6A9C-8893-91AD-AEB1715E9F96}"/>
                </a:ext>
              </a:extLst>
            </p:cNvPr>
            <p:cNvSpPr txBox="1"/>
            <p:nvPr/>
          </p:nvSpPr>
          <p:spPr>
            <a:xfrm>
              <a:off x="273802" y="5224748"/>
              <a:ext cx="7848250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・他社においても、「対応」の実施量が不足しており、コンビニ業界全体で対応が進んでいない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74A8BFF-4CB3-1DD8-5AAF-9E71A5529E7D}"/>
                </a:ext>
              </a:extLst>
            </p:cNvPr>
            <p:cNvSpPr txBox="1"/>
            <p:nvPr/>
          </p:nvSpPr>
          <p:spPr>
            <a:xfrm>
              <a:off x="347019" y="5557064"/>
              <a:ext cx="6270349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</a:t>
              </a:r>
              <a:r>
                <a:rPr kumimoji="1" lang="en-US" altLang="ja-JP" sz="1400" dirty="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400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先駆けて「対応」を拡充させることで、</a:t>
              </a:r>
              <a:r>
                <a:rPr kumimoji="1" lang="ja-JP" altLang="en-US" sz="1400" u="sng">
                  <a:solidFill>
                    <a:schemeClr val="accent3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他社との差別化に繋げられる</a:t>
              </a:r>
              <a:endParaRPr kumimoji="1" lang="en-US" altLang="ja-JP" sz="1400" u="sng" dirty="0">
                <a:solidFill>
                  <a:schemeClr val="accent3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C7B00E0-77DE-EBC8-A19F-60533A5A2A75}"/>
              </a:ext>
            </a:extLst>
          </p:cNvPr>
          <p:cNvSpPr txBox="1"/>
          <p:nvPr/>
        </p:nvSpPr>
        <p:spPr>
          <a:xfrm>
            <a:off x="279412" y="1223842"/>
            <a:ext cx="3696239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5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セブンイレブンで顕在化している問題</a:t>
            </a:r>
            <a:endParaRPr kumimoji="1" lang="en-US" altLang="ja-JP" sz="155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22ACB8F-D2D9-B354-0D24-DEB6F51EB408}"/>
              </a:ext>
            </a:extLst>
          </p:cNvPr>
          <p:cNvSpPr txBox="1"/>
          <p:nvPr/>
        </p:nvSpPr>
        <p:spPr>
          <a:xfrm>
            <a:off x="279412" y="3261249"/>
            <a:ext cx="3696239" cy="332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5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コンビニ３社に共通する未解決な問題</a:t>
            </a:r>
            <a:endParaRPr kumimoji="1" lang="en-US" altLang="ja-JP" sz="155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4670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61F2D2A-1C48-6401-4BDA-53E721477BAB}"/>
              </a:ext>
            </a:extLst>
          </p:cNvPr>
          <p:cNvSpPr txBox="1"/>
          <p:nvPr/>
        </p:nvSpPr>
        <p:spPr>
          <a:xfrm>
            <a:off x="148550" y="604667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商品間における購買指数の差から、購買を妨げる要因を探索する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21B786-2F91-89B5-5823-C97AB982D20E}"/>
              </a:ext>
            </a:extLst>
          </p:cNvPr>
          <p:cNvSpPr txBox="1"/>
          <p:nvPr/>
        </p:nvSpPr>
        <p:spPr>
          <a:xfrm>
            <a:off x="351009" y="1139718"/>
            <a:ext cx="7751146" cy="628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問題例：セブンイレブンでは、男女</a:t>
            </a:r>
            <a:r>
              <a: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20~30</a:t>
            </a:r>
            <a:r>
              <a:rPr kumimoji="1" lang="ja-JP" altLang="en-US" sz="140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代を中心に「栄養バランスを</a:t>
            </a:r>
            <a:r>
              <a:rPr kumimoji="1" lang="ja-JP" altLang="en-US" sz="1400">
                <a:solidFill>
                  <a:srgbClr val="599975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調整したい</a:t>
            </a:r>
            <a:r>
              <a:rPr kumimoji="1" lang="ja-JP" altLang="en-US" sz="140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」ニーズに</a:t>
            </a:r>
            <a:endParaRPr kumimoji="1" lang="en-US" altLang="ja-JP" sz="1400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　　　　対する</a:t>
            </a: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「対応」の適切さが低かった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D11146-AFAE-F6CD-882E-F6B04E06F7F2}"/>
              </a:ext>
            </a:extLst>
          </p:cNvPr>
          <p:cNvSpPr txBox="1"/>
          <p:nvPr/>
        </p:nvSpPr>
        <p:spPr>
          <a:xfrm>
            <a:off x="4318920" y="1946639"/>
            <a:ext cx="4605623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 b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商品間における購買指数の差は、何に起因するか？</a:t>
            </a:r>
            <a:endParaRPr kumimoji="1" lang="en-US" altLang="ja-JP" sz="1500" b="1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D904DC9-5004-5711-D63F-BD08A5449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46" t="7669" r="6267" b="10511"/>
          <a:stretch>
            <a:fillRect/>
          </a:stretch>
        </p:blipFill>
        <p:spPr>
          <a:xfrm>
            <a:off x="466262" y="2020993"/>
            <a:ext cx="3584647" cy="1604803"/>
          </a:xfrm>
          <a:prstGeom prst="rect">
            <a:avLst/>
          </a:prstGeom>
          <a:effectLst>
            <a:glow rad="12700">
              <a:schemeClr val="tx1">
                <a:lumMod val="50000"/>
                <a:lumOff val="50000"/>
              </a:schemeClr>
            </a:glow>
          </a:effectLst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A775956-E03F-5799-7442-FF84ACB5675E}"/>
              </a:ext>
            </a:extLst>
          </p:cNvPr>
          <p:cNvGrpSpPr/>
          <p:nvPr/>
        </p:nvGrpSpPr>
        <p:grpSpPr>
          <a:xfrm>
            <a:off x="4331112" y="2413965"/>
            <a:ext cx="4482121" cy="1544886"/>
            <a:chOff x="4282344" y="2495060"/>
            <a:chExt cx="4482121" cy="1544886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BB3F4DA-0BA3-4FF9-F42C-F42C55515A25}"/>
                </a:ext>
              </a:extLst>
            </p:cNvPr>
            <p:cNvSpPr txBox="1"/>
            <p:nvPr/>
          </p:nvSpPr>
          <p:spPr>
            <a:xfrm>
              <a:off x="4404264" y="2851440"/>
              <a:ext cx="4360201" cy="5779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・購入者率</a:t>
              </a:r>
              <a:b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（当該属性のセブン利用者のうち何人が商品を購入したか）</a:t>
              </a:r>
              <a:endPara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AD351ED3-54D0-8742-EAD2-7DF448327213}"/>
                </a:ext>
              </a:extLst>
            </p:cNvPr>
            <p:cNvSpPr txBox="1"/>
            <p:nvPr/>
          </p:nvSpPr>
          <p:spPr>
            <a:xfrm>
              <a:off x="4282344" y="2495060"/>
              <a:ext cx="3947256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手順１：購買行動上のボトルネックを特定する</a:t>
              </a:r>
              <a:endPara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133FC6E-92CD-809F-BDDB-30358CB649A5}"/>
                </a:ext>
              </a:extLst>
            </p:cNvPr>
            <p:cNvSpPr txBox="1"/>
            <p:nvPr/>
          </p:nvSpPr>
          <p:spPr>
            <a:xfrm>
              <a:off x="4404264" y="3462031"/>
              <a:ext cx="4360201" cy="5779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・購入頻度</a:t>
              </a:r>
              <a:b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（商品を購入した人が、一人当たり何回購入したか）</a:t>
              </a:r>
              <a:endPara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FF16A79-103C-256B-8794-380CDC1DCD67}"/>
              </a:ext>
            </a:extLst>
          </p:cNvPr>
          <p:cNvGrpSpPr/>
          <p:nvPr/>
        </p:nvGrpSpPr>
        <p:grpSpPr>
          <a:xfrm>
            <a:off x="4331112" y="4085956"/>
            <a:ext cx="4482121" cy="1537665"/>
            <a:chOff x="4282344" y="4178720"/>
            <a:chExt cx="4482121" cy="1537665"/>
          </a:xfrm>
        </p:grpSpPr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EC975DC-2FEC-1168-77B4-AF3443CC8F75}"/>
                </a:ext>
              </a:extLst>
            </p:cNvPr>
            <p:cNvSpPr txBox="1"/>
            <p:nvPr/>
          </p:nvSpPr>
          <p:spPr>
            <a:xfrm>
              <a:off x="4282344" y="4178720"/>
              <a:ext cx="3825336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手順２：商品特性からその理由を掘り下げる</a:t>
              </a:r>
              <a:endPara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56971748-581F-70EC-1FA4-B98163A06886}"/>
                </a:ext>
              </a:extLst>
            </p:cNvPr>
            <p:cNvSpPr txBox="1"/>
            <p:nvPr/>
          </p:nvSpPr>
          <p:spPr>
            <a:xfrm>
              <a:off x="4404264" y="4535100"/>
              <a:ext cx="4360201" cy="5779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・購入者率がボトルネック</a:t>
              </a:r>
              <a:b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　→</a:t>
              </a:r>
              <a: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価格、商品の認知度、商品カテゴリーなどを確認する</a:t>
              </a:r>
              <a:endPara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305894BA-FD0F-20B0-1A7F-693307414997}"/>
                </a:ext>
              </a:extLst>
            </p:cNvPr>
            <p:cNvSpPr txBox="1"/>
            <p:nvPr/>
          </p:nvSpPr>
          <p:spPr>
            <a:xfrm>
              <a:off x="4404264" y="5138470"/>
              <a:ext cx="4360201" cy="5779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・購入頻度がボトルネック</a:t>
              </a:r>
              <a:b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　→</a:t>
              </a:r>
              <a: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味、満足感、利用場面などを確認する</a:t>
              </a:r>
              <a:endPara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EFD4F83-C033-3615-1F7A-B9B722329E57}"/>
              </a:ext>
            </a:extLst>
          </p:cNvPr>
          <p:cNvSpPr txBox="1"/>
          <p:nvPr/>
        </p:nvSpPr>
        <p:spPr>
          <a:xfrm>
            <a:off x="4318919" y="5757947"/>
            <a:ext cx="4494314" cy="60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50">
                <a:solidFill>
                  <a:srgbClr val="C00000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上記の観点で高指数商品と低指数商品を比較し、</a:t>
            </a:r>
            <a:br>
              <a:rPr kumimoji="1" lang="en-US" altLang="ja-JP" sz="1350" dirty="0">
                <a:solidFill>
                  <a:srgbClr val="C00000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ja-JP" altLang="en-US" sz="1350">
                <a:solidFill>
                  <a:srgbClr val="C00000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当該セグメントの購買指数を押し下げる原因を絞り込む</a:t>
            </a:r>
            <a:endParaRPr kumimoji="1" lang="en-US" altLang="ja-JP" sz="1350" dirty="0">
              <a:solidFill>
                <a:srgbClr val="C00000"/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4EC6207-A39E-2332-B14F-A7401217503B}"/>
              </a:ext>
            </a:extLst>
          </p:cNvPr>
          <p:cNvGrpSpPr/>
          <p:nvPr/>
        </p:nvGrpSpPr>
        <p:grpSpPr>
          <a:xfrm>
            <a:off x="238491" y="3808769"/>
            <a:ext cx="3812418" cy="2721152"/>
            <a:chOff x="238491" y="3901533"/>
            <a:chExt cx="3812418" cy="2721152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43BE0460-464B-E08B-C538-B5F32D9885EA}"/>
                </a:ext>
              </a:extLst>
            </p:cNvPr>
            <p:cNvGrpSpPr/>
            <p:nvPr/>
          </p:nvGrpSpPr>
          <p:grpSpPr>
            <a:xfrm>
              <a:off x="238491" y="3901533"/>
              <a:ext cx="3812418" cy="2461792"/>
              <a:chOff x="177531" y="4017948"/>
              <a:chExt cx="3812418" cy="2461792"/>
            </a:xfrm>
          </p:grpSpPr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F9AD4FF5-3AFD-F83A-A7C4-BEACCF77440D}"/>
                  </a:ext>
                </a:extLst>
              </p:cNvPr>
              <p:cNvGrpSpPr/>
              <p:nvPr/>
            </p:nvGrpSpPr>
            <p:grpSpPr>
              <a:xfrm>
                <a:off x="177531" y="4297053"/>
                <a:ext cx="3812418" cy="2182687"/>
                <a:chOff x="177531" y="4077597"/>
                <a:chExt cx="3812418" cy="2182687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BA19950B-3B1C-C354-46DF-45EFA13C1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l="4980" t="15325" r="2470" b="6419"/>
                <a:stretch>
                  <a:fillRect/>
                </a:stretch>
              </p:blipFill>
              <p:spPr>
                <a:xfrm>
                  <a:off x="508584" y="4077597"/>
                  <a:ext cx="3481365" cy="1894311"/>
                </a:xfrm>
                <a:prstGeom prst="rect">
                  <a:avLst/>
                </a:prstGeom>
              </p:spPr>
            </p:pic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4C707425-4019-2B0F-641D-D612FC9E9319}"/>
                    </a:ext>
                  </a:extLst>
                </p:cNvPr>
                <p:cNvSpPr txBox="1"/>
                <p:nvPr/>
              </p:nvSpPr>
              <p:spPr>
                <a:xfrm>
                  <a:off x="1842361" y="5923140"/>
                  <a:ext cx="813809" cy="3371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ts val="208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1200">
                      <a:solidFill>
                        <a:srgbClr val="DCD8DC">
                          <a:lumMod val="25000"/>
                        </a:srgbClr>
                      </a:solidFill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</a:rPr>
                    <a:t>商品番号</a:t>
                  </a:r>
                  <a:endParaRPr kumimoji="1" lang="en-US" altLang="ja-JP" sz="12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endParaRPr>
                </a:p>
              </p:txBody>
            </p:sp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50D7826A-EEC8-28F9-3A5C-8B369126AB93}"/>
                    </a:ext>
                  </a:extLst>
                </p:cNvPr>
                <p:cNvSpPr txBox="1"/>
                <p:nvPr/>
              </p:nvSpPr>
              <p:spPr>
                <a:xfrm rot="16200000">
                  <a:off x="-63847" y="4859225"/>
                  <a:ext cx="813809" cy="3310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ts val="208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1200">
                      <a:solidFill>
                        <a:srgbClr val="DCD8DC">
                          <a:lumMod val="25000"/>
                        </a:srgbClr>
                      </a:solidFill>
                      <a:latin typeface="源ノ角ゴシック JP" panose="020B0500000000000000" pitchFamily="34" charset="-128"/>
                      <a:ea typeface="源ノ角ゴシック JP" panose="020B0500000000000000" pitchFamily="34" charset="-128"/>
                    </a:rPr>
                    <a:t>購買指数</a:t>
                  </a:r>
                  <a:endParaRPr kumimoji="1" lang="en-US" altLang="ja-JP" sz="12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endParaRPr>
                </a:p>
              </p:txBody>
            </p:sp>
          </p:grp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A81D0997-09F2-1D14-3E72-83E13AB19490}"/>
                  </a:ext>
                </a:extLst>
              </p:cNvPr>
              <p:cNvSpPr txBox="1"/>
              <p:nvPr/>
            </p:nvSpPr>
            <p:spPr>
              <a:xfrm>
                <a:off x="1533608" y="4017948"/>
                <a:ext cx="1431313" cy="331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商品別の購買指数</a:t>
                </a:r>
                <a:endPara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</p:txBody>
          </p:sp>
        </p:grp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49CF7266-7E99-CDD8-9109-DAE878072C92}"/>
                </a:ext>
              </a:extLst>
            </p:cNvPr>
            <p:cNvSpPr txBox="1"/>
            <p:nvPr/>
          </p:nvSpPr>
          <p:spPr>
            <a:xfrm>
              <a:off x="569541" y="6297788"/>
              <a:ext cx="3481365" cy="324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※</a:t>
              </a:r>
              <a:r>
                <a:rPr kumimoji="1" lang="ja-JP" altLang="en-US" sz="10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商品番号は、</a:t>
              </a:r>
              <a:r>
                <a:rPr kumimoji="1" lang="en-US" altLang="ja-JP" sz="10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Zaim</a:t>
              </a:r>
              <a:r>
                <a:rPr kumimoji="1" lang="ja-JP" altLang="en-US" sz="10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上で特定できた商品のみに付与した</a:t>
              </a:r>
              <a:endPara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8905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25EAD4-EBD2-58AF-4BBF-F7F348C59EAB}"/>
              </a:ext>
            </a:extLst>
          </p:cNvPr>
          <p:cNvSpPr txBox="1"/>
          <p:nvPr/>
        </p:nvSpPr>
        <p:spPr>
          <a:xfrm>
            <a:off x="882797" y="1081722"/>
            <a:ext cx="7378406" cy="4694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[1] 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厚生労働省．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『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平成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22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年国民健康・栄養調査報告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』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．厚生労働省，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2012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</a:t>
            </a:r>
            <a:b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https://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www.mhlw.go.jp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stf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seisakunitsuite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/bunya/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kenkou_iryou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kenkou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eiyou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/h22-houkoku_00001.html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（参照日：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10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日）．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endParaRPr kumimoji="1" lang="ja-JP" altLang="en-US" sz="100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[2] 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厚生労働省．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『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令和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年国民健康・栄養調査報告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』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．厚生労働省，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</a:t>
            </a:r>
            <a:b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https://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www.mhlw.go.jp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stf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seisakunitsuite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/bunya/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kenkou_iryou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kenkou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eiyou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/r6-houkoku_00001.html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（参照日：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10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日）．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endParaRPr kumimoji="1" lang="ja-JP" altLang="en-US" sz="100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[3] 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厚生労働省．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『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日本人の食事摂取基準（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2010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年版）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』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．厚生労働省，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2009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</a:t>
            </a:r>
            <a:b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https://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www.mhlw.go.jp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houdou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/2009/05/h0529-1.html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（参照日：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10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日）．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endParaRPr kumimoji="1" lang="ja-JP" altLang="en-US" sz="100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[4] 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厚生労働省．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『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日本人の食事摂取基準（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2025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年版）策定検討会報告書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』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．厚生労働省，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2024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2025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3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25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日最終更新）．</a:t>
            </a:r>
            <a:b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https://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www.mhlw.go.jp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stf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/newpage_44138.html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（参照日：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10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日）．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endParaRPr kumimoji="1" lang="ja-JP" altLang="en-US" sz="100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[5] 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農林水産省．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『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平成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27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年度食育推進施策（食育白書）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〔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概要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〕』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．農林水産省，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2016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</a:t>
            </a:r>
            <a:b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https://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www.maff.go.jp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/j/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syokuiku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wpaper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/pdf/gaiyou_1.pdf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（参照日：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10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日）．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endParaRPr kumimoji="1" lang="ja-JP" altLang="en-US" sz="100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[6] 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農林水産省．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『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食育に関する意識調査報告書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』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．農林水産省，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2025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．</a:t>
            </a:r>
            <a:b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https://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www.maff.go.jp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/j/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syokuiku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ishiki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/r07/</a:t>
            </a:r>
            <a:r>
              <a:rPr kumimoji="1" lang="en-US" altLang="ja-JP" sz="1000" dirty="0" err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pdf_index.html</a:t>
            </a:r>
            <a:b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</a:b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（参照日：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2026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月</a:t>
            </a:r>
            <a:r>
              <a:rPr kumimoji="1" lang="en-US" altLang="ja-JP" sz="10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10</a:t>
            </a:r>
            <a:r>
              <a:rPr kumimoji="1" lang="ja-JP" altLang="en-US" sz="10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日）．</a:t>
            </a:r>
          </a:p>
          <a:p>
            <a:pPr marL="0" marR="0" lvl="0" indent="0" algn="l" defTabSz="457200" rtl="0" eaLnBrk="1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000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8855408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35684</TotalTime>
  <Words>3603</Words>
  <Application>Microsoft Macintosh PowerPoint</Application>
  <PresentationFormat>画面に合わせる (4:3)</PresentationFormat>
  <Paragraphs>288</Paragraphs>
  <Slides>22</Slides>
  <Notes>15</Notes>
  <HiddenSlides>6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22</vt:i4>
      </vt:variant>
    </vt:vector>
  </HeadingPairs>
  <TitlesOfParts>
    <vt:vector size="30" baseType="lpstr">
      <vt:lpstr>源ノ角ゴシック JP</vt:lpstr>
      <vt:lpstr>游ゴシック</vt:lpstr>
      <vt:lpstr>游ゴシック Light</vt:lpstr>
      <vt:lpstr>Arial</vt:lpstr>
      <vt:lpstr>デザインの設定</vt:lpstr>
      <vt:lpstr>1_デザインの設定</vt:lpstr>
      <vt:lpstr>2_デザインの設定</vt:lpstr>
      <vt:lpstr>3_デザインの設定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Aoi Seki</dc:creator>
  <cp:lastModifiedBy>Aoi Seki</cp:lastModifiedBy>
  <cp:revision>103</cp:revision>
  <dcterms:created xsi:type="dcterms:W3CDTF">2024-06-06T14:26:30Z</dcterms:created>
  <dcterms:modified xsi:type="dcterms:W3CDTF">2026-09-11T01:02:43Z</dcterms:modified>
</cp:coreProperties>
</file>
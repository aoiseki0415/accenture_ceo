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2.xml" ContentType="application/vnd.openxmlformats-officedocument.theme+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3.xml" ContentType="application/vnd.openxmlformats-officedocument.theme+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2" r:id="rId1"/>
    <p:sldMasterId id="2147483715" r:id="rId2"/>
    <p:sldMasterId id="2147483738" r:id="rId3"/>
    <p:sldMasterId id="2147483801" r:id="rId4"/>
  </p:sldMasterIdLst>
  <p:notesMasterIdLst>
    <p:notesMasterId r:id="rId25"/>
  </p:notesMasterIdLst>
  <p:sldIdLst>
    <p:sldId id="728" r:id="rId5"/>
    <p:sldId id="757" r:id="rId6"/>
    <p:sldId id="758" r:id="rId7"/>
    <p:sldId id="732" r:id="rId8"/>
    <p:sldId id="761" r:id="rId9"/>
    <p:sldId id="759" r:id="rId10"/>
    <p:sldId id="760" r:id="rId11"/>
    <p:sldId id="741" r:id="rId12"/>
    <p:sldId id="762" r:id="rId13"/>
    <p:sldId id="763" r:id="rId14"/>
    <p:sldId id="764" r:id="rId15"/>
    <p:sldId id="768" r:id="rId16"/>
    <p:sldId id="769" r:id="rId17"/>
    <p:sldId id="770" r:id="rId18"/>
    <p:sldId id="771" r:id="rId19"/>
    <p:sldId id="772" r:id="rId20"/>
    <p:sldId id="756" r:id="rId21"/>
    <p:sldId id="765" r:id="rId22"/>
    <p:sldId id="766" r:id="rId23"/>
    <p:sldId id="767"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oi Seki" initials="AS" lastIdx="1" clrIdx="0">
    <p:extLst>
      <p:ext uri="{19B8F6BF-5375-455C-9EA6-DF929625EA0E}">
        <p15:presenceInfo xmlns:p15="http://schemas.microsoft.com/office/powerpoint/2012/main" userId="3c72e6668d233292"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599975"/>
    <a:srgbClr val="FFFFFF"/>
    <a:srgbClr val="0F9AB1"/>
    <a:srgbClr val="61B0B6"/>
    <a:srgbClr val="38A9B1"/>
    <a:srgbClr val="3FB9C1"/>
    <a:srgbClr val="A758C4"/>
    <a:srgbClr val="694CC6"/>
    <a:srgbClr val="7253D4"/>
    <a:srgbClr val="A053B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86186B0-A7FA-304A-AB88-7A7A62240308}" v="155" dt="2026-07-22T00:29:56.056"/>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1EBBBCC-DAD2-459C-BE2E-F6DE35CF9A28}" styleName="濃色スタイル 2 - アクセント 3/アクセント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5202B0CA-FC54-4496-8BCA-5EF66A818D29}" styleName="スタイル (濃色)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204" autoAdjust="0"/>
    <p:restoredTop sz="85568" autoAdjust="0"/>
  </p:normalViewPr>
  <p:slideViewPr>
    <p:cSldViewPr snapToGrid="0">
      <p:cViewPr>
        <p:scale>
          <a:sx n="93" d="100"/>
          <a:sy n="93" d="100"/>
        </p:scale>
        <p:origin x="1816" y="1032"/>
      </p:cViewPr>
      <p:guideLst/>
    </p:cSldViewPr>
  </p:slideViewPr>
  <p:notesTextViewPr>
    <p:cViewPr>
      <p:scale>
        <a:sx n="100" d="100"/>
        <a:sy n="100" d="100"/>
      </p:scale>
      <p:origin x="0" y="0"/>
    </p:cViewPr>
  </p:notesTextViewPr>
  <p:sorterViewPr>
    <p:cViewPr>
      <p:scale>
        <a:sx n="100" d="100"/>
        <a:sy n="100" d="100"/>
      </p:scale>
      <p:origin x="0" y="0"/>
    </p:cViewPr>
  </p:sorterViewPr>
  <p:notesViewPr>
    <p:cSldViewPr snapToGrid="0">
      <p:cViewPr varScale="1">
        <p:scale>
          <a:sx n="58" d="100"/>
          <a:sy n="58" d="100"/>
        </p:scale>
        <p:origin x="2541" y="54"/>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commentAuthors" Target="commentAuthors.xml"/><Relationship Id="rId3" Type="http://schemas.openxmlformats.org/officeDocument/2006/relationships/slideMaster" Target="slideMasters/slideMaster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microsoft.com/office/2016/11/relationships/changesInfo" Target="changesInfos/changesInfo1.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oi Seki" userId="3c72e6668d233292" providerId="LiveId" clId="{B9AE2B71-EDD8-5CEA-A9B6-04399197A6CF}"/>
    <pc:docChg chg="undo redo custSel addSld delSld modSld sldOrd modMainMaster">
      <pc:chgData name="Aoi Seki" userId="3c72e6668d233292" providerId="LiveId" clId="{B9AE2B71-EDD8-5CEA-A9B6-04399197A6CF}" dt="2026-07-22T03:27:23.591" v="25830" actId="14100"/>
      <pc:docMkLst>
        <pc:docMk/>
      </pc:docMkLst>
      <pc:sldChg chg="modSp add del mod modAnim">
        <pc:chgData name="Aoi Seki" userId="3c72e6668d233292" providerId="LiveId" clId="{B9AE2B71-EDD8-5CEA-A9B6-04399197A6CF}" dt="2026-07-21T14:49:44.236" v="23508" actId="1035"/>
        <pc:sldMkLst>
          <pc:docMk/>
          <pc:sldMk cId="608137704" sldId="642"/>
        </pc:sldMkLst>
        <pc:spChg chg="mod">
          <ac:chgData name="Aoi Seki" userId="3c72e6668d233292" providerId="LiveId" clId="{B9AE2B71-EDD8-5CEA-A9B6-04399197A6CF}" dt="2026-07-20T10:21:06.071" v="21890" actId="1076"/>
          <ac:spMkLst>
            <pc:docMk/>
            <pc:sldMk cId="608137704" sldId="642"/>
            <ac:spMk id="6" creationId="{E6D1060F-44F9-5DFF-3978-7C206131EF6B}"/>
          </ac:spMkLst>
        </pc:spChg>
        <pc:spChg chg="mod">
          <ac:chgData name="Aoi Seki" userId="3c72e6668d233292" providerId="LiveId" clId="{B9AE2B71-EDD8-5CEA-A9B6-04399197A6CF}" dt="2026-07-20T10:21:06.071" v="21890" actId="1076"/>
          <ac:spMkLst>
            <pc:docMk/>
            <pc:sldMk cId="608137704" sldId="642"/>
            <ac:spMk id="10" creationId="{24706157-186B-20DC-108F-96232A155A8C}"/>
          </ac:spMkLst>
        </pc:spChg>
        <pc:spChg chg="mod">
          <ac:chgData name="Aoi Seki" userId="3c72e6668d233292" providerId="LiveId" clId="{B9AE2B71-EDD8-5CEA-A9B6-04399197A6CF}" dt="2026-07-20T10:21:06.071" v="21890" actId="1076"/>
          <ac:spMkLst>
            <pc:docMk/>
            <pc:sldMk cId="608137704" sldId="642"/>
            <ac:spMk id="11" creationId="{755125DC-C064-A058-1283-6379D90F65EF}"/>
          </ac:spMkLst>
        </pc:spChg>
        <pc:spChg chg="mod">
          <ac:chgData name="Aoi Seki" userId="3c72e6668d233292" providerId="LiveId" clId="{B9AE2B71-EDD8-5CEA-A9B6-04399197A6CF}" dt="2026-07-20T10:21:06.071" v="21890" actId="1076"/>
          <ac:spMkLst>
            <pc:docMk/>
            <pc:sldMk cId="608137704" sldId="642"/>
            <ac:spMk id="13" creationId="{08522342-8DF4-4EF9-B36A-7C9373D79EA1}"/>
          </ac:spMkLst>
        </pc:spChg>
        <pc:spChg chg="mod">
          <ac:chgData name="Aoi Seki" userId="3c72e6668d233292" providerId="LiveId" clId="{B9AE2B71-EDD8-5CEA-A9B6-04399197A6CF}" dt="2026-07-20T10:21:06.071" v="21890" actId="1076"/>
          <ac:spMkLst>
            <pc:docMk/>
            <pc:sldMk cId="608137704" sldId="642"/>
            <ac:spMk id="22" creationId="{D2DA319E-F696-8F5E-A7EC-2967358A253C}"/>
          </ac:spMkLst>
        </pc:spChg>
        <pc:spChg chg="mod">
          <ac:chgData name="Aoi Seki" userId="3c72e6668d233292" providerId="LiveId" clId="{B9AE2B71-EDD8-5CEA-A9B6-04399197A6CF}" dt="2026-07-20T10:21:06.071" v="21890" actId="1076"/>
          <ac:spMkLst>
            <pc:docMk/>
            <pc:sldMk cId="608137704" sldId="642"/>
            <ac:spMk id="27" creationId="{E0ACE5ED-E904-BB87-4ACF-C55ED20CFB92}"/>
          </ac:spMkLst>
        </pc:spChg>
        <pc:spChg chg="mod">
          <ac:chgData name="Aoi Seki" userId="3c72e6668d233292" providerId="LiveId" clId="{B9AE2B71-EDD8-5CEA-A9B6-04399197A6CF}" dt="2026-07-20T10:21:06.071" v="21890" actId="1076"/>
          <ac:spMkLst>
            <pc:docMk/>
            <pc:sldMk cId="608137704" sldId="642"/>
            <ac:spMk id="31" creationId="{52845CB3-848A-EE64-9512-ACCE36E81EC8}"/>
          </ac:spMkLst>
        </pc:spChg>
        <pc:spChg chg="mod">
          <ac:chgData name="Aoi Seki" userId="3c72e6668d233292" providerId="LiveId" clId="{B9AE2B71-EDD8-5CEA-A9B6-04399197A6CF}" dt="2026-07-20T10:21:06.071" v="21890" actId="1076"/>
          <ac:spMkLst>
            <pc:docMk/>
            <pc:sldMk cId="608137704" sldId="642"/>
            <ac:spMk id="48" creationId="{7E1E8BA0-AE21-157B-D0AC-5CFE8AEFB19F}"/>
          </ac:spMkLst>
        </pc:spChg>
        <pc:spChg chg="mod">
          <ac:chgData name="Aoi Seki" userId="3c72e6668d233292" providerId="LiveId" clId="{B9AE2B71-EDD8-5CEA-A9B6-04399197A6CF}" dt="2026-07-20T10:21:06.071" v="21890" actId="1076"/>
          <ac:spMkLst>
            <pc:docMk/>
            <pc:sldMk cId="608137704" sldId="642"/>
            <ac:spMk id="51" creationId="{ECC56679-0BDD-90AE-FE69-729DDDDC67E0}"/>
          </ac:spMkLst>
        </pc:spChg>
        <pc:spChg chg="mod">
          <ac:chgData name="Aoi Seki" userId="3c72e6668d233292" providerId="LiveId" clId="{B9AE2B71-EDD8-5CEA-A9B6-04399197A6CF}" dt="2026-07-20T10:21:06.071" v="21890" actId="1076"/>
          <ac:spMkLst>
            <pc:docMk/>
            <pc:sldMk cId="608137704" sldId="642"/>
            <ac:spMk id="53" creationId="{E791AF6F-4F7B-91E1-1C0B-3A9B3D1DBC7B}"/>
          </ac:spMkLst>
        </pc:spChg>
        <pc:grpChg chg="mod">
          <ac:chgData name="Aoi Seki" userId="3c72e6668d233292" providerId="LiveId" clId="{B9AE2B71-EDD8-5CEA-A9B6-04399197A6CF}" dt="2026-07-21T14:49:44.236" v="23508" actId="1035"/>
          <ac:grpSpMkLst>
            <pc:docMk/>
            <pc:sldMk cId="608137704" sldId="642"/>
            <ac:grpSpMk id="24" creationId="{C465F563-147C-04EF-5C9E-3708D309D2A3}"/>
          </ac:grpSpMkLst>
        </pc:grpChg>
      </pc:sldChg>
      <pc:sldChg chg="modSp del mod ord">
        <pc:chgData name="Aoi Seki" userId="3c72e6668d233292" providerId="LiveId" clId="{B9AE2B71-EDD8-5CEA-A9B6-04399197A6CF}" dt="2026-07-22T00:37:03.214" v="25800" actId="2696"/>
        <pc:sldMkLst>
          <pc:docMk/>
          <pc:sldMk cId="2760324763" sldId="671"/>
        </pc:sldMkLst>
      </pc:sldChg>
      <pc:sldChg chg="addSp delSp modSp add del mod">
        <pc:chgData name="Aoi Seki" userId="3c72e6668d233292" providerId="LiveId" clId="{B9AE2B71-EDD8-5CEA-A9B6-04399197A6CF}" dt="2026-07-22T00:37:04.335" v="25802" actId="2696"/>
        <pc:sldMkLst>
          <pc:docMk/>
          <pc:sldMk cId="1247563994" sldId="684"/>
        </pc:sldMkLst>
      </pc:sldChg>
      <pc:sldChg chg="addSp modSp del mod">
        <pc:chgData name="Aoi Seki" userId="3c72e6668d233292" providerId="LiveId" clId="{B9AE2B71-EDD8-5CEA-A9B6-04399197A6CF}" dt="2026-07-22T00:37:34.074" v="25815" actId="2696"/>
        <pc:sldMkLst>
          <pc:docMk/>
          <pc:sldMk cId="3965797247" sldId="687"/>
        </pc:sldMkLst>
      </pc:sldChg>
      <pc:sldChg chg="addSp delSp modSp new mod modClrScheme chgLayout">
        <pc:chgData name="Aoi Seki" userId="3c72e6668d233292" providerId="LiveId" clId="{B9AE2B71-EDD8-5CEA-A9B6-04399197A6CF}" dt="2026-07-22T00:36:53.477" v="25798" actId="700"/>
        <pc:sldMkLst>
          <pc:docMk/>
          <pc:sldMk cId="268593480" sldId="696"/>
        </pc:sldMkLst>
        <pc:spChg chg="add mod">
          <ac:chgData name="Aoi Seki" userId="3c72e6668d233292" providerId="LiveId" clId="{B9AE2B71-EDD8-5CEA-A9B6-04399197A6CF}" dt="2026-07-07T08:51:35.107" v="17866" actId="164"/>
          <ac:spMkLst>
            <pc:docMk/>
            <pc:sldMk cId="268593480" sldId="696"/>
            <ac:spMk id="2" creationId="{D57724A6-A86E-F842-F013-0DAF24FA75C6}"/>
          </ac:spMkLst>
        </pc:spChg>
        <pc:spChg chg="add mod">
          <ac:chgData name="Aoi Seki" userId="3c72e6668d233292" providerId="LiveId" clId="{B9AE2B71-EDD8-5CEA-A9B6-04399197A6CF}" dt="2026-07-07T09:18:51.777" v="18224" actId="1037"/>
          <ac:spMkLst>
            <pc:docMk/>
            <pc:sldMk cId="268593480" sldId="696"/>
            <ac:spMk id="112" creationId="{891789FE-3CCB-99F9-9C6B-56573257B3E3}"/>
          </ac:spMkLst>
        </pc:spChg>
        <pc:grpChg chg="mod">
          <ac:chgData name="Aoi Seki" userId="3c72e6668d233292" providerId="LiveId" clId="{B9AE2B71-EDD8-5CEA-A9B6-04399197A6CF}" dt="2026-07-07T08:51:36.799" v="17867" actId="1035"/>
          <ac:grpSpMkLst>
            <pc:docMk/>
            <pc:sldMk cId="268593480" sldId="696"/>
            <ac:grpSpMk id="87" creationId="{296604C8-E6FB-1447-5F46-3F9542C6793A}"/>
          </ac:grpSpMkLst>
        </pc:grpChg>
        <pc:grpChg chg="add mod">
          <ac:chgData name="Aoi Seki" userId="3c72e6668d233292" providerId="LiveId" clId="{B9AE2B71-EDD8-5CEA-A9B6-04399197A6CF}" dt="2026-07-07T08:51:35.107" v="17866" actId="164"/>
          <ac:grpSpMkLst>
            <pc:docMk/>
            <pc:sldMk cId="268593480" sldId="696"/>
            <ac:grpSpMk id="113" creationId="{BE352126-E3B9-95D1-DF4D-36E5BD8BFF05}"/>
          </ac:grpSpMkLst>
        </pc:grpChg>
        <pc:picChg chg="mod">
          <ac:chgData name="Aoi Seki" userId="3c72e6668d233292" providerId="LiveId" clId="{B9AE2B71-EDD8-5CEA-A9B6-04399197A6CF}" dt="2026-07-07T08:47:47.595" v="17809"/>
          <ac:picMkLst>
            <pc:docMk/>
            <pc:sldMk cId="268593480" sldId="696"/>
            <ac:picMk id="90" creationId="{299F7EE7-71DF-5313-D180-EDD2E725A468}"/>
          </ac:picMkLst>
        </pc:picChg>
        <pc:picChg chg="mod">
          <ac:chgData name="Aoi Seki" userId="3c72e6668d233292" providerId="LiveId" clId="{B9AE2B71-EDD8-5CEA-A9B6-04399197A6CF}" dt="2026-07-07T08:47:47.595" v="17809"/>
          <ac:picMkLst>
            <pc:docMk/>
            <pc:sldMk cId="268593480" sldId="696"/>
            <ac:picMk id="91" creationId="{423C6DA5-30AF-EB24-3D1E-9C00BE3BA51E}"/>
          </ac:picMkLst>
        </pc:picChg>
        <pc:picChg chg="mod">
          <ac:chgData name="Aoi Seki" userId="3c72e6668d233292" providerId="LiveId" clId="{B9AE2B71-EDD8-5CEA-A9B6-04399197A6CF}" dt="2026-07-07T08:47:47.595" v="17809"/>
          <ac:picMkLst>
            <pc:docMk/>
            <pc:sldMk cId="268593480" sldId="696"/>
            <ac:picMk id="95" creationId="{ABF37378-541A-3295-963F-2891F19B4AED}"/>
          </ac:picMkLst>
        </pc:picChg>
        <pc:picChg chg="mod">
          <ac:chgData name="Aoi Seki" userId="3c72e6668d233292" providerId="LiveId" clId="{B9AE2B71-EDD8-5CEA-A9B6-04399197A6CF}" dt="2026-07-07T08:47:47.595" v="17809"/>
          <ac:picMkLst>
            <pc:docMk/>
            <pc:sldMk cId="268593480" sldId="696"/>
            <ac:picMk id="99" creationId="{A5C0CBD0-3E63-E407-CF67-FA2C7059CAF7}"/>
          </ac:picMkLst>
        </pc:picChg>
        <pc:picChg chg="mod">
          <ac:chgData name="Aoi Seki" userId="3c72e6668d233292" providerId="LiveId" clId="{B9AE2B71-EDD8-5CEA-A9B6-04399197A6CF}" dt="2026-07-07T08:47:47.595" v="17809"/>
          <ac:picMkLst>
            <pc:docMk/>
            <pc:sldMk cId="268593480" sldId="696"/>
            <ac:picMk id="102" creationId="{D00AC420-EE04-29B6-81FC-7473F93FDC59}"/>
          </ac:picMkLst>
        </pc:picChg>
        <pc:picChg chg="mod">
          <ac:chgData name="Aoi Seki" userId="3c72e6668d233292" providerId="LiveId" clId="{B9AE2B71-EDD8-5CEA-A9B6-04399197A6CF}" dt="2026-07-07T08:47:47.595" v="17809"/>
          <ac:picMkLst>
            <pc:docMk/>
            <pc:sldMk cId="268593480" sldId="696"/>
            <ac:picMk id="103" creationId="{7E369C2C-929C-5C97-8319-711B35D977FF}"/>
          </ac:picMkLst>
        </pc:picChg>
        <pc:picChg chg="mod">
          <ac:chgData name="Aoi Seki" userId="3c72e6668d233292" providerId="LiveId" clId="{B9AE2B71-EDD8-5CEA-A9B6-04399197A6CF}" dt="2026-07-07T08:47:47.595" v="17809"/>
          <ac:picMkLst>
            <pc:docMk/>
            <pc:sldMk cId="268593480" sldId="696"/>
            <ac:picMk id="104" creationId="{C26908C3-2748-306B-8933-622E445ACC82}"/>
          </ac:picMkLst>
        </pc:picChg>
        <pc:picChg chg="mod">
          <ac:chgData name="Aoi Seki" userId="3c72e6668d233292" providerId="LiveId" clId="{B9AE2B71-EDD8-5CEA-A9B6-04399197A6CF}" dt="2026-07-07T08:47:47.595" v="17809"/>
          <ac:picMkLst>
            <pc:docMk/>
            <pc:sldMk cId="268593480" sldId="696"/>
            <ac:picMk id="106" creationId="{59758C72-E6D7-C193-22E5-0B343D9A0719}"/>
          </ac:picMkLst>
        </pc:picChg>
        <pc:picChg chg="mod">
          <ac:chgData name="Aoi Seki" userId="3c72e6668d233292" providerId="LiveId" clId="{B9AE2B71-EDD8-5CEA-A9B6-04399197A6CF}" dt="2026-07-07T08:47:47.595" v="17809"/>
          <ac:picMkLst>
            <pc:docMk/>
            <pc:sldMk cId="268593480" sldId="696"/>
            <ac:picMk id="107" creationId="{D6C756A4-F4F1-68A1-9138-BAC432A87583}"/>
          </ac:picMkLst>
        </pc:picChg>
        <pc:picChg chg="mod">
          <ac:chgData name="Aoi Seki" userId="3c72e6668d233292" providerId="LiveId" clId="{B9AE2B71-EDD8-5CEA-A9B6-04399197A6CF}" dt="2026-07-07T08:47:47.595" v="17809"/>
          <ac:picMkLst>
            <pc:docMk/>
            <pc:sldMk cId="268593480" sldId="696"/>
            <ac:picMk id="110" creationId="{25BE580C-CF55-83EF-1C9B-D8B384E8EE21}"/>
          </ac:picMkLst>
        </pc:picChg>
      </pc:sldChg>
      <pc:sldChg chg="addSp delSp modSp new mod modClrScheme chgLayout">
        <pc:chgData name="Aoi Seki" userId="3c72e6668d233292" providerId="LiveId" clId="{B9AE2B71-EDD8-5CEA-A9B6-04399197A6CF}" dt="2026-07-22T00:36:56.961" v="25799" actId="700"/>
        <pc:sldMkLst>
          <pc:docMk/>
          <pc:sldMk cId="1565710938" sldId="697"/>
        </pc:sldMkLst>
        <pc:spChg chg="mod">
          <ac:chgData name="Aoi Seki" userId="3c72e6668d233292" providerId="LiveId" clId="{B9AE2B71-EDD8-5CEA-A9B6-04399197A6CF}" dt="2026-07-07T08:56:21.052" v="17873"/>
          <ac:spMkLst>
            <pc:docMk/>
            <pc:sldMk cId="1565710938" sldId="697"/>
            <ac:spMk id="8" creationId="{5668D032-889E-790E-40A5-BA16F5A3C3F5}"/>
          </ac:spMkLst>
        </pc:spChg>
        <pc:spChg chg="mod">
          <ac:chgData name="Aoi Seki" userId="3c72e6668d233292" providerId="LiveId" clId="{B9AE2B71-EDD8-5CEA-A9B6-04399197A6CF}" dt="2026-07-07T08:56:21.052" v="17873"/>
          <ac:spMkLst>
            <pc:docMk/>
            <pc:sldMk cId="1565710938" sldId="697"/>
            <ac:spMk id="10" creationId="{334D8CB9-9B81-C60B-5954-4E158D274C2D}"/>
          </ac:spMkLst>
        </pc:spChg>
        <pc:spChg chg="mod">
          <ac:chgData name="Aoi Seki" userId="3c72e6668d233292" providerId="LiveId" clId="{B9AE2B71-EDD8-5CEA-A9B6-04399197A6CF}" dt="2026-07-07T08:56:21.052" v="17873"/>
          <ac:spMkLst>
            <pc:docMk/>
            <pc:sldMk cId="1565710938" sldId="697"/>
            <ac:spMk id="11" creationId="{51AC3CEE-5A0F-EBF7-E2A6-356FD565AB0C}"/>
          </ac:spMkLst>
        </pc:spChg>
        <pc:spChg chg="mod">
          <ac:chgData name="Aoi Seki" userId="3c72e6668d233292" providerId="LiveId" clId="{B9AE2B71-EDD8-5CEA-A9B6-04399197A6CF}" dt="2026-07-07T08:56:21.052" v="17873"/>
          <ac:spMkLst>
            <pc:docMk/>
            <pc:sldMk cId="1565710938" sldId="697"/>
            <ac:spMk id="15" creationId="{333080D5-2509-7012-DDD1-241847A81B8D}"/>
          </ac:spMkLst>
        </pc:spChg>
        <pc:spChg chg="mod">
          <ac:chgData name="Aoi Seki" userId="3c72e6668d233292" providerId="LiveId" clId="{B9AE2B71-EDD8-5CEA-A9B6-04399197A6CF}" dt="2026-07-07T08:56:21.052" v="17873"/>
          <ac:spMkLst>
            <pc:docMk/>
            <pc:sldMk cId="1565710938" sldId="697"/>
            <ac:spMk id="16" creationId="{75B9063E-7F6D-6F6D-DB7F-2C88E4A1D900}"/>
          </ac:spMkLst>
        </pc:spChg>
        <pc:spChg chg="add mod">
          <ac:chgData name="Aoi Seki" userId="3c72e6668d233292" providerId="LiveId" clId="{B9AE2B71-EDD8-5CEA-A9B6-04399197A6CF}" dt="2026-07-07T15:30:22.371" v="20092" actId="1076"/>
          <ac:spMkLst>
            <pc:docMk/>
            <pc:sldMk cId="1565710938" sldId="697"/>
            <ac:spMk id="19" creationId="{7FB88F43-23A2-51C1-BF12-0B4FAB17892F}"/>
          </ac:spMkLst>
        </pc:spChg>
        <pc:spChg chg="add mod">
          <ac:chgData name="Aoi Seki" userId="3c72e6668d233292" providerId="LiveId" clId="{B9AE2B71-EDD8-5CEA-A9B6-04399197A6CF}" dt="2026-07-07T09:07:30.200" v="18018" actId="164"/>
          <ac:spMkLst>
            <pc:docMk/>
            <pc:sldMk cId="1565710938" sldId="697"/>
            <ac:spMk id="20" creationId="{E3F6F272-A0AB-7D07-4A0B-F737349022DE}"/>
          </ac:spMkLst>
        </pc:spChg>
        <pc:spChg chg="add mod">
          <ac:chgData name="Aoi Seki" userId="3c72e6668d233292" providerId="LiveId" clId="{B9AE2B71-EDD8-5CEA-A9B6-04399197A6CF}" dt="2026-07-07T09:07:32.899" v="18019" actId="164"/>
          <ac:spMkLst>
            <pc:docMk/>
            <pc:sldMk cId="1565710938" sldId="697"/>
            <ac:spMk id="21" creationId="{8F49E42C-A444-FA8A-304F-3B2C56CCE115}"/>
          </ac:spMkLst>
        </pc:spChg>
        <pc:spChg chg="add mod">
          <ac:chgData name="Aoi Seki" userId="3c72e6668d233292" providerId="LiveId" clId="{B9AE2B71-EDD8-5CEA-A9B6-04399197A6CF}" dt="2026-07-10T03:46:04.952" v="21865" actId="14100"/>
          <ac:spMkLst>
            <pc:docMk/>
            <pc:sldMk cId="1565710938" sldId="697"/>
            <ac:spMk id="22" creationId="{54DDBABE-112E-AFEC-D9E4-9F393B6EB0FC}"/>
          </ac:spMkLst>
        </pc:spChg>
        <pc:spChg chg="add mod">
          <ac:chgData name="Aoi Seki" userId="3c72e6668d233292" providerId="LiveId" clId="{B9AE2B71-EDD8-5CEA-A9B6-04399197A6CF}" dt="2026-07-08T06:22:51.793" v="21284" actId="1076"/>
          <ac:spMkLst>
            <pc:docMk/>
            <pc:sldMk cId="1565710938" sldId="697"/>
            <ac:spMk id="25" creationId="{1ADD513E-866A-9541-2C76-616114E3AEBF}"/>
          </ac:spMkLst>
        </pc:spChg>
        <pc:spChg chg="mod">
          <ac:chgData name="Aoi Seki" userId="3c72e6668d233292" providerId="LiveId" clId="{B9AE2B71-EDD8-5CEA-A9B6-04399197A6CF}" dt="2026-07-07T09:18:57.471" v="18226"/>
          <ac:spMkLst>
            <pc:docMk/>
            <pc:sldMk cId="1565710938" sldId="697"/>
            <ac:spMk id="27" creationId="{57F84028-382E-2A0E-BB76-4295C9C6455D}"/>
          </ac:spMkLst>
        </pc:spChg>
        <pc:spChg chg="mod">
          <ac:chgData name="Aoi Seki" userId="3c72e6668d233292" providerId="LiveId" clId="{B9AE2B71-EDD8-5CEA-A9B6-04399197A6CF}" dt="2026-07-07T09:18:57.471" v="18226"/>
          <ac:spMkLst>
            <pc:docMk/>
            <pc:sldMk cId="1565710938" sldId="697"/>
            <ac:spMk id="28" creationId="{74AC2B62-B982-1169-B3AE-0504E162528F}"/>
          </ac:spMkLst>
        </pc:spChg>
        <pc:grpChg chg="mod">
          <ac:chgData name="Aoi Seki" userId="3c72e6668d233292" providerId="LiveId" clId="{B9AE2B71-EDD8-5CEA-A9B6-04399197A6CF}" dt="2026-07-07T09:07:30.200" v="18018" actId="164"/>
          <ac:grpSpMkLst>
            <pc:docMk/>
            <pc:sldMk cId="1565710938" sldId="697"/>
            <ac:grpSpMk id="6" creationId="{9D1B213D-D25B-0A43-0EF2-104F5B91C7A7}"/>
          </ac:grpSpMkLst>
        </pc:grpChg>
        <pc:grpChg chg="mod">
          <ac:chgData name="Aoi Seki" userId="3c72e6668d233292" providerId="LiveId" clId="{B9AE2B71-EDD8-5CEA-A9B6-04399197A6CF}" dt="2026-07-07T08:56:21.052" v="17873"/>
          <ac:grpSpMkLst>
            <pc:docMk/>
            <pc:sldMk cId="1565710938" sldId="697"/>
            <ac:grpSpMk id="7" creationId="{5DD43ABB-99FF-0832-D32B-E2F30DA64273}"/>
          </ac:grpSpMkLst>
        </pc:grpChg>
        <pc:grpChg chg="mod">
          <ac:chgData name="Aoi Seki" userId="3c72e6668d233292" providerId="LiveId" clId="{B9AE2B71-EDD8-5CEA-A9B6-04399197A6CF}" dt="2026-07-07T08:56:21.052" v="17873"/>
          <ac:grpSpMkLst>
            <pc:docMk/>
            <pc:sldMk cId="1565710938" sldId="697"/>
            <ac:grpSpMk id="9" creationId="{8F09D80C-22F0-6C14-BBA5-DF4665D64CE5}"/>
          </ac:grpSpMkLst>
        </pc:grpChg>
        <pc:grpChg chg="mod">
          <ac:chgData name="Aoi Seki" userId="3c72e6668d233292" providerId="LiveId" clId="{B9AE2B71-EDD8-5CEA-A9B6-04399197A6CF}" dt="2026-07-07T08:56:21.052" v="17873"/>
          <ac:grpSpMkLst>
            <pc:docMk/>
            <pc:sldMk cId="1565710938" sldId="697"/>
            <ac:grpSpMk id="12" creationId="{D1D5CD96-706B-BAFC-D7BA-49D022BAD0A1}"/>
          </ac:grpSpMkLst>
        </pc:grpChg>
        <pc:grpChg chg="add mod">
          <ac:chgData name="Aoi Seki" userId="3c72e6668d233292" providerId="LiveId" clId="{B9AE2B71-EDD8-5CEA-A9B6-04399197A6CF}" dt="2026-07-07T09:15:27.818" v="18208" actId="1036"/>
          <ac:grpSpMkLst>
            <pc:docMk/>
            <pc:sldMk cId="1565710938" sldId="697"/>
            <ac:grpSpMk id="23" creationId="{09905D26-757C-1125-3879-A017C7D70AE4}"/>
          </ac:grpSpMkLst>
        </pc:grpChg>
        <pc:grpChg chg="add mod">
          <ac:chgData name="Aoi Seki" userId="3c72e6668d233292" providerId="LiveId" clId="{B9AE2B71-EDD8-5CEA-A9B6-04399197A6CF}" dt="2026-07-07T09:15:27.818" v="18208" actId="1036"/>
          <ac:grpSpMkLst>
            <pc:docMk/>
            <pc:sldMk cId="1565710938" sldId="697"/>
            <ac:grpSpMk id="24" creationId="{4756372C-6940-8E91-AC04-7C5FD3A568ED}"/>
          </ac:grpSpMkLst>
        </pc:grpChg>
        <pc:grpChg chg="add mod">
          <ac:chgData name="Aoi Seki" userId="3c72e6668d233292" providerId="LiveId" clId="{B9AE2B71-EDD8-5CEA-A9B6-04399197A6CF}" dt="2026-07-07T09:18:57.471" v="18226"/>
          <ac:grpSpMkLst>
            <pc:docMk/>
            <pc:sldMk cId="1565710938" sldId="697"/>
            <ac:grpSpMk id="26" creationId="{1C3BD6A4-9B7C-F659-3C7B-06573055A38C}"/>
          </ac:grpSpMkLst>
        </pc:grpChg>
        <pc:picChg chg="mod">
          <ac:chgData name="Aoi Seki" userId="3c72e6668d233292" providerId="LiveId" clId="{B9AE2B71-EDD8-5CEA-A9B6-04399197A6CF}" dt="2026-07-07T08:56:21.052" v="17873"/>
          <ac:picMkLst>
            <pc:docMk/>
            <pc:sldMk cId="1565710938" sldId="697"/>
            <ac:picMk id="13" creationId="{244AEAC5-E274-0F2D-BE7E-196F051FBE35}"/>
          </ac:picMkLst>
        </pc:picChg>
        <pc:picChg chg="mod">
          <ac:chgData name="Aoi Seki" userId="3c72e6668d233292" providerId="LiveId" clId="{B9AE2B71-EDD8-5CEA-A9B6-04399197A6CF}" dt="2026-07-07T08:56:21.052" v="17873"/>
          <ac:picMkLst>
            <pc:docMk/>
            <pc:sldMk cId="1565710938" sldId="697"/>
            <ac:picMk id="14" creationId="{F0E4C5C2-34EE-C1D8-C563-BAD0DD1E091F}"/>
          </ac:picMkLst>
        </pc:picChg>
        <pc:picChg chg="add mod">
          <ac:chgData name="Aoi Seki" userId="3c72e6668d233292" providerId="LiveId" clId="{B9AE2B71-EDD8-5CEA-A9B6-04399197A6CF}" dt="2026-07-07T09:07:32.899" v="18019" actId="164"/>
          <ac:picMkLst>
            <pc:docMk/>
            <pc:sldMk cId="1565710938" sldId="697"/>
            <ac:picMk id="18" creationId="{8EC324D8-4456-F3ED-2189-5D382CD53453}"/>
          </ac:picMkLst>
        </pc:picChg>
      </pc:sldChg>
      <pc:sldChg chg="addSp delSp modSp add del mod">
        <pc:chgData name="Aoi Seki" userId="3c72e6668d233292" providerId="LiveId" clId="{B9AE2B71-EDD8-5CEA-A9B6-04399197A6CF}" dt="2026-07-22T00:37:03.705" v="25801" actId="2696"/>
        <pc:sldMkLst>
          <pc:docMk/>
          <pc:sldMk cId="4007403190" sldId="698"/>
        </pc:sldMkLst>
      </pc:sldChg>
      <pc:sldChg chg="addSp delSp modSp new del mod modClrScheme chgLayout">
        <pc:chgData name="Aoi Seki" userId="3c72e6668d233292" providerId="LiveId" clId="{B9AE2B71-EDD8-5CEA-A9B6-04399197A6CF}" dt="2026-07-22T00:37:04.719" v="25803" actId="2696"/>
        <pc:sldMkLst>
          <pc:docMk/>
          <pc:sldMk cId="499769518" sldId="699"/>
        </pc:sldMkLst>
      </pc:sldChg>
      <pc:sldChg chg="addSp delSp modSp new del mod modClrScheme chgLayout">
        <pc:chgData name="Aoi Seki" userId="3c72e6668d233292" providerId="LiveId" clId="{B9AE2B71-EDD8-5CEA-A9B6-04399197A6CF}" dt="2026-07-22T00:37:05.774" v="25804" actId="2696"/>
        <pc:sldMkLst>
          <pc:docMk/>
          <pc:sldMk cId="1618993878" sldId="700"/>
        </pc:sldMkLst>
      </pc:sldChg>
      <pc:sldChg chg="addSp delSp modSp new del mod">
        <pc:chgData name="Aoi Seki" userId="3c72e6668d233292" providerId="LiveId" clId="{B9AE2B71-EDD8-5CEA-A9B6-04399197A6CF}" dt="2026-07-22T00:37:06.032" v="25805" actId="2696"/>
        <pc:sldMkLst>
          <pc:docMk/>
          <pc:sldMk cId="1499596391" sldId="701"/>
        </pc:sldMkLst>
      </pc:sldChg>
      <pc:sldChg chg="addSp modSp new del mod">
        <pc:chgData name="Aoi Seki" userId="3c72e6668d233292" providerId="LiveId" clId="{B9AE2B71-EDD8-5CEA-A9B6-04399197A6CF}" dt="2026-07-22T00:37:06.549" v="25806" actId="2696"/>
        <pc:sldMkLst>
          <pc:docMk/>
          <pc:sldMk cId="1473997782" sldId="702"/>
        </pc:sldMkLst>
      </pc:sldChg>
      <pc:sldChg chg="addSp delSp modSp new mod modClrScheme chgLayout">
        <pc:chgData name="Aoi Seki" userId="3c72e6668d233292" providerId="LiveId" clId="{B9AE2B71-EDD8-5CEA-A9B6-04399197A6CF}" dt="2026-07-22T00:37:20.343" v="25809" actId="700"/>
        <pc:sldMkLst>
          <pc:docMk/>
          <pc:sldMk cId="1371219234" sldId="703"/>
        </pc:sldMkLst>
        <pc:spChg chg="add mod">
          <ac:chgData name="Aoi Seki" userId="3c72e6668d233292" providerId="LiveId" clId="{B9AE2B71-EDD8-5CEA-A9B6-04399197A6CF}" dt="2026-07-08T04:42:08.930" v="20741" actId="164"/>
          <ac:spMkLst>
            <pc:docMk/>
            <pc:sldMk cId="1371219234" sldId="703"/>
            <ac:spMk id="2" creationId="{83E95846-D484-950E-1A6F-1BBD51E201F2}"/>
          </ac:spMkLst>
        </pc:spChg>
        <pc:spChg chg="add mod">
          <ac:chgData name="Aoi Seki" userId="3c72e6668d233292" providerId="LiveId" clId="{B9AE2B71-EDD8-5CEA-A9B6-04399197A6CF}" dt="2026-07-08T04:43:02.781" v="20749" actId="1035"/>
          <ac:spMkLst>
            <pc:docMk/>
            <pc:sldMk cId="1371219234" sldId="703"/>
            <ac:spMk id="4" creationId="{FAFBE736-B248-D9F5-6EDC-C2ECF75DC336}"/>
          </ac:spMkLst>
        </pc:spChg>
        <pc:spChg chg="add mod">
          <ac:chgData name="Aoi Seki" userId="3c72e6668d233292" providerId="LiveId" clId="{B9AE2B71-EDD8-5CEA-A9B6-04399197A6CF}" dt="2026-07-08T04:54:19.032" v="20906" actId="1035"/>
          <ac:spMkLst>
            <pc:docMk/>
            <pc:sldMk cId="1371219234" sldId="703"/>
            <ac:spMk id="5" creationId="{BA9411D6-7AF7-6FFA-D592-74E0D179192F}"/>
          </ac:spMkLst>
        </pc:spChg>
        <pc:spChg chg="add mod">
          <ac:chgData name="Aoi Seki" userId="3c72e6668d233292" providerId="LiveId" clId="{B9AE2B71-EDD8-5CEA-A9B6-04399197A6CF}" dt="2026-07-08T04:57:42.840" v="20912" actId="1036"/>
          <ac:spMkLst>
            <pc:docMk/>
            <pc:sldMk cId="1371219234" sldId="703"/>
            <ac:spMk id="16" creationId="{DCD37943-0D31-572D-A99A-26EF0A12C494}"/>
          </ac:spMkLst>
        </pc:spChg>
        <pc:spChg chg="add mod">
          <ac:chgData name="Aoi Seki" userId="3c72e6668d233292" providerId="LiveId" clId="{B9AE2B71-EDD8-5CEA-A9B6-04399197A6CF}" dt="2026-07-08T04:57:46.819" v="20913" actId="1036"/>
          <ac:spMkLst>
            <pc:docMk/>
            <pc:sldMk cId="1371219234" sldId="703"/>
            <ac:spMk id="17" creationId="{6A1B3DB7-7415-65F2-2A05-6D57C2865F10}"/>
          </ac:spMkLst>
        </pc:spChg>
        <pc:spChg chg="add mod">
          <ac:chgData name="Aoi Seki" userId="3c72e6668d233292" providerId="LiveId" clId="{B9AE2B71-EDD8-5CEA-A9B6-04399197A6CF}" dt="2026-07-08T04:51:38.019" v="20844" actId="164"/>
          <ac:spMkLst>
            <pc:docMk/>
            <pc:sldMk cId="1371219234" sldId="703"/>
            <ac:spMk id="18" creationId="{801E5C30-C8A7-2B19-2CB9-CC5A6817700D}"/>
          </ac:spMkLst>
        </pc:spChg>
        <pc:spChg chg="add mod">
          <ac:chgData name="Aoi Seki" userId="3c72e6668d233292" providerId="LiveId" clId="{B9AE2B71-EDD8-5CEA-A9B6-04399197A6CF}" dt="2026-07-08T04:50:41.768" v="20804" actId="164"/>
          <ac:spMkLst>
            <pc:docMk/>
            <pc:sldMk cId="1371219234" sldId="703"/>
            <ac:spMk id="19" creationId="{688227A9-8249-B40F-7334-0B425EEAB1E0}"/>
          </ac:spMkLst>
        </pc:spChg>
        <pc:spChg chg="add mod">
          <ac:chgData name="Aoi Seki" userId="3c72e6668d233292" providerId="LiveId" clId="{B9AE2B71-EDD8-5CEA-A9B6-04399197A6CF}" dt="2026-07-08T04:51:52.751" v="20848" actId="164"/>
          <ac:spMkLst>
            <pc:docMk/>
            <pc:sldMk cId="1371219234" sldId="703"/>
            <ac:spMk id="22" creationId="{37BC0064-D106-7AC7-BF2B-E63C6F0C684F}"/>
          </ac:spMkLst>
        </pc:spChg>
        <pc:spChg chg="add mod">
          <ac:chgData name="Aoi Seki" userId="3c72e6668d233292" providerId="LiveId" clId="{B9AE2B71-EDD8-5CEA-A9B6-04399197A6CF}" dt="2026-07-08T04:52:29.403" v="20896" actId="164"/>
          <ac:spMkLst>
            <pc:docMk/>
            <pc:sldMk cId="1371219234" sldId="703"/>
            <ac:spMk id="24" creationId="{D7023310-C3CE-E506-6EE0-80C21B6A4D10}"/>
          </ac:spMkLst>
        </pc:spChg>
        <pc:grpChg chg="add mod">
          <ac:chgData name="Aoi Seki" userId="3c72e6668d233292" providerId="LiveId" clId="{B9AE2B71-EDD8-5CEA-A9B6-04399197A6CF}" dt="2026-07-08T04:52:51.405" v="20900" actId="1035"/>
          <ac:grpSpMkLst>
            <pc:docMk/>
            <pc:sldMk cId="1371219234" sldId="703"/>
            <ac:grpSpMk id="6" creationId="{A47934A6-EA82-1E5D-C07C-6FCDE939A1B9}"/>
          </ac:grpSpMkLst>
        </pc:grpChg>
        <pc:grpChg chg="add mod">
          <ac:chgData name="Aoi Seki" userId="3c72e6668d233292" providerId="LiveId" clId="{B9AE2B71-EDD8-5CEA-A9B6-04399197A6CF}" dt="2026-07-08T04:51:38.019" v="20844" actId="164"/>
          <ac:grpSpMkLst>
            <pc:docMk/>
            <pc:sldMk cId="1371219234" sldId="703"/>
            <ac:grpSpMk id="20" creationId="{E5FA841A-968A-4F96-3919-111EF13D508A}"/>
          </ac:grpSpMkLst>
        </pc:grpChg>
        <pc:grpChg chg="add mod">
          <ac:chgData name="Aoi Seki" userId="3c72e6668d233292" providerId="LiveId" clId="{B9AE2B71-EDD8-5CEA-A9B6-04399197A6CF}" dt="2026-07-08T04:51:38.019" v="20844" actId="164"/>
          <ac:grpSpMkLst>
            <pc:docMk/>
            <pc:sldMk cId="1371219234" sldId="703"/>
            <ac:grpSpMk id="21" creationId="{CDE41FB6-2BC0-BE6E-6BF0-CBDF1F0D0770}"/>
          </ac:grpSpMkLst>
        </pc:grpChg>
        <pc:grpChg chg="add mod">
          <ac:chgData name="Aoi Seki" userId="3c72e6668d233292" providerId="LiveId" clId="{B9AE2B71-EDD8-5CEA-A9B6-04399197A6CF}" dt="2026-07-08T04:52:29.403" v="20896" actId="164"/>
          <ac:grpSpMkLst>
            <pc:docMk/>
            <pc:sldMk cId="1371219234" sldId="703"/>
            <ac:grpSpMk id="23" creationId="{D1A9FC15-0242-0430-4124-F7677A1F32F1}"/>
          </ac:grpSpMkLst>
        </pc:grpChg>
        <pc:grpChg chg="add mod">
          <ac:chgData name="Aoi Seki" userId="3c72e6668d233292" providerId="LiveId" clId="{B9AE2B71-EDD8-5CEA-A9B6-04399197A6CF}" dt="2026-07-08T04:52:29.403" v="20896" actId="164"/>
          <ac:grpSpMkLst>
            <pc:docMk/>
            <pc:sldMk cId="1371219234" sldId="703"/>
            <ac:grpSpMk id="25" creationId="{D9B178AF-39A4-8D9E-BC1B-792FEAE10566}"/>
          </ac:grpSpMkLst>
        </pc:grpChg>
        <pc:picChg chg="add mod">
          <ac:chgData name="Aoi Seki" userId="3c72e6668d233292" providerId="LiveId" clId="{B9AE2B71-EDD8-5CEA-A9B6-04399197A6CF}" dt="2026-07-08T04:50:41.768" v="20804" actId="164"/>
          <ac:picMkLst>
            <pc:docMk/>
            <pc:sldMk cId="1371219234" sldId="703"/>
            <ac:picMk id="9" creationId="{1811914F-5A86-4B07-8E77-7BFBBF0968A6}"/>
          </ac:picMkLst>
        </pc:picChg>
        <pc:picChg chg="add mod">
          <ac:chgData name="Aoi Seki" userId="3c72e6668d233292" providerId="LiveId" clId="{B9AE2B71-EDD8-5CEA-A9B6-04399197A6CF}" dt="2026-07-08T04:51:52.751" v="20848" actId="164"/>
          <ac:picMkLst>
            <pc:docMk/>
            <pc:sldMk cId="1371219234" sldId="703"/>
            <ac:picMk id="11" creationId="{82562D95-D582-7BBA-64D8-4EF340F43E1B}"/>
          </ac:picMkLst>
        </pc:picChg>
        <pc:picChg chg="add mod">
          <ac:chgData name="Aoi Seki" userId="3c72e6668d233292" providerId="LiveId" clId="{B9AE2B71-EDD8-5CEA-A9B6-04399197A6CF}" dt="2026-07-08T04:58:02.992" v="20915" actId="1038"/>
          <ac:picMkLst>
            <pc:docMk/>
            <pc:sldMk cId="1371219234" sldId="703"/>
            <ac:picMk id="13" creationId="{8B9F5736-900C-E45F-BCC2-4E797227CA3B}"/>
          </ac:picMkLst>
        </pc:picChg>
        <pc:picChg chg="add mod">
          <ac:chgData name="Aoi Seki" userId="3c72e6668d233292" providerId="LiveId" clId="{B9AE2B71-EDD8-5CEA-A9B6-04399197A6CF}" dt="2026-07-08T04:58:02.992" v="20915" actId="1038"/>
          <ac:picMkLst>
            <pc:docMk/>
            <pc:sldMk cId="1371219234" sldId="703"/>
            <ac:picMk id="15" creationId="{CEA145B3-F7A4-7265-C1AF-B6372D745D64}"/>
          </ac:picMkLst>
        </pc:picChg>
      </pc:sldChg>
      <pc:sldChg chg="addSp delSp modSp add mod modClrScheme chgLayout">
        <pc:chgData name="Aoi Seki" userId="3c72e6668d233292" providerId="LiveId" clId="{B9AE2B71-EDD8-5CEA-A9B6-04399197A6CF}" dt="2026-07-22T00:37:12.927" v="25807" actId="700"/>
        <pc:sldMkLst>
          <pc:docMk/>
          <pc:sldMk cId="2209131265" sldId="704"/>
        </pc:sldMkLst>
        <pc:spChg chg="mod">
          <ac:chgData name="Aoi Seki" userId="3c72e6668d233292" providerId="LiveId" clId="{B9AE2B71-EDD8-5CEA-A9B6-04399197A6CF}" dt="2026-07-08T02:06:16.801" v="20349" actId="20577"/>
          <ac:spMkLst>
            <pc:docMk/>
            <pc:sldMk cId="2209131265" sldId="704"/>
            <ac:spMk id="2" creationId="{F54C53AD-D90C-B875-E33F-173A282FF9C4}"/>
          </ac:spMkLst>
        </pc:spChg>
        <pc:spChg chg="add mod">
          <ac:chgData name="Aoi Seki" userId="3c72e6668d233292" providerId="LiveId" clId="{B9AE2B71-EDD8-5CEA-A9B6-04399197A6CF}" dt="2026-07-08T04:13:34.456" v="20501" actId="20577"/>
          <ac:spMkLst>
            <pc:docMk/>
            <pc:sldMk cId="2209131265" sldId="704"/>
            <ac:spMk id="3" creationId="{79BFB2C1-C3FD-DA89-0037-DEFAA282BCC0}"/>
          </ac:spMkLst>
        </pc:spChg>
        <pc:spChg chg="mod">
          <ac:chgData name="Aoi Seki" userId="3c72e6668d233292" providerId="LiveId" clId="{B9AE2B71-EDD8-5CEA-A9B6-04399197A6CF}" dt="2026-07-08T01:48:13.484" v="20244" actId="20577"/>
          <ac:spMkLst>
            <pc:docMk/>
            <pc:sldMk cId="2209131265" sldId="704"/>
            <ac:spMk id="5" creationId="{D3AAC304-31A3-523D-15EE-1305B9950AA1}"/>
          </ac:spMkLst>
        </pc:spChg>
        <pc:spChg chg="mod">
          <ac:chgData name="Aoi Seki" userId="3c72e6668d233292" providerId="LiveId" clId="{B9AE2B71-EDD8-5CEA-A9B6-04399197A6CF}" dt="2026-07-08T02:09:11.869" v="20378" actId="115"/>
          <ac:spMkLst>
            <pc:docMk/>
            <pc:sldMk cId="2209131265" sldId="704"/>
            <ac:spMk id="6" creationId="{3E835E4D-B141-4E55-97AC-620C9EC2CFD9}"/>
          </ac:spMkLst>
        </pc:spChg>
        <pc:spChg chg="mod">
          <ac:chgData name="Aoi Seki" userId="3c72e6668d233292" providerId="LiveId" clId="{B9AE2B71-EDD8-5CEA-A9B6-04399197A6CF}" dt="2026-07-08T02:09:16.435" v="20379" actId="115"/>
          <ac:spMkLst>
            <pc:docMk/>
            <pc:sldMk cId="2209131265" sldId="704"/>
            <ac:spMk id="13" creationId="{CC27169F-2A46-F2D6-6467-841C81A24C78}"/>
          </ac:spMkLst>
        </pc:spChg>
        <pc:spChg chg="mod">
          <ac:chgData name="Aoi Seki" userId="3c72e6668d233292" providerId="LiveId" clId="{B9AE2B71-EDD8-5CEA-A9B6-04399197A6CF}" dt="2026-07-08T02:06:37.019" v="20366" actId="1037"/>
          <ac:spMkLst>
            <pc:docMk/>
            <pc:sldMk cId="2209131265" sldId="704"/>
            <ac:spMk id="15" creationId="{0A103FCB-DDA8-F3EF-6ECC-8C61EDE6ABC4}"/>
          </ac:spMkLst>
        </pc:spChg>
        <pc:grpChg chg="add del mod">
          <ac:chgData name="Aoi Seki" userId="3c72e6668d233292" providerId="LiveId" clId="{B9AE2B71-EDD8-5CEA-A9B6-04399197A6CF}" dt="2026-07-08T04:21:10.835" v="20543" actId="167"/>
          <ac:grpSpMkLst>
            <pc:docMk/>
            <pc:sldMk cId="2209131265" sldId="704"/>
            <ac:grpSpMk id="7" creationId="{F2A5047F-0C1F-8196-00EC-B4EC66C3A4FE}"/>
          </ac:grpSpMkLst>
        </pc:grpChg>
        <pc:grpChg chg="mod">
          <ac:chgData name="Aoi Seki" userId="3c72e6668d233292" providerId="LiveId" clId="{B9AE2B71-EDD8-5CEA-A9B6-04399197A6CF}" dt="2026-07-08T02:07:29.411" v="20373" actId="164"/>
          <ac:grpSpMkLst>
            <pc:docMk/>
            <pc:sldMk cId="2209131265" sldId="704"/>
            <ac:grpSpMk id="14" creationId="{E4D0C02B-E5E4-E0B0-9897-A7E4FE1C54EF}"/>
          </ac:grpSpMkLst>
        </pc:grpChg>
        <pc:grpChg chg="add mod">
          <ac:chgData name="Aoi Seki" userId="3c72e6668d233292" providerId="LiveId" clId="{B9AE2B71-EDD8-5CEA-A9B6-04399197A6CF}" dt="2026-07-08T04:22:15.021" v="20550" actId="1076"/>
          <ac:grpSpMkLst>
            <pc:docMk/>
            <pc:sldMk cId="2209131265" sldId="704"/>
            <ac:grpSpMk id="62" creationId="{D90515F1-3688-AC6F-458B-6625CD5E0DB5}"/>
          </ac:grpSpMkLst>
        </pc:grpChg>
        <pc:picChg chg="add mod">
          <ac:chgData name="Aoi Seki" userId="3c72e6668d233292" providerId="LiveId" clId="{B9AE2B71-EDD8-5CEA-A9B6-04399197A6CF}" dt="2026-07-08T04:21:20.419" v="20545" actId="164"/>
          <ac:picMkLst>
            <pc:docMk/>
            <pc:sldMk cId="2209131265" sldId="704"/>
            <ac:picMk id="45" creationId="{66ED3FC5-9915-59BD-E59B-1F7A3D6D033C}"/>
          </ac:picMkLst>
        </pc:picChg>
        <pc:picChg chg="add mod">
          <ac:chgData name="Aoi Seki" userId="3c72e6668d233292" providerId="LiveId" clId="{B9AE2B71-EDD8-5CEA-A9B6-04399197A6CF}" dt="2026-07-08T04:22:10.854" v="20549" actId="1076"/>
          <ac:picMkLst>
            <pc:docMk/>
            <pc:sldMk cId="2209131265" sldId="704"/>
            <ac:picMk id="55" creationId="{A0F519A1-3478-5C0B-B296-51DCB7D2D3D3}"/>
          </ac:picMkLst>
        </pc:picChg>
      </pc:sldChg>
      <pc:sldChg chg="addSp delSp modSp add mod modClrScheme chgLayout">
        <pc:chgData name="Aoi Seki" userId="3c72e6668d233292" providerId="LiveId" clId="{B9AE2B71-EDD8-5CEA-A9B6-04399197A6CF}" dt="2026-07-22T00:37:17.629" v="25808" actId="700"/>
        <pc:sldMkLst>
          <pc:docMk/>
          <pc:sldMk cId="3582358552" sldId="705"/>
        </pc:sldMkLst>
        <pc:spChg chg="mod">
          <ac:chgData name="Aoi Seki" userId="3c72e6668d233292" providerId="LiveId" clId="{B9AE2B71-EDD8-5CEA-A9B6-04399197A6CF}" dt="2026-07-08T04:58:21.648" v="20927" actId="20577"/>
          <ac:spMkLst>
            <pc:docMk/>
            <pc:sldMk cId="3582358552" sldId="705"/>
            <ac:spMk id="2" creationId="{0E583A6B-932A-2BD9-D699-9F95A6861672}"/>
          </ac:spMkLst>
        </pc:spChg>
        <pc:spChg chg="mod">
          <ac:chgData name="Aoi Seki" userId="3c72e6668d233292" providerId="LiveId" clId="{B9AE2B71-EDD8-5CEA-A9B6-04399197A6CF}" dt="2026-07-08T05:09:54.857" v="20974" actId="115"/>
          <ac:spMkLst>
            <pc:docMk/>
            <pc:sldMk cId="3582358552" sldId="705"/>
            <ac:spMk id="12" creationId="{EAC149B2-4973-D750-F4C5-181C9BA018C8}"/>
          </ac:spMkLst>
        </pc:spChg>
        <pc:spChg chg="mod">
          <ac:chgData name="Aoi Seki" userId="3c72e6668d233292" providerId="LiveId" clId="{B9AE2B71-EDD8-5CEA-A9B6-04399197A6CF}" dt="2026-07-08T05:06:20.724" v="20946" actId="20577"/>
          <ac:spMkLst>
            <pc:docMk/>
            <pc:sldMk cId="3582358552" sldId="705"/>
            <ac:spMk id="15" creationId="{F243A779-54EE-CE19-90B0-2AD43BCFDD77}"/>
          </ac:spMkLst>
        </pc:spChg>
        <pc:spChg chg="mod">
          <ac:chgData name="Aoi Seki" userId="3c72e6668d233292" providerId="LiveId" clId="{B9AE2B71-EDD8-5CEA-A9B6-04399197A6CF}" dt="2026-07-08T05:08:02.218" v="20958" actId="20577"/>
          <ac:spMkLst>
            <pc:docMk/>
            <pc:sldMk cId="3582358552" sldId="705"/>
            <ac:spMk id="16" creationId="{EAD15332-46A0-8A1A-C364-9D75BE64F01E}"/>
          </ac:spMkLst>
        </pc:spChg>
        <pc:spChg chg="mod">
          <ac:chgData name="Aoi Seki" userId="3c72e6668d233292" providerId="LiveId" clId="{B9AE2B71-EDD8-5CEA-A9B6-04399197A6CF}" dt="2026-07-08T05:13:02.682" v="20976" actId="115"/>
          <ac:spMkLst>
            <pc:docMk/>
            <pc:sldMk cId="3582358552" sldId="705"/>
            <ac:spMk id="17" creationId="{B14D3ABB-A040-82CE-2185-577C5AB18D81}"/>
          </ac:spMkLst>
        </pc:spChg>
        <pc:spChg chg="mod">
          <ac:chgData name="Aoi Seki" userId="3c72e6668d233292" providerId="LiveId" clId="{B9AE2B71-EDD8-5CEA-A9B6-04399197A6CF}" dt="2026-07-08T05:07:30.191" v="20954"/>
          <ac:spMkLst>
            <pc:docMk/>
            <pc:sldMk cId="3582358552" sldId="705"/>
            <ac:spMk id="18" creationId="{1E5FCD48-D105-30E7-5EC2-759409B2EDCB}"/>
          </ac:spMkLst>
        </pc:spChg>
        <pc:grpChg chg="add mod">
          <ac:chgData name="Aoi Seki" userId="3c72e6668d233292" providerId="LiveId" clId="{B9AE2B71-EDD8-5CEA-A9B6-04399197A6CF}" dt="2026-07-08T05:07:30.191" v="20954"/>
          <ac:grpSpMkLst>
            <pc:docMk/>
            <pc:sldMk cId="3582358552" sldId="705"/>
            <ac:grpSpMk id="10" creationId="{0C7FE804-D198-8223-7BD2-D1CF95AB6E61}"/>
          </ac:grpSpMkLst>
        </pc:grpChg>
        <pc:grpChg chg="mod">
          <ac:chgData name="Aoi Seki" userId="3c72e6668d233292" providerId="LiveId" clId="{B9AE2B71-EDD8-5CEA-A9B6-04399197A6CF}" dt="2026-07-08T05:07:30.191" v="20954"/>
          <ac:grpSpMkLst>
            <pc:docMk/>
            <pc:sldMk cId="3582358552" sldId="705"/>
            <ac:grpSpMk id="11" creationId="{375647A1-904B-C78A-AF90-E3234EB37552}"/>
          </ac:grpSpMkLst>
        </pc:grpChg>
        <pc:grpChg chg="add mod">
          <ac:chgData name="Aoi Seki" userId="3c72e6668d233292" providerId="LiveId" clId="{B9AE2B71-EDD8-5CEA-A9B6-04399197A6CF}" dt="2026-07-08T05:09:34.067" v="20973"/>
          <ac:grpSpMkLst>
            <pc:docMk/>
            <pc:sldMk cId="3582358552" sldId="705"/>
            <ac:grpSpMk id="19" creationId="{36016931-6FE0-61E9-F467-18CC394E5A3A}"/>
          </ac:grpSpMkLst>
        </pc:grpChg>
        <pc:picChg chg="mod">
          <ac:chgData name="Aoi Seki" userId="3c72e6668d233292" providerId="LiveId" clId="{B9AE2B71-EDD8-5CEA-A9B6-04399197A6CF}" dt="2026-07-08T05:09:34.067" v="20973"/>
          <ac:picMkLst>
            <pc:docMk/>
            <pc:sldMk cId="3582358552" sldId="705"/>
            <ac:picMk id="20" creationId="{8DAA6293-CCF8-3E14-C1EF-8BCA97A57E22}"/>
          </ac:picMkLst>
        </pc:picChg>
        <pc:picChg chg="mod">
          <ac:chgData name="Aoi Seki" userId="3c72e6668d233292" providerId="LiveId" clId="{B9AE2B71-EDD8-5CEA-A9B6-04399197A6CF}" dt="2026-07-08T05:09:34.067" v="20973"/>
          <ac:picMkLst>
            <pc:docMk/>
            <pc:sldMk cId="3582358552" sldId="705"/>
            <ac:picMk id="21" creationId="{1ADDB173-ACF5-B6DA-3496-0159B9E0FAAB}"/>
          </ac:picMkLst>
        </pc:picChg>
      </pc:sldChg>
      <pc:sldChg chg="addSp delSp modSp add mod modClrScheme chgLayout">
        <pc:chgData name="Aoi Seki" userId="3c72e6668d233292" providerId="LiveId" clId="{B9AE2B71-EDD8-5CEA-A9B6-04399197A6CF}" dt="2026-07-22T00:37:24.018" v="25810" actId="700"/>
        <pc:sldMkLst>
          <pc:docMk/>
          <pc:sldMk cId="3985034753" sldId="706"/>
        </pc:sldMkLst>
        <pc:spChg chg="mod">
          <ac:chgData name="Aoi Seki" userId="3c72e6668d233292" providerId="LiveId" clId="{B9AE2B71-EDD8-5CEA-A9B6-04399197A6CF}" dt="2026-07-08T05:23:59.635" v="20984" actId="14100"/>
          <ac:spMkLst>
            <pc:docMk/>
            <pc:sldMk cId="3985034753" sldId="706"/>
            <ac:spMk id="19" creationId="{93FCDA0C-39F9-6C2A-FE12-779603C66843}"/>
          </ac:spMkLst>
        </pc:spChg>
        <pc:grpChg chg="add mod">
          <ac:chgData name="Aoi Seki" userId="3c72e6668d233292" providerId="LiveId" clId="{B9AE2B71-EDD8-5CEA-A9B6-04399197A6CF}" dt="2026-07-08T05:24:54.264" v="20993" actId="164"/>
          <ac:grpSpMkLst>
            <pc:docMk/>
            <pc:sldMk cId="3985034753" sldId="706"/>
            <ac:grpSpMk id="8" creationId="{03840DA4-4076-C156-F6EC-9E55E3908190}"/>
          </ac:grpSpMkLst>
        </pc:grpChg>
        <pc:grpChg chg="add mod">
          <ac:chgData name="Aoi Seki" userId="3c72e6668d233292" providerId="LiveId" clId="{B9AE2B71-EDD8-5CEA-A9B6-04399197A6CF}" dt="2026-07-08T05:25:38.827" v="21003" actId="164"/>
          <ac:grpSpMkLst>
            <pc:docMk/>
            <pc:sldMk cId="3985034753" sldId="706"/>
            <ac:grpSpMk id="14" creationId="{5373A3C0-DEC2-14E0-F1D3-AAE9270723C8}"/>
          </ac:grpSpMkLst>
        </pc:grpChg>
        <pc:grpChg chg="mod">
          <ac:chgData name="Aoi Seki" userId="3c72e6668d233292" providerId="LiveId" clId="{B9AE2B71-EDD8-5CEA-A9B6-04399197A6CF}" dt="2026-07-08T05:24:54.264" v="20993" actId="164"/>
          <ac:grpSpMkLst>
            <pc:docMk/>
            <pc:sldMk cId="3985034753" sldId="706"/>
            <ac:grpSpMk id="21" creationId="{64AE4BAC-2107-55E1-6354-A1F2BA2C83C7}"/>
          </ac:grpSpMkLst>
        </pc:grpChg>
        <pc:grpChg chg="mod">
          <ac:chgData name="Aoi Seki" userId="3c72e6668d233292" providerId="LiveId" clId="{B9AE2B71-EDD8-5CEA-A9B6-04399197A6CF}" dt="2026-07-08T05:25:38.827" v="21003" actId="164"/>
          <ac:grpSpMkLst>
            <pc:docMk/>
            <pc:sldMk cId="3985034753" sldId="706"/>
            <ac:grpSpMk id="25" creationId="{0A23E9BE-4048-7730-5A36-3C57DF3722C0}"/>
          </ac:grpSpMkLst>
        </pc:grpChg>
        <pc:picChg chg="add mod">
          <ac:chgData name="Aoi Seki" userId="3c72e6668d233292" providerId="LiveId" clId="{B9AE2B71-EDD8-5CEA-A9B6-04399197A6CF}" dt="2026-07-08T05:24:54.264" v="20993" actId="164"/>
          <ac:picMkLst>
            <pc:docMk/>
            <pc:sldMk cId="3985034753" sldId="706"/>
            <ac:picMk id="7" creationId="{C738256F-C963-0DEE-F9B3-1D2BFDA4F783}"/>
          </ac:picMkLst>
        </pc:picChg>
        <pc:picChg chg="add mod">
          <ac:chgData name="Aoi Seki" userId="3c72e6668d233292" providerId="LiveId" clId="{B9AE2B71-EDD8-5CEA-A9B6-04399197A6CF}" dt="2026-07-08T05:25:38.827" v="21003" actId="164"/>
          <ac:picMkLst>
            <pc:docMk/>
            <pc:sldMk cId="3985034753" sldId="706"/>
            <ac:picMk id="12" creationId="{EBC57856-E673-217F-1A17-45416EE36675}"/>
          </ac:picMkLst>
        </pc:picChg>
        <pc:picChg chg="add mod">
          <ac:chgData name="Aoi Seki" userId="3c72e6668d233292" providerId="LiveId" clId="{B9AE2B71-EDD8-5CEA-A9B6-04399197A6CF}" dt="2026-07-08T05:26:33.688" v="21019" actId="167"/>
          <ac:picMkLst>
            <pc:docMk/>
            <pc:sldMk cId="3985034753" sldId="706"/>
            <ac:picMk id="27" creationId="{2A847098-1F78-3B76-633F-2BCE647BBB05}"/>
          </ac:picMkLst>
        </pc:picChg>
        <pc:picChg chg="add mod">
          <ac:chgData name="Aoi Seki" userId="3c72e6668d233292" providerId="LiveId" clId="{B9AE2B71-EDD8-5CEA-A9B6-04399197A6CF}" dt="2026-07-08T05:26:52.355" v="21024" actId="167"/>
          <ac:picMkLst>
            <pc:docMk/>
            <pc:sldMk cId="3985034753" sldId="706"/>
            <ac:picMk id="29" creationId="{3A54BD22-2EB2-AE01-BC6D-BB0719D376D8}"/>
          </ac:picMkLst>
        </pc:picChg>
      </pc:sldChg>
      <pc:sldChg chg="addSp modSp new del mod">
        <pc:chgData name="Aoi Seki" userId="3c72e6668d233292" providerId="LiveId" clId="{B9AE2B71-EDD8-5CEA-A9B6-04399197A6CF}" dt="2026-07-22T00:37:27.979" v="25811" actId="2696"/>
        <pc:sldMkLst>
          <pc:docMk/>
          <pc:sldMk cId="3253177615" sldId="707"/>
        </pc:sldMkLst>
      </pc:sldChg>
      <pc:sldChg chg="addSp delSp modSp add mod modClrScheme chgLayout">
        <pc:chgData name="Aoi Seki" userId="3c72e6668d233292" providerId="LiveId" clId="{B9AE2B71-EDD8-5CEA-A9B6-04399197A6CF}" dt="2026-07-22T00:37:30.162" v="25812" actId="700"/>
        <pc:sldMkLst>
          <pc:docMk/>
          <pc:sldMk cId="2699308231" sldId="708"/>
        </pc:sldMkLst>
        <pc:picChg chg="add mod modCrop">
          <ac:chgData name="Aoi Seki" userId="3c72e6668d233292" providerId="LiveId" clId="{B9AE2B71-EDD8-5CEA-A9B6-04399197A6CF}" dt="2026-07-08T05:36:31.481" v="21136" actId="1038"/>
          <ac:picMkLst>
            <pc:docMk/>
            <pc:sldMk cId="2699308231" sldId="708"/>
            <ac:picMk id="8" creationId="{CD0B90C2-E2E6-1DC9-C553-85173F1FBDE7}"/>
          </ac:picMkLst>
        </pc:picChg>
        <pc:picChg chg="add mod">
          <ac:chgData name="Aoi Seki" userId="3c72e6668d233292" providerId="LiveId" clId="{B9AE2B71-EDD8-5CEA-A9B6-04399197A6CF}" dt="2026-07-08T05:36:27.809" v="21135" actId="1076"/>
          <ac:picMkLst>
            <pc:docMk/>
            <pc:sldMk cId="2699308231" sldId="708"/>
            <ac:picMk id="9" creationId="{424049DA-835F-57CC-82D1-8C94A490DB5C}"/>
          </ac:picMkLst>
        </pc:picChg>
      </pc:sldChg>
      <pc:sldChg chg="addSp delSp modSp new del mod">
        <pc:chgData name="Aoi Seki" userId="3c72e6668d233292" providerId="LiveId" clId="{B9AE2B71-EDD8-5CEA-A9B6-04399197A6CF}" dt="2026-07-22T00:37:33.263" v="25813" actId="2696"/>
        <pc:sldMkLst>
          <pc:docMk/>
          <pc:sldMk cId="667605537" sldId="709"/>
        </pc:sldMkLst>
      </pc:sldChg>
      <pc:sldChg chg="addSp delSp modSp add del mod modClrScheme chgLayout">
        <pc:chgData name="Aoi Seki" userId="3c72e6668d233292" providerId="LiveId" clId="{B9AE2B71-EDD8-5CEA-A9B6-04399197A6CF}" dt="2026-07-22T00:37:33.575" v="25814" actId="2696"/>
        <pc:sldMkLst>
          <pc:docMk/>
          <pc:sldMk cId="1188720854" sldId="710"/>
        </pc:sldMkLst>
      </pc:sldChg>
      <pc:sldChg chg="modSp add mod">
        <pc:chgData name="Aoi Seki" userId="3c72e6668d233292" providerId="LiveId" clId="{B9AE2B71-EDD8-5CEA-A9B6-04399197A6CF}" dt="2026-07-22T02:10:26.027" v="25817" actId="20577"/>
        <pc:sldMkLst>
          <pc:docMk/>
          <pc:sldMk cId="1472620799" sldId="712"/>
        </pc:sldMkLst>
        <pc:spChg chg="mod">
          <ac:chgData name="Aoi Seki" userId="3c72e6668d233292" providerId="LiveId" clId="{B9AE2B71-EDD8-5CEA-A9B6-04399197A6CF}" dt="2026-07-21T11:43:07.978" v="22916" actId="255"/>
          <ac:spMkLst>
            <pc:docMk/>
            <pc:sldMk cId="1472620799" sldId="712"/>
            <ac:spMk id="3" creationId="{9129834F-A069-05CF-8871-7B56CA6D1122}"/>
          </ac:spMkLst>
        </pc:spChg>
        <pc:spChg chg="mod">
          <ac:chgData name="Aoi Seki" userId="3c72e6668d233292" providerId="LiveId" clId="{B9AE2B71-EDD8-5CEA-A9B6-04399197A6CF}" dt="2026-07-22T02:10:26.027" v="25817" actId="20577"/>
          <ac:spMkLst>
            <pc:docMk/>
            <pc:sldMk cId="1472620799" sldId="712"/>
            <ac:spMk id="7" creationId="{2DDE7B74-A580-551D-2DA4-EA1995AB2CE6}"/>
          </ac:spMkLst>
        </pc:spChg>
        <pc:grpChg chg="mod">
          <ac:chgData name="Aoi Seki" userId="3c72e6668d233292" providerId="LiveId" clId="{B9AE2B71-EDD8-5CEA-A9B6-04399197A6CF}" dt="2026-07-21T11:43:15.889" v="22917" actId="1036"/>
          <ac:grpSpMkLst>
            <pc:docMk/>
            <pc:sldMk cId="1472620799" sldId="712"/>
            <ac:grpSpMk id="9" creationId="{E16B0EE2-7444-CBB1-E9DD-2E23DCA5BF4D}"/>
          </ac:grpSpMkLst>
        </pc:grpChg>
      </pc:sldChg>
      <pc:sldChg chg="addSp delSp modSp add mod">
        <pc:chgData name="Aoi Seki" userId="3c72e6668d233292" providerId="LiveId" clId="{B9AE2B71-EDD8-5CEA-A9B6-04399197A6CF}" dt="2026-07-22T02:11:21.470" v="25818" actId="947"/>
        <pc:sldMkLst>
          <pc:docMk/>
          <pc:sldMk cId="3232285701" sldId="713"/>
        </pc:sldMkLst>
        <pc:spChg chg="mod">
          <ac:chgData name="Aoi Seki" userId="3c72e6668d233292" providerId="LiveId" clId="{B9AE2B71-EDD8-5CEA-A9B6-04399197A6CF}" dt="2026-07-21T04:37:48.836" v="22910" actId="14100"/>
          <ac:spMkLst>
            <pc:docMk/>
            <pc:sldMk cId="3232285701" sldId="713"/>
            <ac:spMk id="5" creationId="{BB1CDE7E-CFB8-A199-BCE1-D8CA739F1592}"/>
          </ac:spMkLst>
        </pc:spChg>
        <pc:spChg chg="mod">
          <ac:chgData name="Aoi Seki" userId="3c72e6668d233292" providerId="LiveId" clId="{B9AE2B71-EDD8-5CEA-A9B6-04399197A6CF}" dt="2026-07-21T15:56:31.891" v="24749" actId="947"/>
          <ac:spMkLst>
            <pc:docMk/>
            <pc:sldMk cId="3232285701" sldId="713"/>
            <ac:spMk id="6" creationId="{3086408A-DF88-F3ED-2BD7-52BBE5DBC0AE}"/>
          </ac:spMkLst>
        </pc:spChg>
        <pc:spChg chg="mod">
          <ac:chgData name="Aoi Seki" userId="3c72e6668d233292" providerId="LiveId" clId="{B9AE2B71-EDD8-5CEA-A9B6-04399197A6CF}" dt="2026-07-21T04:37:48.836" v="22910" actId="14100"/>
          <ac:spMkLst>
            <pc:docMk/>
            <pc:sldMk cId="3232285701" sldId="713"/>
            <ac:spMk id="8" creationId="{D81522CA-A8EA-841F-C2A9-8DA1D5986431}"/>
          </ac:spMkLst>
        </pc:spChg>
        <pc:spChg chg="mod">
          <ac:chgData name="Aoi Seki" userId="3c72e6668d233292" providerId="LiveId" clId="{B9AE2B71-EDD8-5CEA-A9B6-04399197A6CF}" dt="2026-07-22T02:11:21.470" v="25818" actId="947"/>
          <ac:spMkLst>
            <pc:docMk/>
            <pc:sldMk cId="3232285701" sldId="713"/>
            <ac:spMk id="13" creationId="{6EDD3DAE-9433-2950-1F75-030FEE90AFFC}"/>
          </ac:spMkLst>
        </pc:spChg>
        <pc:grpChg chg="add mod">
          <ac:chgData name="Aoi Seki" userId="3c72e6668d233292" providerId="LiveId" clId="{B9AE2B71-EDD8-5CEA-A9B6-04399197A6CF}" dt="2026-07-21T23:49:47.994" v="25019"/>
          <ac:grpSpMkLst>
            <pc:docMk/>
            <pc:sldMk cId="3232285701" sldId="713"/>
            <ac:grpSpMk id="2" creationId="{5182833B-3DE3-70B0-E905-10FCE2FF37FE}"/>
          </ac:grpSpMkLst>
        </pc:grpChg>
        <pc:grpChg chg="add mod">
          <ac:chgData name="Aoi Seki" userId="3c72e6668d233292" providerId="LiveId" clId="{B9AE2B71-EDD8-5CEA-A9B6-04399197A6CF}" dt="2026-07-21T23:49:54.281" v="25021"/>
          <ac:grpSpMkLst>
            <pc:docMk/>
            <pc:sldMk cId="3232285701" sldId="713"/>
            <ac:grpSpMk id="12" creationId="{CAF20D52-D380-7D5C-5D26-BB4F3423EBCC}"/>
          </ac:grpSpMkLst>
        </pc:grpChg>
        <pc:grpChg chg="mod">
          <ac:chgData name="Aoi Seki" userId="3c72e6668d233292" providerId="LiveId" clId="{B9AE2B71-EDD8-5CEA-A9B6-04399197A6CF}" dt="2026-07-21T23:50:45.765" v="25034" actId="1035"/>
          <ac:grpSpMkLst>
            <pc:docMk/>
            <pc:sldMk cId="3232285701" sldId="713"/>
            <ac:grpSpMk id="14" creationId="{AC4F92C8-CE12-DE27-E8F9-3764CB9DB0C5}"/>
          </ac:grpSpMkLst>
        </pc:grpChg>
        <pc:grpChg chg="del">
          <ac:chgData name="Aoi Seki" userId="3c72e6668d233292" providerId="LiveId" clId="{B9AE2B71-EDD8-5CEA-A9B6-04399197A6CF}" dt="2026-07-21T23:49:53.937" v="25020" actId="478"/>
          <ac:grpSpMkLst>
            <pc:docMk/>
            <pc:sldMk cId="3232285701" sldId="713"/>
            <ac:grpSpMk id="17" creationId="{A1D2D0AB-4BA0-3632-E859-01E7C344BB4B}"/>
          </ac:grpSpMkLst>
        </pc:grpChg>
        <pc:picChg chg="mod">
          <ac:chgData name="Aoi Seki" userId="3c72e6668d233292" providerId="LiveId" clId="{B9AE2B71-EDD8-5CEA-A9B6-04399197A6CF}" dt="2026-07-21T23:49:47.994" v="25019"/>
          <ac:picMkLst>
            <pc:docMk/>
            <pc:sldMk cId="3232285701" sldId="713"/>
            <ac:picMk id="3" creationId="{1C2CF271-1AFC-B39F-E0A5-49BC500E0F84}"/>
          </ac:picMkLst>
        </pc:picChg>
        <pc:picChg chg="mod">
          <ac:chgData name="Aoi Seki" userId="3c72e6668d233292" providerId="LiveId" clId="{B9AE2B71-EDD8-5CEA-A9B6-04399197A6CF}" dt="2026-07-21T23:49:47.994" v="25019"/>
          <ac:picMkLst>
            <pc:docMk/>
            <pc:sldMk cId="3232285701" sldId="713"/>
            <ac:picMk id="10" creationId="{9469797E-8A73-F5F9-7005-E08AB5D66DC2}"/>
          </ac:picMkLst>
        </pc:picChg>
        <pc:picChg chg="mod">
          <ac:chgData name="Aoi Seki" userId="3c72e6668d233292" providerId="LiveId" clId="{B9AE2B71-EDD8-5CEA-A9B6-04399197A6CF}" dt="2026-07-21T23:49:54.281" v="25021"/>
          <ac:picMkLst>
            <pc:docMk/>
            <pc:sldMk cId="3232285701" sldId="713"/>
            <ac:picMk id="18" creationId="{E83AC2A1-7FB0-04B7-1AEE-238F32409CF6}"/>
          </ac:picMkLst>
        </pc:picChg>
        <pc:picChg chg="mod">
          <ac:chgData name="Aoi Seki" userId="3c72e6668d233292" providerId="LiveId" clId="{B9AE2B71-EDD8-5CEA-A9B6-04399197A6CF}" dt="2026-07-21T23:49:54.281" v="25021"/>
          <ac:picMkLst>
            <pc:docMk/>
            <pc:sldMk cId="3232285701" sldId="713"/>
            <ac:picMk id="19" creationId="{AB3575B3-0ABA-F6E2-1AF5-F449796BC93B}"/>
          </ac:picMkLst>
        </pc:picChg>
      </pc:sldChg>
      <pc:sldChg chg="addSp delSp modSp add mod modNotesTx">
        <pc:chgData name="Aoi Seki" userId="3c72e6668d233292" providerId="LiveId" clId="{B9AE2B71-EDD8-5CEA-A9B6-04399197A6CF}" dt="2026-07-22T02:14:41.249" v="25822" actId="1037"/>
        <pc:sldMkLst>
          <pc:docMk/>
          <pc:sldMk cId="1358966459" sldId="714"/>
        </pc:sldMkLst>
        <pc:spChg chg="mod">
          <ac:chgData name="Aoi Seki" userId="3c72e6668d233292" providerId="LiveId" clId="{B9AE2B71-EDD8-5CEA-A9B6-04399197A6CF}" dt="2026-07-21T03:56:59.717" v="22220"/>
          <ac:spMkLst>
            <pc:docMk/>
            <pc:sldMk cId="1358966459" sldId="714"/>
            <ac:spMk id="9" creationId="{8FBCA6E2-FF2E-B3F0-ECA1-462A9261D82C}"/>
          </ac:spMkLst>
        </pc:spChg>
        <pc:spChg chg="mod">
          <ac:chgData name="Aoi Seki" userId="3c72e6668d233292" providerId="LiveId" clId="{B9AE2B71-EDD8-5CEA-A9B6-04399197A6CF}" dt="2026-07-21T03:56:59.717" v="22220"/>
          <ac:spMkLst>
            <pc:docMk/>
            <pc:sldMk cId="1358966459" sldId="714"/>
            <ac:spMk id="11" creationId="{862E0883-5396-3751-C259-B08A2BED23E6}"/>
          </ac:spMkLst>
        </pc:spChg>
        <pc:spChg chg="mod">
          <ac:chgData name="Aoi Seki" userId="3c72e6668d233292" providerId="LiveId" clId="{B9AE2B71-EDD8-5CEA-A9B6-04399197A6CF}" dt="2026-07-21T03:56:59.717" v="22220"/>
          <ac:spMkLst>
            <pc:docMk/>
            <pc:sldMk cId="1358966459" sldId="714"/>
            <ac:spMk id="12" creationId="{F5BA5509-77B9-2070-1EE3-E3E91D347313}"/>
          </ac:spMkLst>
        </pc:spChg>
        <pc:spChg chg="mod">
          <ac:chgData name="Aoi Seki" userId="3c72e6668d233292" providerId="LiveId" clId="{B9AE2B71-EDD8-5CEA-A9B6-04399197A6CF}" dt="2026-07-21T03:56:59.717" v="22220"/>
          <ac:spMkLst>
            <pc:docMk/>
            <pc:sldMk cId="1358966459" sldId="714"/>
            <ac:spMk id="13" creationId="{EC189FB0-5068-25F6-6CC6-F736A8A2E3B1}"/>
          </ac:spMkLst>
        </pc:spChg>
        <pc:spChg chg="add del mod">
          <ac:chgData name="Aoi Seki" userId="3c72e6668d233292" providerId="LiveId" clId="{B9AE2B71-EDD8-5CEA-A9B6-04399197A6CF}" dt="2026-07-21T03:57:19.412" v="22225" actId="478"/>
          <ac:spMkLst>
            <pc:docMk/>
            <pc:sldMk cId="1358966459" sldId="714"/>
            <ac:spMk id="14" creationId="{5598921F-3996-8341-B910-6E5DE60602EB}"/>
          </ac:spMkLst>
        </pc:spChg>
        <pc:spChg chg="add mod">
          <ac:chgData name="Aoi Seki" userId="3c72e6668d233292" providerId="LiveId" clId="{B9AE2B71-EDD8-5CEA-A9B6-04399197A6CF}" dt="2026-07-21T04:00:59.842" v="22285" actId="164"/>
          <ac:spMkLst>
            <pc:docMk/>
            <pc:sldMk cId="1358966459" sldId="714"/>
            <ac:spMk id="15" creationId="{E27AE461-F94B-9FB8-9DA3-5F0A5535CD35}"/>
          </ac:spMkLst>
        </pc:spChg>
        <pc:spChg chg="add mod">
          <ac:chgData name="Aoi Seki" userId="3c72e6668d233292" providerId="LiveId" clId="{B9AE2B71-EDD8-5CEA-A9B6-04399197A6CF}" dt="2026-07-21T14:52:46.719" v="23562" actId="948"/>
          <ac:spMkLst>
            <pc:docMk/>
            <pc:sldMk cId="1358966459" sldId="714"/>
            <ac:spMk id="16" creationId="{197A9891-0625-1963-6956-90FAD90C929F}"/>
          </ac:spMkLst>
        </pc:spChg>
        <pc:spChg chg="mod">
          <ac:chgData name="Aoi Seki" userId="3c72e6668d233292" providerId="LiveId" clId="{B9AE2B71-EDD8-5CEA-A9B6-04399197A6CF}" dt="2026-07-21T16:03:20.857" v="24781" actId="1036"/>
          <ac:spMkLst>
            <pc:docMk/>
            <pc:sldMk cId="1358966459" sldId="714"/>
            <ac:spMk id="19" creationId="{27C1A1CF-D5A0-5C70-EB02-74F82A29231C}"/>
          </ac:spMkLst>
        </pc:spChg>
        <pc:spChg chg="add del mod">
          <ac:chgData name="Aoi Seki" userId="3c72e6668d233292" providerId="LiveId" clId="{B9AE2B71-EDD8-5CEA-A9B6-04399197A6CF}" dt="2026-07-21T04:03:41.604" v="22292" actId="22"/>
          <ac:spMkLst>
            <pc:docMk/>
            <pc:sldMk cId="1358966459" sldId="714"/>
            <ac:spMk id="20" creationId="{EF270493-14A1-510E-CA9F-F0ACAF68DEA8}"/>
          </ac:spMkLst>
        </pc:spChg>
        <pc:spChg chg="add del mod">
          <ac:chgData name="Aoi Seki" userId="3c72e6668d233292" providerId="LiveId" clId="{B9AE2B71-EDD8-5CEA-A9B6-04399197A6CF}" dt="2026-07-21T04:05:52.729" v="22300" actId="478"/>
          <ac:spMkLst>
            <pc:docMk/>
            <pc:sldMk cId="1358966459" sldId="714"/>
            <ac:spMk id="22" creationId="{C196D878-1EF9-E645-2AB8-E2CA3F31A25D}"/>
          </ac:spMkLst>
        </pc:spChg>
        <pc:spChg chg="add mod">
          <ac:chgData name="Aoi Seki" userId="3c72e6668d233292" providerId="LiveId" clId="{B9AE2B71-EDD8-5CEA-A9B6-04399197A6CF}" dt="2026-07-21T04:20:55.368" v="22716" actId="1037"/>
          <ac:spMkLst>
            <pc:docMk/>
            <pc:sldMk cId="1358966459" sldId="714"/>
            <ac:spMk id="25" creationId="{62DBE6C4-71D5-AB9F-FFA3-1DF8B0210BEE}"/>
          </ac:spMkLst>
        </pc:spChg>
        <pc:spChg chg="add mod">
          <ac:chgData name="Aoi Seki" userId="3c72e6668d233292" providerId="LiveId" clId="{B9AE2B71-EDD8-5CEA-A9B6-04399197A6CF}" dt="2026-07-21T04:17:39.659" v="22539" actId="2711"/>
          <ac:spMkLst>
            <pc:docMk/>
            <pc:sldMk cId="1358966459" sldId="714"/>
            <ac:spMk id="26" creationId="{83F2F230-2618-A9C7-E570-8755F265186A}"/>
          </ac:spMkLst>
        </pc:spChg>
        <pc:spChg chg="add mod">
          <ac:chgData name="Aoi Seki" userId="3c72e6668d233292" providerId="LiveId" clId="{B9AE2B71-EDD8-5CEA-A9B6-04399197A6CF}" dt="2026-07-21T04:31:49.078" v="22874" actId="1036"/>
          <ac:spMkLst>
            <pc:docMk/>
            <pc:sldMk cId="1358966459" sldId="714"/>
            <ac:spMk id="28" creationId="{7A2131CC-C0E2-C5CB-D2B6-299E3A53B2D2}"/>
          </ac:spMkLst>
        </pc:spChg>
        <pc:spChg chg="add del mod">
          <ac:chgData name="Aoi Seki" userId="3c72e6668d233292" providerId="LiveId" clId="{B9AE2B71-EDD8-5CEA-A9B6-04399197A6CF}" dt="2026-07-21T04:19:54.283" v="22677" actId="478"/>
          <ac:spMkLst>
            <pc:docMk/>
            <pc:sldMk cId="1358966459" sldId="714"/>
            <ac:spMk id="29" creationId="{52A07EE1-D6BD-2A0E-4110-12F888EA4543}"/>
          </ac:spMkLst>
        </pc:spChg>
        <pc:spChg chg="del mod">
          <ac:chgData name="Aoi Seki" userId="3c72e6668d233292" providerId="LiveId" clId="{B9AE2B71-EDD8-5CEA-A9B6-04399197A6CF}" dt="2026-07-21T04:25:34.597" v="22783" actId="478"/>
          <ac:spMkLst>
            <pc:docMk/>
            <pc:sldMk cId="1358966459" sldId="714"/>
            <ac:spMk id="35" creationId="{4F99FE16-3EBE-DB4D-ED20-FC89C6F559EC}"/>
          </ac:spMkLst>
        </pc:spChg>
        <pc:spChg chg="del mod">
          <ac:chgData name="Aoi Seki" userId="3c72e6668d233292" providerId="LiveId" clId="{B9AE2B71-EDD8-5CEA-A9B6-04399197A6CF}" dt="2026-07-21T04:25:34.597" v="22783" actId="478"/>
          <ac:spMkLst>
            <pc:docMk/>
            <pc:sldMk cId="1358966459" sldId="714"/>
            <ac:spMk id="37" creationId="{D9244A3E-8D4B-2F1D-DF5F-903C4EAC8CA5}"/>
          </ac:spMkLst>
        </pc:spChg>
        <pc:spChg chg="mod">
          <ac:chgData name="Aoi Seki" userId="3c72e6668d233292" providerId="LiveId" clId="{B9AE2B71-EDD8-5CEA-A9B6-04399197A6CF}" dt="2026-07-21T15:56:08.404" v="24748" actId="947"/>
          <ac:spMkLst>
            <pc:docMk/>
            <pc:sldMk cId="1358966459" sldId="714"/>
            <ac:spMk id="39" creationId="{7D30F17D-5644-E600-3E96-48E252F7F03B}"/>
          </ac:spMkLst>
        </pc:spChg>
        <pc:spChg chg="add mod">
          <ac:chgData name="Aoi Seki" userId="3c72e6668d233292" providerId="LiveId" clId="{B9AE2B71-EDD8-5CEA-A9B6-04399197A6CF}" dt="2026-07-21T04:26:43.616" v="22829" actId="164"/>
          <ac:spMkLst>
            <pc:docMk/>
            <pc:sldMk cId="1358966459" sldId="714"/>
            <ac:spMk id="41" creationId="{B2EDB027-F2EC-7308-FDD1-2D6A8B9069F1}"/>
          </ac:spMkLst>
        </pc:spChg>
        <pc:spChg chg="add mod">
          <ac:chgData name="Aoi Seki" userId="3c72e6668d233292" providerId="LiveId" clId="{B9AE2B71-EDD8-5CEA-A9B6-04399197A6CF}" dt="2026-07-21T04:26:43.616" v="22829" actId="164"/>
          <ac:spMkLst>
            <pc:docMk/>
            <pc:sldMk cId="1358966459" sldId="714"/>
            <ac:spMk id="43" creationId="{79492A7A-D966-E981-132D-E9F317641E5C}"/>
          </ac:spMkLst>
        </pc:spChg>
        <pc:spChg chg="add mod">
          <ac:chgData name="Aoi Seki" userId="3c72e6668d233292" providerId="LiveId" clId="{B9AE2B71-EDD8-5CEA-A9B6-04399197A6CF}" dt="2026-07-21T04:26:43.616" v="22829" actId="164"/>
          <ac:spMkLst>
            <pc:docMk/>
            <pc:sldMk cId="1358966459" sldId="714"/>
            <ac:spMk id="44" creationId="{72EFA17E-C0E0-40C0-79C9-9F06FC42C350}"/>
          </ac:spMkLst>
        </pc:spChg>
        <pc:spChg chg="add mod">
          <ac:chgData name="Aoi Seki" userId="3c72e6668d233292" providerId="LiveId" clId="{B9AE2B71-EDD8-5CEA-A9B6-04399197A6CF}" dt="2026-07-21T04:26:43.616" v="22829" actId="164"/>
          <ac:spMkLst>
            <pc:docMk/>
            <pc:sldMk cId="1358966459" sldId="714"/>
            <ac:spMk id="45" creationId="{80F48A43-C704-7775-D97C-D39A74113129}"/>
          </ac:spMkLst>
        </pc:spChg>
        <pc:grpChg chg="add del mod">
          <ac:chgData name="Aoi Seki" userId="3c72e6668d233292" providerId="LiveId" clId="{B9AE2B71-EDD8-5CEA-A9B6-04399197A6CF}" dt="2026-07-21T04:26:34.005" v="22828" actId="478"/>
          <ac:grpSpMkLst>
            <pc:docMk/>
            <pc:sldMk cId="1358966459" sldId="714"/>
            <ac:grpSpMk id="2" creationId="{212775DF-7EAA-E302-F097-4548F1AAA0F9}"/>
          </ac:grpSpMkLst>
        </pc:grpChg>
        <pc:grpChg chg="add mod">
          <ac:chgData name="Aoi Seki" userId="3c72e6668d233292" providerId="LiveId" clId="{B9AE2B71-EDD8-5CEA-A9B6-04399197A6CF}" dt="2026-07-22T02:14:41.249" v="25822" actId="1037"/>
          <ac:grpSpMkLst>
            <pc:docMk/>
            <pc:sldMk cId="1358966459" sldId="714"/>
            <ac:grpSpMk id="17" creationId="{A12CABBC-C3B7-9085-AD0D-DD2155F19995}"/>
          </ac:grpSpMkLst>
        </pc:grpChg>
        <pc:grpChg chg="add mod">
          <ac:chgData name="Aoi Seki" userId="3c72e6668d233292" providerId="LiveId" clId="{B9AE2B71-EDD8-5CEA-A9B6-04399197A6CF}" dt="2026-07-21T04:20:04.120" v="22680" actId="164"/>
          <ac:grpSpMkLst>
            <pc:docMk/>
            <pc:sldMk cId="1358966459" sldId="714"/>
            <ac:grpSpMk id="27" creationId="{F0F492C0-1711-F39C-E7FC-A7CFE389AA64}"/>
          </ac:grpSpMkLst>
        </pc:grpChg>
        <pc:grpChg chg="add mod">
          <ac:chgData name="Aoi Seki" userId="3c72e6668d233292" providerId="LiveId" clId="{B9AE2B71-EDD8-5CEA-A9B6-04399197A6CF}" dt="2026-07-21T14:51:15.773" v="23509" actId="1036"/>
          <ac:grpSpMkLst>
            <pc:docMk/>
            <pc:sldMk cId="1358966459" sldId="714"/>
            <ac:grpSpMk id="30" creationId="{3BEEA22B-FB9B-C115-A1A3-5F1B20E75425}"/>
          </ac:grpSpMkLst>
        </pc:grpChg>
        <pc:grpChg chg="add del mod">
          <ac:chgData name="Aoi Seki" userId="3c72e6668d233292" providerId="LiveId" clId="{B9AE2B71-EDD8-5CEA-A9B6-04399197A6CF}" dt="2026-07-21T04:25:34.597" v="22783" actId="478"/>
          <ac:grpSpMkLst>
            <pc:docMk/>
            <pc:sldMk cId="1358966459" sldId="714"/>
            <ac:grpSpMk id="31" creationId="{71F0AB29-3ABD-F550-3834-CCAB835C3357}"/>
          </ac:grpSpMkLst>
        </pc:grpChg>
        <pc:grpChg chg="del">
          <ac:chgData name="Aoi Seki" userId="3c72e6668d233292" providerId="LiveId" clId="{B9AE2B71-EDD8-5CEA-A9B6-04399197A6CF}" dt="2026-07-21T03:56:59.230" v="22219" actId="478"/>
          <ac:grpSpMkLst>
            <pc:docMk/>
            <pc:sldMk cId="1358966459" sldId="714"/>
            <ac:grpSpMk id="34" creationId="{46D633B8-1FF9-61AB-7D43-76016C56E5FC}"/>
          </ac:grpSpMkLst>
        </pc:grpChg>
        <pc:grpChg chg="add mod">
          <ac:chgData name="Aoi Seki" userId="3c72e6668d233292" providerId="LiveId" clId="{B9AE2B71-EDD8-5CEA-A9B6-04399197A6CF}" dt="2026-07-21T04:26:54.621" v="22830" actId="1076"/>
          <ac:grpSpMkLst>
            <pc:docMk/>
            <pc:sldMk cId="1358966459" sldId="714"/>
            <ac:grpSpMk id="46" creationId="{365FB076-FAA2-AB50-82D5-4E1AD2424BD2}"/>
          </ac:grpSpMkLst>
        </pc:grpChg>
        <pc:picChg chg="mod">
          <ac:chgData name="Aoi Seki" userId="3c72e6668d233292" providerId="LiveId" clId="{B9AE2B71-EDD8-5CEA-A9B6-04399197A6CF}" dt="2026-07-21T03:56:59.717" v="22220"/>
          <ac:picMkLst>
            <pc:docMk/>
            <pc:sldMk cId="1358966459" sldId="714"/>
            <ac:picMk id="3" creationId="{09E3156E-B927-36BB-037D-707F6002A474}"/>
          </ac:picMkLst>
        </pc:picChg>
        <pc:picChg chg="mod">
          <ac:chgData name="Aoi Seki" userId="3c72e6668d233292" providerId="LiveId" clId="{B9AE2B71-EDD8-5CEA-A9B6-04399197A6CF}" dt="2026-07-21T03:56:59.717" v="22220"/>
          <ac:picMkLst>
            <pc:docMk/>
            <pc:sldMk cId="1358966459" sldId="714"/>
            <ac:picMk id="8" creationId="{02EF3D00-C9BC-CC62-F022-A6608850BBB0}"/>
          </ac:picMkLst>
        </pc:picChg>
        <pc:picChg chg="mod">
          <ac:chgData name="Aoi Seki" userId="3c72e6668d233292" providerId="LiveId" clId="{B9AE2B71-EDD8-5CEA-A9B6-04399197A6CF}" dt="2026-07-21T03:56:59.717" v="22220"/>
          <ac:picMkLst>
            <pc:docMk/>
            <pc:sldMk cId="1358966459" sldId="714"/>
            <ac:picMk id="10" creationId="{7E0AA73E-B1D9-3423-EB3A-A39AE978B291}"/>
          </ac:picMkLst>
        </pc:picChg>
        <pc:picChg chg="mod topLvl">
          <ac:chgData name="Aoi Seki" userId="3c72e6668d233292" providerId="LiveId" clId="{B9AE2B71-EDD8-5CEA-A9B6-04399197A6CF}" dt="2026-07-21T04:26:43.616" v="22829" actId="164"/>
          <ac:picMkLst>
            <pc:docMk/>
            <pc:sldMk cId="1358966459" sldId="714"/>
            <ac:picMk id="32" creationId="{D56885D0-D995-42CB-47D1-919EE69E2A1A}"/>
          </ac:picMkLst>
        </pc:picChg>
        <pc:picChg chg="del mod topLvl">
          <ac:chgData name="Aoi Seki" userId="3c72e6668d233292" providerId="LiveId" clId="{B9AE2B71-EDD8-5CEA-A9B6-04399197A6CF}" dt="2026-07-21T04:25:34.597" v="22783" actId="478"/>
          <ac:picMkLst>
            <pc:docMk/>
            <pc:sldMk cId="1358966459" sldId="714"/>
            <ac:picMk id="33" creationId="{D91A00D7-8001-A2E7-036A-3552D18A4F62}"/>
          </ac:picMkLst>
        </pc:picChg>
        <pc:picChg chg="del mod">
          <ac:chgData name="Aoi Seki" userId="3c72e6668d233292" providerId="LiveId" clId="{B9AE2B71-EDD8-5CEA-A9B6-04399197A6CF}" dt="2026-07-21T04:25:34.597" v="22783" actId="478"/>
          <ac:picMkLst>
            <pc:docMk/>
            <pc:sldMk cId="1358966459" sldId="714"/>
            <ac:picMk id="36" creationId="{DB99C401-3D37-E6AA-FB86-8176A71E0216}"/>
          </ac:picMkLst>
        </pc:picChg>
        <pc:picChg chg="mod">
          <ac:chgData name="Aoi Seki" userId="3c72e6668d233292" providerId="LiveId" clId="{B9AE2B71-EDD8-5CEA-A9B6-04399197A6CF}" dt="2026-07-21T04:00:59.842" v="22285" actId="164"/>
          <ac:picMkLst>
            <pc:docMk/>
            <pc:sldMk cId="1358966459" sldId="714"/>
            <ac:picMk id="38" creationId="{28C54EA5-14E9-5CF6-D9E2-3A9FC42D3689}"/>
          </ac:picMkLst>
        </pc:picChg>
        <pc:picChg chg="add mod">
          <ac:chgData name="Aoi Seki" userId="3c72e6668d233292" providerId="LiveId" clId="{B9AE2B71-EDD8-5CEA-A9B6-04399197A6CF}" dt="2026-07-21T04:26:43.616" v="22829" actId="164"/>
          <ac:picMkLst>
            <pc:docMk/>
            <pc:sldMk cId="1358966459" sldId="714"/>
            <ac:picMk id="40" creationId="{75A07C69-CC24-69A6-5B86-435EA7B208AB}"/>
          </ac:picMkLst>
        </pc:picChg>
        <pc:picChg chg="add mod">
          <ac:chgData name="Aoi Seki" userId="3c72e6668d233292" providerId="LiveId" clId="{B9AE2B71-EDD8-5CEA-A9B6-04399197A6CF}" dt="2026-07-21T04:26:43.616" v="22829" actId="164"/>
          <ac:picMkLst>
            <pc:docMk/>
            <pc:sldMk cId="1358966459" sldId="714"/>
            <ac:picMk id="42" creationId="{3CA806EC-A941-C7BC-913A-990DEA083DD7}"/>
          </ac:picMkLst>
        </pc:picChg>
      </pc:sldChg>
      <pc:sldChg chg="delSp modSp add mod">
        <pc:chgData name="Aoi Seki" userId="3c72e6668d233292" providerId="LiveId" clId="{B9AE2B71-EDD8-5CEA-A9B6-04399197A6CF}" dt="2026-07-21T15:58:57.138" v="24778" actId="1036"/>
        <pc:sldMkLst>
          <pc:docMk/>
          <pc:sldMk cId="2239412248" sldId="715"/>
        </pc:sldMkLst>
        <pc:spChg chg="del">
          <ac:chgData name="Aoi Seki" userId="3c72e6668d233292" providerId="LiveId" clId="{B9AE2B71-EDD8-5CEA-A9B6-04399197A6CF}" dt="2026-07-21T04:28:08.696" v="22839" actId="478"/>
          <ac:spMkLst>
            <pc:docMk/>
            <pc:sldMk cId="2239412248" sldId="715"/>
            <ac:spMk id="65" creationId="{F2602BC9-33AB-192E-7503-9CD00314BF4A}"/>
          </ac:spMkLst>
        </pc:spChg>
        <pc:spChg chg="mod">
          <ac:chgData name="Aoi Seki" userId="3c72e6668d233292" providerId="LiveId" clId="{B9AE2B71-EDD8-5CEA-A9B6-04399197A6CF}" dt="2026-07-21T15:52:49.049" v="24738" actId="947"/>
          <ac:spMkLst>
            <pc:docMk/>
            <pc:sldMk cId="2239412248" sldId="715"/>
            <ac:spMk id="66" creationId="{9C580AB0-150F-A664-A0A8-D7117720CC7F}"/>
          </ac:spMkLst>
        </pc:spChg>
        <pc:spChg chg="mod">
          <ac:chgData name="Aoi Seki" userId="3c72e6668d233292" providerId="LiveId" clId="{B9AE2B71-EDD8-5CEA-A9B6-04399197A6CF}" dt="2026-07-21T15:58:57.138" v="24778" actId="1036"/>
          <ac:spMkLst>
            <pc:docMk/>
            <pc:sldMk cId="2239412248" sldId="715"/>
            <ac:spMk id="68" creationId="{8BB450D8-E91D-8A70-49B7-A6EFFC2A60EE}"/>
          </ac:spMkLst>
        </pc:spChg>
        <pc:spChg chg="mod">
          <ac:chgData name="Aoi Seki" userId="3c72e6668d233292" providerId="LiveId" clId="{B9AE2B71-EDD8-5CEA-A9B6-04399197A6CF}" dt="2026-07-21T15:53:08.083" v="24741" actId="947"/>
          <ac:spMkLst>
            <pc:docMk/>
            <pc:sldMk cId="2239412248" sldId="715"/>
            <ac:spMk id="69" creationId="{F8537305-8917-0314-0092-F87DF63168A9}"/>
          </ac:spMkLst>
        </pc:spChg>
        <pc:grpChg chg="mod">
          <ac:chgData name="Aoi Seki" userId="3c72e6668d233292" providerId="LiveId" clId="{B9AE2B71-EDD8-5CEA-A9B6-04399197A6CF}" dt="2026-07-21T04:32:32.885" v="22877" actId="1076"/>
          <ac:grpSpMkLst>
            <pc:docMk/>
            <pc:sldMk cId="2239412248" sldId="715"/>
            <ac:grpSpMk id="54" creationId="{846C060D-1E07-50F1-42ED-2447E06D3B15}"/>
          </ac:grpSpMkLst>
        </pc:grpChg>
        <pc:grpChg chg="mod">
          <ac:chgData name="Aoi Seki" userId="3c72e6668d233292" providerId="LiveId" clId="{B9AE2B71-EDD8-5CEA-A9B6-04399197A6CF}" dt="2026-07-21T14:53:28.063" v="23567" actId="1036"/>
          <ac:grpSpMkLst>
            <pc:docMk/>
            <pc:sldMk cId="2239412248" sldId="715"/>
            <ac:grpSpMk id="70" creationId="{7690A2E8-E17D-A2AA-A136-E3CFC0A80C8F}"/>
          </ac:grpSpMkLst>
        </pc:grpChg>
      </pc:sldChg>
      <pc:sldChg chg="addSp delSp modSp add mod">
        <pc:chgData name="Aoi Seki" userId="3c72e6668d233292" providerId="LiveId" clId="{B9AE2B71-EDD8-5CEA-A9B6-04399197A6CF}" dt="2026-07-22T03:27:23.591" v="25830" actId="14100"/>
        <pc:sldMkLst>
          <pc:docMk/>
          <pc:sldMk cId="4151559486" sldId="716"/>
        </pc:sldMkLst>
        <pc:spChg chg="mod">
          <ac:chgData name="Aoi Seki" userId="3c72e6668d233292" providerId="LiveId" clId="{B9AE2B71-EDD8-5CEA-A9B6-04399197A6CF}" dt="2026-07-21T15:54:42.032" v="24744" actId="14100"/>
          <ac:spMkLst>
            <pc:docMk/>
            <pc:sldMk cId="4151559486" sldId="716"/>
            <ac:spMk id="2" creationId="{0B6207EF-28D3-51F0-0AA1-E4CC603BCD8A}"/>
          </ac:spMkLst>
        </pc:spChg>
        <pc:spChg chg="mod">
          <ac:chgData name="Aoi Seki" userId="3c72e6668d233292" providerId="LiveId" clId="{B9AE2B71-EDD8-5CEA-A9B6-04399197A6CF}" dt="2026-07-21T15:58:14.626" v="24754" actId="1036"/>
          <ac:spMkLst>
            <pc:docMk/>
            <pc:sldMk cId="4151559486" sldId="716"/>
            <ac:spMk id="3" creationId="{677DE41C-8760-9C29-B6DE-14CC612773D6}"/>
          </ac:spMkLst>
        </pc:spChg>
        <pc:spChg chg="mod">
          <ac:chgData name="Aoi Seki" userId="3c72e6668d233292" providerId="LiveId" clId="{B9AE2B71-EDD8-5CEA-A9B6-04399197A6CF}" dt="2026-07-21T15:58:03.335" v="24753" actId="1035"/>
          <ac:spMkLst>
            <pc:docMk/>
            <pc:sldMk cId="4151559486" sldId="716"/>
            <ac:spMk id="4" creationId="{3044D500-A550-D84B-E2EA-5CF5AE1542F0}"/>
          </ac:spMkLst>
        </pc:spChg>
        <pc:spChg chg="mod">
          <ac:chgData name="Aoi Seki" userId="3c72e6668d233292" providerId="LiveId" clId="{B9AE2B71-EDD8-5CEA-A9B6-04399197A6CF}" dt="2026-07-22T03:27:23.591" v="25830" actId="14100"/>
          <ac:spMkLst>
            <pc:docMk/>
            <pc:sldMk cId="4151559486" sldId="716"/>
            <ac:spMk id="11" creationId="{453E2BBA-F396-1E85-0518-3A7957FAAE37}"/>
          </ac:spMkLst>
        </pc:spChg>
        <pc:spChg chg="mod">
          <ac:chgData name="Aoi Seki" userId="3c72e6668d233292" providerId="LiveId" clId="{B9AE2B71-EDD8-5CEA-A9B6-04399197A6CF}" dt="2026-07-21T11:52:09.377" v="23185" actId="1036"/>
          <ac:spMkLst>
            <pc:docMk/>
            <pc:sldMk cId="4151559486" sldId="716"/>
            <ac:spMk id="12" creationId="{61E484EA-4D44-568B-713C-738EB1C05965}"/>
          </ac:spMkLst>
        </pc:spChg>
        <pc:spChg chg="del mod topLvl">
          <ac:chgData name="Aoi Seki" userId="3c72e6668d233292" providerId="LiveId" clId="{B9AE2B71-EDD8-5CEA-A9B6-04399197A6CF}" dt="2026-07-21T11:52:22.102" v="23196" actId="478"/>
          <ac:spMkLst>
            <pc:docMk/>
            <pc:sldMk cId="4151559486" sldId="716"/>
            <ac:spMk id="28" creationId="{C8DD7943-94BC-DF39-AEA1-12E480392C1D}"/>
          </ac:spMkLst>
        </pc:spChg>
        <pc:spChg chg="mod">
          <ac:chgData name="Aoi Seki" userId="3c72e6668d233292" providerId="LiveId" clId="{B9AE2B71-EDD8-5CEA-A9B6-04399197A6CF}" dt="2026-07-21T11:53:09.399" v="23221" actId="164"/>
          <ac:spMkLst>
            <pc:docMk/>
            <pc:sldMk cId="4151559486" sldId="716"/>
            <ac:spMk id="30" creationId="{732B221D-C792-CFD5-200B-0306A34AE950}"/>
          </ac:spMkLst>
        </pc:spChg>
        <pc:spChg chg="mod">
          <ac:chgData name="Aoi Seki" userId="3c72e6668d233292" providerId="LiveId" clId="{B9AE2B71-EDD8-5CEA-A9B6-04399197A6CF}" dt="2026-07-21T14:57:22.255" v="23638" actId="1035"/>
          <ac:spMkLst>
            <pc:docMk/>
            <pc:sldMk cId="4151559486" sldId="716"/>
            <ac:spMk id="31" creationId="{767E3934-6C4E-48D3-4B0D-F81AE04E7E86}"/>
          </ac:spMkLst>
        </pc:spChg>
        <pc:grpChg chg="mod topLvl">
          <ac:chgData name="Aoi Seki" userId="3c72e6668d233292" providerId="LiveId" clId="{B9AE2B71-EDD8-5CEA-A9B6-04399197A6CF}" dt="2026-07-21T11:53:09.399" v="23221" actId="164"/>
          <ac:grpSpMkLst>
            <pc:docMk/>
            <pc:sldMk cId="4151559486" sldId="716"/>
            <ac:grpSpMk id="5" creationId="{A4FC9B9A-4E7A-1213-DB6B-F0DFFA7F068C}"/>
          </ac:grpSpMkLst>
        </pc:grpChg>
        <pc:grpChg chg="mod">
          <ac:chgData name="Aoi Seki" userId="3c72e6668d233292" providerId="LiveId" clId="{B9AE2B71-EDD8-5CEA-A9B6-04399197A6CF}" dt="2026-07-21T11:46:31.584" v="22920"/>
          <ac:grpSpMkLst>
            <pc:docMk/>
            <pc:sldMk cId="4151559486" sldId="716"/>
            <ac:grpSpMk id="27" creationId="{657D08D0-B161-F2E6-58A1-E43A15DFB1E0}"/>
          </ac:grpSpMkLst>
        </pc:grpChg>
        <pc:grpChg chg="del">
          <ac:chgData name="Aoi Seki" userId="3c72e6668d233292" providerId="LiveId" clId="{B9AE2B71-EDD8-5CEA-A9B6-04399197A6CF}" dt="2026-07-21T11:52:22.102" v="23196" actId="478"/>
          <ac:grpSpMkLst>
            <pc:docMk/>
            <pc:sldMk cId="4151559486" sldId="716"/>
            <ac:grpSpMk id="29" creationId="{4F39AB4C-D5D9-EDAA-E04F-097EB15EC6ED}"/>
          </ac:grpSpMkLst>
        </pc:grpChg>
        <pc:grpChg chg="add mod">
          <ac:chgData name="Aoi Seki" userId="3c72e6668d233292" providerId="LiveId" clId="{B9AE2B71-EDD8-5CEA-A9B6-04399197A6CF}" dt="2026-07-21T11:53:23.769" v="23226" actId="1037"/>
          <ac:grpSpMkLst>
            <pc:docMk/>
            <pc:sldMk cId="4151559486" sldId="716"/>
            <ac:grpSpMk id="32" creationId="{342EE6EF-7BD4-8A54-BF15-59E3F64181FF}"/>
          </ac:grpSpMkLst>
        </pc:grpChg>
        <pc:grpChg chg="mod">
          <ac:chgData name="Aoi Seki" userId="3c72e6668d233292" providerId="LiveId" clId="{B9AE2B71-EDD8-5CEA-A9B6-04399197A6CF}" dt="2026-07-21T15:57:24.395" v="24751" actId="1038"/>
          <ac:grpSpMkLst>
            <pc:docMk/>
            <pc:sldMk cId="4151559486" sldId="716"/>
            <ac:grpSpMk id="33" creationId="{EFBBB130-167B-26C1-4C86-507B50FE3464}"/>
          </ac:grpSpMkLst>
        </pc:grpChg>
      </pc:sldChg>
      <pc:sldChg chg="addSp delSp modSp add mod">
        <pc:chgData name="Aoi Seki" userId="3c72e6668d233292" providerId="LiveId" clId="{B9AE2B71-EDD8-5CEA-A9B6-04399197A6CF}" dt="2026-07-21T15:41:51.772" v="24638" actId="1036"/>
        <pc:sldMkLst>
          <pc:docMk/>
          <pc:sldMk cId="1377156168" sldId="717"/>
        </pc:sldMkLst>
        <pc:spChg chg="add mod">
          <ac:chgData name="Aoi Seki" userId="3c72e6668d233292" providerId="LiveId" clId="{B9AE2B71-EDD8-5CEA-A9B6-04399197A6CF}" dt="2026-07-21T15:19:20.052" v="24065" actId="1037"/>
          <ac:spMkLst>
            <pc:docMk/>
            <pc:sldMk cId="1377156168" sldId="717"/>
            <ac:spMk id="2" creationId="{2E74D490-03FC-B733-8B7A-48750E7CDA53}"/>
          </ac:spMkLst>
        </pc:spChg>
        <pc:spChg chg="add del mod">
          <ac:chgData name="Aoi Seki" userId="3c72e6668d233292" providerId="LiveId" clId="{B9AE2B71-EDD8-5CEA-A9B6-04399197A6CF}" dt="2026-07-21T11:59:09.747" v="23438" actId="478"/>
          <ac:spMkLst>
            <pc:docMk/>
            <pc:sldMk cId="1377156168" sldId="717"/>
            <ac:spMk id="4" creationId="{4B6038E8-7B0E-E4C8-3100-22655069C847}"/>
          </ac:spMkLst>
        </pc:spChg>
        <pc:spChg chg="add mod">
          <ac:chgData name="Aoi Seki" userId="3c72e6668d233292" providerId="LiveId" clId="{B9AE2B71-EDD8-5CEA-A9B6-04399197A6CF}" dt="2026-07-21T15:01:41.516" v="23647"/>
          <ac:spMkLst>
            <pc:docMk/>
            <pc:sldMk cId="1377156168" sldId="717"/>
            <ac:spMk id="6" creationId="{4EF62747-257C-DE66-C25E-7E0B0EBFCB7B}"/>
          </ac:spMkLst>
        </pc:spChg>
        <pc:spChg chg="del">
          <ac:chgData name="Aoi Seki" userId="3c72e6668d233292" providerId="LiveId" clId="{B9AE2B71-EDD8-5CEA-A9B6-04399197A6CF}" dt="2026-07-21T11:54:18.451" v="23232" actId="478"/>
          <ac:spMkLst>
            <pc:docMk/>
            <pc:sldMk cId="1377156168" sldId="717"/>
            <ac:spMk id="8" creationId="{5972BEAB-5CD9-06CD-FA61-F0062B5025FF}"/>
          </ac:spMkLst>
        </pc:spChg>
        <pc:spChg chg="del mod topLvl">
          <ac:chgData name="Aoi Seki" userId="3c72e6668d233292" providerId="LiveId" clId="{B9AE2B71-EDD8-5CEA-A9B6-04399197A6CF}" dt="2026-07-21T11:59:56.780" v="23449" actId="478"/>
          <ac:spMkLst>
            <pc:docMk/>
            <pc:sldMk cId="1377156168" sldId="717"/>
            <ac:spMk id="9" creationId="{1C3F62E4-49C2-CA10-1A8F-EADEFB43DDDB}"/>
          </ac:spMkLst>
        </pc:spChg>
        <pc:spChg chg="mod">
          <ac:chgData name="Aoi Seki" userId="3c72e6668d233292" providerId="LiveId" clId="{B9AE2B71-EDD8-5CEA-A9B6-04399197A6CF}" dt="2026-07-21T15:09:08.573" v="23933" actId="14100"/>
          <ac:spMkLst>
            <pc:docMk/>
            <pc:sldMk cId="1377156168" sldId="717"/>
            <ac:spMk id="11" creationId="{5005C413-3BB5-4429-66E9-624188079C5D}"/>
          </ac:spMkLst>
        </pc:spChg>
        <pc:spChg chg="add mod">
          <ac:chgData name="Aoi Seki" userId="3c72e6668d233292" providerId="LiveId" clId="{B9AE2B71-EDD8-5CEA-A9B6-04399197A6CF}" dt="2026-07-21T15:24:42.347" v="24342" actId="1038"/>
          <ac:spMkLst>
            <pc:docMk/>
            <pc:sldMk cId="1377156168" sldId="717"/>
            <ac:spMk id="12" creationId="{8CED1BE3-BD35-A68B-8EB6-DC9CC91AC947}"/>
          </ac:spMkLst>
        </pc:spChg>
        <pc:spChg chg="mod">
          <ac:chgData name="Aoi Seki" userId="3c72e6668d233292" providerId="LiveId" clId="{B9AE2B71-EDD8-5CEA-A9B6-04399197A6CF}" dt="2026-07-21T15:11:29.236" v="23981" actId="14100"/>
          <ac:spMkLst>
            <pc:docMk/>
            <pc:sldMk cId="1377156168" sldId="717"/>
            <ac:spMk id="14" creationId="{3D6FF7AC-D7A4-D461-EED0-C910E8615326}"/>
          </ac:spMkLst>
        </pc:spChg>
        <pc:spChg chg="add mod">
          <ac:chgData name="Aoi Seki" userId="3c72e6668d233292" providerId="LiveId" clId="{B9AE2B71-EDD8-5CEA-A9B6-04399197A6CF}" dt="2026-07-21T15:24:54.255" v="24354" actId="1037"/>
          <ac:spMkLst>
            <pc:docMk/>
            <pc:sldMk cId="1377156168" sldId="717"/>
            <ac:spMk id="15" creationId="{02255832-01E2-5379-BE94-35E63A02F266}"/>
          </ac:spMkLst>
        </pc:spChg>
        <pc:spChg chg="add mod">
          <ac:chgData name="Aoi Seki" userId="3c72e6668d233292" providerId="LiveId" clId="{B9AE2B71-EDD8-5CEA-A9B6-04399197A6CF}" dt="2026-07-21T15:25:19.136" v="24365" actId="1037"/>
          <ac:spMkLst>
            <pc:docMk/>
            <pc:sldMk cId="1377156168" sldId="717"/>
            <ac:spMk id="16" creationId="{F184B1A8-43EC-0F63-7A8B-A280C6CF1B4F}"/>
          </ac:spMkLst>
        </pc:spChg>
        <pc:spChg chg="del mod">
          <ac:chgData name="Aoi Seki" userId="3c72e6668d233292" providerId="LiveId" clId="{B9AE2B71-EDD8-5CEA-A9B6-04399197A6CF}" dt="2026-07-21T15:38:41.031" v="24619" actId="478"/>
          <ac:spMkLst>
            <pc:docMk/>
            <pc:sldMk cId="1377156168" sldId="717"/>
            <ac:spMk id="18" creationId="{F0C8C577-AAD0-F5CD-0468-1767E142BEBA}"/>
          </ac:spMkLst>
        </pc:spChg>
        <pc:spChg chg="add mod">
          <ac:chgData name="Aoi Seki" userId="3c72e6668d233292" providerId="LiveId" clId="{B9AE2B71-EDD8-5CEA-A9B6-04399197A6CF}" dt="2026-07-21T15:29:07.596" v="24466" actId="1036"/>
          <ac:spMkLst>
            <pc:docMk/>
            <pc:sldMk cId="1377156168" sldId="717"/>
            <ac:spMk id="19" creationId="{B7C74812-BA76-5545-71C5-B52370081B35}"/>
          </ac:spMkLst>
        </pc:spChg>
        <pc:spChg chg="mod topLvl">
          <ac:chgData name="Aoi Seki" userId="3c72e6668d233292" providerId="LiveId" clId="{B9AE2B71-EDD8-5CEA-A9B6-04399197A6CF}" dt="2026-07-21T15:41:23.751" v="24636" actId="1035"/>
          <ac:spMkLst>
            <pc:docMk/>
            <pc:sldMk cId="1377156168" sldId="717"/>
            <ac:spMk id="20" creationId="{AB39DDCB-8574-FF23-523C-2655DFF33A7D}"/>
          </ac:spMkLst>
        </pc:spChg>
        <pc:spChg chg="add mod">
          <ac:chgData name="Aoi Seki" userId="3c72e6668d233292" providerId="LiveId" clId="{B9AE2B71-EDD8-5CEA-A9B6-04399197A6CF}" dt="2026-07-21T15:29:04.217" v="24465" actId="1036"/>
          <ac:spMkLst>
            <pc:docMk/>
            <pc:sldMk cId="1377156168" sldId="717"/>
            <ac:spMk id="22" creationId="{F6136055-8F02-6F21-6C54-0085FD17E020}"/>
          </ac:spMkLst>
        </pc:spChg>
        <pc:spChg chg="add mod">
          <ac:chgData name="Aoi Seki" userId="3c72e6668d233292" providerId="LiveId" clId="{B9AE2B71-EDD8-5CEA-A9B6-04399197A6CF}" dt="2026-07-21T15:29:10.553" v="24469" actId="1036"/>
          <ac:spMkLst>
            <pc:docMk/>
            <pc:sldMk cId="1377156168" sldId="717"/>
            <ac:spMk id="23" creationId="{E8BA1596-A61C-3C15-D048-C8ADF1B408B9}"/>
          </ac:spMkLst>
        </pc:spChg>
        <pc:spChg chg="add mod">
          <ac:chgData name="Aoi Seki" userId="3c72e6668d233292" providerId="LiveId" clId="{B9AE2B71-EDD8-5CEA-A9B6-04399197A6CF}" dt="2026-07-21T15:08:16.349" v="23918"/>
          <ac:spMkLst>
            <pc:docMk/>
            <pc:sldMk cId="1377156168" sldId="717"/>
            <ac:spMk id="27" creationId="{AB8EDD73-0DE5-5AB9-150F-CCA41354B376}"/>
          </ac:spMkLst>
        </pc:spChg>
        <pc:spChg chg="add del mod">
          <ac:chgData name="Aoi Seki" userId="3c72e6668d233292" providerId="LiveId" clId="{B9AE2B71-EDD8-5CEA-A9B6-04399197A6CF}" dt="2026-07-21T15:15:40.981" v="24013" actId="478"/>
          <ac:spMkLst>
            <pc:docMk/>
            <pc:sldMk cId="1377156168" sldId="717"/>
            <ac:spMk id="28" creationId="{E2AAA555-B635-FDAE-87E9-0353DE2C9B5F}"/>
          </ac:spMkLst>
        </pc:spChg>
        <pc:spChg chg="add mod">
          <ac:chgData name="Aoi Seki" userId="3c72e6668d233292" providerId="LiveId" clId="{B9AE2B71-EDD8-5CEA-A9B6-04399197A6CF}" dt="2026-07-21T15:17:37.428" v="24039"/>
          <ac:spMkLst>
            <pc:docMk/>
            <pc:sldMk cId="1377156168" sldId="717"/>
            <ac:spMk id="29" creationId="{0C303B59-7678-D5F0-1744-92DA9E3F4B68}"/>
          </ac:spMkLst>
        </pc:spChg>
        <pc:grpChg chg="mod">
          <ac:chgData name="Aoi Seki" userId="3c72e6668d233292" providerId="LiveId" clId="{B9AE2B71-EDD8-5CEA-A9B6-04399197A6CF}" dt="2026-07-21T15:41:51.772" v="24638" actId="1036"/>
          <ac:grpSpMkLst>
            <pc:docMk/>
            <pc:sldMk cId="1377156168" sldId="717"/>
            <ac:grpSpMk id="17" creationId="{D306C135-C5A1-1868-4101-281B90A27B37}"/>
          </ac:grpSpMkLst>
        </pc:grpChg>
        <pc:grpChg chg="del">
          <ac:chgData name="Aoi Seki" userId="3c72e6668d233292" providerId="LiveId" clId="{B9AE2B71-EDD8-5CEA-A9B6-04399197A6CF}" dt="2026-07-21T11:59:56.780" v="23449" actId="478"/>
          <ac:grpSpMkLst>
            <pc:docMk/>
            <pc:sldMk cId="1377156168" sldId="717"/>
            <ac:grpSpMk id="21" creationId="{9EA1D64E-1EDB-250D-BE25-95ED9161274B}"/>
          </ac:grpSpMkLst>
        </pc:grpChg>
        <pc:grpChg chg="add mod">
          <ac:chgData name="Aoi Seki" userId="3c72e6668d233292" providerId="LiveId" clId="{B9AE2B71-EDD8-5CEA-A9B6-04399197A6CF}" dt="2026-07-21T15:41:13.281" v="24635" actId="1036"/>
          <ac:grpSpMkLst>
            <pc:docMk/>
            <pc:sldMk cId="1377156168" sldId="717"/>
            <ac:grpSpMk id="24" creationId="{36A7CA36-0274-ACED-AF06-BF1B1E336264}"/>
          </ac:grpSpMkLst>
        </pc:grpChg>
        <pc:grpChg chg="add mod">
          <ac:chgData name="Aoi Seki" userId="3c72e6668d233292" providerId="LiveId" clId="{B9AE2B71-EDD8-5CEA-A9B6-04399197A6CF}" dt="2026-07-21T15:41:13.281" v="24635" actId="1036"/>
          <ac:grpSpMkLst>
            <pc:docMk/>
            <pc:sldMk cId="1377156168" sldId="717"/>
            <ac:grpSpMk id="25" creationId="{8434D616-223B-68FE-6890-624181C932A2}"/>
          </ac:grpSpMkLst>
        </pc:grpChg>
        <pc:grpChg chg="add mod">
          <ac:chgData name="Aoi Seki" userId="3c72e6668d233292" providerId="LiveId" clId="{B9AE2B71-EDD8-5CEA-A9B6-04399197A6CF}" dt="2026-07-21T15:41:13.281" v="24635" actId="1036"/>
          <ac:grpSpMkLst>
            <pc:docMk/>
            <pc:sldMk cId="1377156168" sldId="717"/>
            <ac:grpSpMk id="26" creationId="{A7606534-7F19-A513-4771-BD3784DA6CDA}"/>
          </ac:grpSpMkLst>
        </pc:grpChg>
        <pc:picChg chg="mod">
          <ac:chgData name="Aoi Seki" userId="3c72e6668d233292" providerId="LiveId" clId="{B9AE2B71-EDD8-5CEA-A9B6-04399197A6CF}" dt="2026-07-21T15:07:11.492" v="23860" actId="164"/>
          <ac:picMkLst>
            <pc:docMk/>
            <pc:sldMk cId="1377156168" sldId="717"/>
            <ac:picMk id="3" creationId="{4E6A84F6-AE7A-BE12-24F6-F7CFA57EA423}"/>
          </ac:picMkLst>
        </pc:picChg>
        <pc:picChg chg="mod">
          <ac:chgData name="Aoi Seki" userId="3c72e6668d233292" providerId="LiveId" clId="{B9AE2B71-EDD8-5CEA-A9B6-04399197A6CF}" dt="2026-07-21T15:07:15.070" v="23861" actId="164"/>
          <ac:picMkLst>
            <pc:docMk/>
            <pc:sldMk cId="1377156168" sldId="717"/>
            <ac:picMk id="5" creationId="{39FC1580-1D74-DC75-47A6-65A0D01B6F63}"/>
          </ac:picMkLst>
        </pc:picChg>
        <pc:picChg chg="mod">
          <ac:chgData name="Aoi Seki" userId="3c72e6668d233292" providerId="LiveId" clId="{B9AE2B71-EDD8-5CEA-A9B6-04399197A6CF}" dt="2026-07-21T15:07:18.863" v="23862" actId="164"/>
          <ac:picMkLst>
            <pc:docMk/>
            <pc:sldMk cId="1377156168" sldId="717"/>
            <ac:picMk id="7" creationId="{D3D76217-B5A3-6A43-78F4-0AD765A54F7E}"/>
          </ac:picMkLst>
        </pc:picChg>
      </pc:sldChg>
      <pc:sldChg chg="addSp delSp modSp add mod">
        <pc:chgData name="Aoi Seki" userId="3c72e6668d233292" providerId="LiveId" clId="{B9AE2B71-EDD8-5CEA-A9B6-04399197A6CF}" dt="2026-07-21T15:46:02.441" v="24681" actId="1037"/>
        <pc:sldMkLst>
          <pc:docMk/>
          <pc:sldMk cId="2225942072" sldId="718"/>
        </pc:sldMkLst>
        <pc:spChg chg="del">
          <ac:chgData name="Aoi Seki" userId="3c72e6668d233292" providerId="LiveId" clId="{B9AE2B71-EDD8-5CEA-A9B6-04399197A6CF}" dt="2026-07-21T15:21:23.413" v="24148" actId="478"/>
          <ac:spMkLst>
            <pc:docMk/>
            <pc:sldMk cId="2225942072" sldId="718"/>
            <ac:spMk id="2" creationId="{AF34C92F-04EC-041D-D4EF-81140CE9273D}"/>
          </ac:spMkLst>
        </pc:spChg>
        <pc:spChg chg="mod">
          <ac:chgData name="Aoi Seki" userId="3c72e6668d233292" providerId="LiveId" clId="{B9AE2B71-EDD8-5CEA-A9B6-04399197A6CF}" dt="2026-07-21T15:23:59.890" v="24312" actId="1036"/>
          <ac:spMkLst>
            <pc:docMk/>
            <pc:sldMk cId="2225942072" sldId="718"/>
            <ac:spMk id="3" creationId="{0C4CF0DB-8917-E095-672E-B43E73FC8045}"/>
          </ac:spMkLst>
        </pc:spChg>
        <pc:spChg chg="add mod">
          <ac:chgData name="Aoi Seki" userId="3c72e6668d233292" providerId="LiveId" clId="{B9AE2B71-EDD8-5CEA-A9B6-04399197A6CF}" dt="2026-07-21T15:22:09.390" v="24254" actId="255"/>
          <ac:spMkLst>
            <pc:docMk/>
            <pc:sldMk cId="2225942072" sldId="718"/>
            <ac:spMk id="4" creationId="{692A834B-BDDF-B186-4736-8FFCE3A7C2D6}"/>
          </ac:spMkLst>
        </pc:spChg>
        <pc:spChg chg="mod">
          <ac:chgData name="Aoi Seki" userId="3c72e6668d233292" providerId="LiveId" clId="{B9AE2B71-EDD8-5CEA-A9B6-04399197A6CF}" dt="2026-07-21T15:34:18.265" v="24565" actId="255"/>
          <ac:spMkLst>
            <pc:docMk/>
            <pc:sldMk cId="2225942072" sldId="718"/>
            <ac:spMk id="5" creationId="{1BDF5FF1-FD3C-3C26-92C5-4A8D7EA9C6D5}"/>
          </ac:spMkLst>
        </pc:spChg>
        <pc:spChg chg="mod">
          <ac:chgData name="Aoi Seki" userId="3c72e6668d233292" providerId="LiveId" clId="{B9AE2B71-EDD8-5CEA-A9B6-04399197A6CF}" dt="2026-07-21T15:35:23.611" v="24576" actId="255"/>
          <ac:spMkLst>
            <pc:docMk/>
            <pc:sldMk cId="2225942072" sldId="718"/>
            <ac:spMk id="6" creationId="{308E2B80-8C7B-C7C8-B650-2AB3D36BC1F4}"/>
          </ac:spMkLst>
        </pc:spChg>
        <pc:spChg chg="add mod">
          <ac:chgData name="Aoi Seki" userId="3c72e6668d233292" providerId="LiveId" clId="{B9AE2B71-EDD8-5CEA-A9B6-04399197A6CF}" dt="2026-07-21T15:42:40.347" v="24645" actId="1035"/>
          <ac:spMkLst>
            <pc:docMk/>
            <pc:sldMk cId="2225942072" sldId="718"/>
            <ac:spMk id="8" creationId="{E1C43DFA-F3C7-2EC5-E512-3B9F949682B6}"/>
          </ac:spMkLst>
        </pc:spChg>
        <pc:spChg chg="add mod">
          <ac:chgData name="Aoi Seki" userId="3c72e6668d233292" providerId="LiveId" clId="{B9AE2B71-EDD8-5CEA-A9B6-04399197A6CF}" dt="2026-07-21T15:46:02.441" v="24681" actId="1037"/>
          <ac:spMkLst>
            <pc:docMk/>
            <pc:sldMk cId="2225942072" sldId="718"/>
            <ac:spMk id="9" creationId="{33099906-A257-ABCA-2E09-C62F805D6840}"/>
          </ac:spMkLst>
        </pc:spChg>
        <pc:spChg chg="mod">
          <ac:chgData name="Aoi Seki" userId="3c72e6668d233292" providerId="LiveId" clId="{B9AE2B71-EDD8-5CEA-A9B6-04399197A6CF}" dt="2026-07-21T15:35:03.684" v="24574" actId="1038"/>
          <ac:spMkLst>
            <pc:docMk/>
            <pc:sldMk cId="2225942072" sldId="718"/>
            <ac:spMk id="10" creationId="{D7CFEFD5-EEEE-70B4-6B22-BCA0D108A95A}"/>
          </ac:spMkLst>
        </pc:spChg>
        <pc:spChg chg="add mod">
          <ac:chgData name="Aoi Seki" userId="3c72e6668d233292" providerId="LiveId" clId="{B9AE2B71-EDD8-5CEA-A9B6-04399197A6CF}" dt="2026-07-21T15:30:21.674" v="24482" actId="164"/>
          <ac:spMkLst>
            <pc:docMk/>
            <pc:sldMk cId="2225942072" sldId="718"/>
            <ac:spMk id="11" creationId="{CFB10D37-E179-7906-A8C7-6A9D25ABE124}"/>
          </ac:spMkLst>
        </pc:spChg>
        <pc:spChg chg="add mod">
          <ac:chgData name="Aoi Seki" userId="3c72e6668d233292" providerId="LiveId" clId="{B9AE2B71-EDD8-5CEA-A9B6-04399197A6CF}" dt="2026-07-21T15:30:30.639" v="24483" actId="164"/>
          <ac:spMkLst>
            <pc:docMk/>
            <pc:sldMk cId="2225942072" sldId="718"/>
            <ac:spMk id="13" creationId="{5B6DE7AE-92E6-A619-575C-6E7CD02CE24E}"/>
          </ac:spMkLst>
        </pc:spChg>
        <pc:spChg chg="mod">
          <ac:chgData name="Aoi Seki" userId="3c72e6668d233292" providerId="LiveId" clId="{B9AE2B71-EDD8-5CEA-A9B6-04399197A6CF}" dt="2026-07-21T15:35:10.995" v="24575" actId="1037"/>
          <ac:spMkLst>
            <pc:docMk/>
            <pc:sldMk cId="2225942072" sldId="718"/>
            <ac:spMk id="19" creationId="{29FC7FA9-ACB6-098D-6812-52CF40D9A299}"/>
          </ac:spMkLst>
        </pc:spChg>
        <pc:grpChg chg="mod">
          <ac:chgData name="Aoi Seki" userId="3c72e6668d233292" providerId="LiveId" clId="{B9AE2B71-EDD8-5CEA-A9B6-04399197A6CF}" dt="2026-07-21T15:30:21.674" v="24482" actId="164"/>
          <ac:grpSpMkLst>
            <pc:docMk/>
            <pc:sldMk cId="2225942072" sldId="718"/>
            <ac:grpSpMk id="17" creationId="{D2B5928B-726E-B44E-2E36-A06E44E5A8BC}"/>
          </ac:grpSpMkLst>
        </pc:grpChg>
        <pc:grpChg chg="add mod">
          <ac:chgData name="Aoi Seki" userId="3c72e6668d233292" providerId="LiveId" clId="{B9AE2B71-EDD8-5CEA-A9B6-04399197A6CF}" dt="2026-07-21T15:33:17.899" v="24564" actId="1036"/>
          <ac:grpSpMkLst>
            <pc:docMk/>
            <pc:sldMk cId="2225942072" sldId="718"/>
            <ac:grpSpMk id="18" creationId="{D7742985-52D4-D9A2-6736-F81AC2480A2E}"/>
          </ac:grpSpMkLst>
        </pc:grpChg>
        <pc:grpChg chg="add mod">
          <ac:chgData name="Aoi Seki" userId="3c72e6668d233292" providerId="LiveId" clId="{B9AE2B71-EDD8-5CEA-A9B6-04399197A6CF}" dt="2026-07-21T15:33:17.899" v="24564" actId="1036"/>
          <ac:grpSpMkLst>
            <pc:docMk/>
            <pc:sldMk cId="2225942072" sldId="718"/>
            <ac:grpSpMk id="20" creationId="{E8D0C2D9-2524-1936-024C-D6C5F9943EC3}"/>
          </ac:grpSpMkLst>
        </pc:grpChg>
        <pc:grpChg chg="mod">
          <ac:chgData name="Aoi Seki" userId="3c72e6668d233292" providerId="LiveId" clId="{B9AE2B71-EDD8-5CEA-A9B6-04399197A6CF}" dt="2026-07-21T15:30:30.639" v="24483" actId="164"/>
          <ac:grpSpMkLst>
            <pc:docMk/>
            <pc:sldMk cId="2225942072" sldId="718"/>
            <ac:grpSpMk id="22" creationId="{AD9B51DB-90F6-B9DA-8D4F-9B5C6304EEF1}"/>
          </ac:grpSpMkLst>
        </pc:grpChg>
      </pc:sldChg>
      <pc:sldChg chg="addSp delSp modSp add mod">
        <pc:chgData name="Aoi Seki" userId="3c72e6668d233292" providerId="LiveId" clId="{B9AE2B71-EDD8-5CEA-A9B6-04399197A6CF}" dt="2026-07-21T23:52:19.894" v="25045" actId="1035"/>
        <pc:sldMkLst>
          <pc:docMk/>
          <pc:sldMk cId="3295728099" sldId="719"/>
        </pc:sldMkLst>
        <pc:spChg chg="del">
          <ac:chgData name="Aoi Seki" userId="3c72e6668d233292" providerId="LiveId" clId="{B9AE2B71-EDD8-5CEA-A9B6-04399197A6CF}" dt="2026-07-21T15:35:58.153" v="24578" actId="478"/>
          <ac:spMkLst>
            <pc:docMk/>
            <pc:sldMk cId="3295728099" sldId="719"/>
            <ac:spMk id="2" creationId="{B27BC347-8756-DD6E-8B86-A51B3FF21725}"/>
          </ac:spMkLst>
        </pc:spChg>
        <pc:spChg chg="mod topLvl">
          <ac:chgData name="Aoi Seki" userId="3c72e6668d233292" providerId="LiveId" clId="{B9AE2B71-EDD8-5CEA-A9B6-04399197A6CF}" dt="2026-07-21T23:52:19.894" v="25045" actId="1035"/>
          <ac:spMkLst>
            <pc:docMk/>
            <pc:sldMk cId="3295728099" sldId="719"/>
            <ac:spMk id="3" creationId="{B693C4B6-C8D8-BE42-07AD-12533B234485}"/>
          </ac:spMkLst>
        </pc:spChg>
        <pc:spChg chg="del topLvl">
          <ac:chgData name="Aoi Seki" userId="3c72e6668d233292" providerId="LiveId" clId="{B9AE2B71-EDD8-5CEA-A9B6-04399197A6CF}" dt="2026-07-21T15:38:02.235" v="24616" actId="478"/>
          <ac:spMkLst>
            <pc:docMk/>
            <pc:sldMk cId="3295728099" sldId="719"/>
            <ac:spMk id="4" creationId="{1105825B-BB06-1671-CB37-29E85A656BAA}"/>
          </ac:spMkLst>
        </pc:spChg>
        <pc:spChg chg="add mod">
          <ac:chgData name="Aoi Seki" userId="3c72e6668d233292" providerId="LiveId" clId="{B9AE2B71-EDD8-5CEA-A9B6-04399197A6CF}" dt="2026-07-21T15:35:55.385" v="24577"/>
          <ac:spMkLst>
            <pc:docMk/>
            <pc:sldMk cId="3295728099" sldId="719"/>
            <ac:spMk id="5" creationId="{F10EB7EC-54AF-51CF-5FC9-CE0B5C5A2190}"/>
          </ac:spMkLst>
        </pc:spChg>
        <pc:spChg chg="add mod">
          <ac:chgData name="Aoi Seki" userId="3c72e6668d233292" providerId="LiveId" clId="{B9AE2B71-EDD8-5CEA-A9B6-04399197A6CF}" dt="2026-07-21T15:35:58.394" v="24579"/>
          <ac:spMkLst>
            <pc:docMk/>
            <pc:sldMk cId="3295728099" sldId="719"/>
            <ac:spMk id="8" creationId="{0DAE39B1-4200-6D8D-7F8F-CB7F31A1003E}"/>
          </ac:spMkLst>
        </pc:spChg>
        <pc:spChg chg="add mod">
          <ac:chgData name="Aoi Seki" userId="3c72e6668d233292" providerId="LiveId" clId="{B9AE2B71-EDD8-5CEA-A9B6-04399197A6CF}" dt="2026-07-21T23:52:19.894" v="25045" actId="1035"/>
          <ac:spMkLst>
            <pc:docMk/>
            <pc:sldMk cId="3295728099" sldId="719"/>
            <ac:spMk id="9" creationId="{3C3EC874-258F-5A44-599E-160AF3E286A4}"/>
          </ac:spMkLst>
        </pc:spChg>
        <pc:spChg chg="add mod">
          <ac:chgData name="Aoi Seki" userId="3c72e6668d233292" providerId="LiveId" clId="{B9AE2B71-EDD8-5CEA-A9B6-04399197A6CF}" dt="2026-07-21T15:50:47.828" v="24730" actId="255"/>
          <ac:spMkLst>
            <pc:docMk/>
            <pc:sldMk cId="3295728099" sldId="719"/>
            <ac:spMk id="10" creationId="{0E030900-7452-2217-F166-E801A6B75176}"/>
          </ac:spMkLst>
        </pc:spChg>
        <pc:spChg chg="add mod">
          <ac:chgData name="Aoi Seki" userId="3c72e6668d233292" providerId="LiveId" clId="{B9AE2B71-EDD8-5CEA-A9B6-04399197A6CF}" dt="2026-07-21T15:50:56.309" v="24731" actId="122"/>
          <ac:spMkLst>
            <pc:docMk/>
            <pc:sldMk cId="3295728099" sldId="719"/>
            <ac:spMk id="11" creationId="{ADDC13C0-4E47-2383-9C97-D236DCF45ED3}"/>
          </ac:spMkLst>
        </pc:spChg>
        <pc:grpChg chg="del">
          <ac:chgData name="Aoi Seki" userId="3c72e6668d233292" providerId="LiveId" clId="{B9AE2B71-EDD8-5CEA-A9B6-04399197A6CF}" dt="2026-07-21T15:38:02.235" v="24616" actId="478"/>
          <ac:grpSpMkLst>
            <pc:docMk/>
            <pc:sldMk cId="3295728099" sldId="719"/>
            <ac:grpSpMk id="7" creationId="{24BCF307-266D-67A5-1536-FEF77E63F31D}"/>
          </ac:grpSpMkLst>
        </pc:grpChg>
        <pc:grpChg chg="add mod">
          <ac:chgData name="Aoi Seki" userId="3c72e6668d233292" providerId="LiveId" clId="{B9AE2B71-EDD8-5CEA-A9B6-04399197A6CF}" dt="2026-07-21T16:00:46.008" v="24780" actId="1035"/>
          <ac:grpSpMkLst>
            <pc:docMk/>
            <pc:sldMk cId="3295728099" sldId="719"/>
            <ac:grpSpMk id="12" creationId="{A16EF2F2-3E5C-EEF3-744C-BB4D11196573}"/>
          </ac:grpSpMkLst>
        </pc:grpChg>
        <pc:picChg chg="mod">
          <ac:chgData name="Aoi Seki" userId="3c72e6668d233292" providerId="LiveId" clId="{B9AE2B71-EDD8-5CEA-A9B6-04399197A6CF}" dt="2026-07-21T15:49:38.734" v="24729" actId="164"/>
          <ac:picMkLst>
            <pc:docMk/>
            <pc:sldMk cId="3295728099" sldId="719"/>
            <ac:picMk id="6" creationId="{C6FEBD80-5E92-C6E2-96B2-77C16E113BC4}"/>
          </ac:picMkLst>
        </pc:picChg>
      </pc:sldChg>
      <pc:sldChg chg="addSp delSp modSp add mod">
        <pc:chgData name="Aoi Seki" userId="3c72e6668d233292" providerId="LiveId" clId="{B9AE2B71-EDD8-5CEA-A9B6-04399197A6CF}" dt="2026-07-22T02:20:13.432" v="25823" actId="947"/>
        <pc:sldMkLst>
          <pc:docMk/>
          <pc:sldMk cId="1090664299" sldId="720"/>
        </pc:sldMkLst>
        <pc:spChg chg="add del">
          <ac:chgData name="Aoi Seki" userId="3c72e6668d233292" providerId="LiveId" clId="{B9AE2B71-EDD8-5CEA-A9B6-04399197A6CF}" dt="2026-07-21T23:44:51.786" v="24789" actId="478"/>
          <ac:spMkLst>
            <pc:docMk/>
            <pc:sldMk cId="1090664299" sldId="720"/>
            <ac:spMk id="2" creationId="{A6E912DC-2218-F164-4534-438F601CB361}"/>
          </ac:spMkLst>
        </pc:spChg>
        <pc:spChg chg="add mod">
          <ac:chgData name="Aoi Seki" userId="3c72e6668d233292" providerId="LiveId" clId="{B9AE2B71-EDD8-5CEA-A9B6-04399197A6CF}" dt="2026-07-21T23:44:33.074" v="24784"/>
          <ac:spMkLst>
            <pc:docMk/>
            <pc:sldMk cId="1090664299" sldId="720"/>
            <ac:spMk id="9" creationId="{A1A64F97-57F4-AD10-E0BA-88AE2B33DAE5}"/>
          </ac:spMkLst>
        </pc:spChg>
        <pc:spChg chg="add mod">
          <ac:chgData name="Aoi Seki" userId="3c72e6668d233292" providerId="LiveId" clId="{B9AE2B71-EDD8-5CEA-A9B6-04399197A6CF}" dt="2026-07-21T23:47:50.762" v="24936" actId="20577"/>
          <ac:spMkLst>
            <pc:docMk/>
            <pc:sldMk cId="1090664299" sldId="720"/>
            <ac:spMk id="10" creationId="{156DC606-DB70-3707-D43B-00CA12E23904}"/>
          </ac:spMkLst>
        </pc:spChg>
        <pc:spChg chg="mod">
          <ac:chgData name="Aoi Seki" userId="3c72e6668d233292" providerId="LiveId" clId="{B9AE2B71-EDD8-5CEA-A9B6-04399197A6CF}" dt="2026-07-21T23:47:58.443" v="24948" actId="1038"/>
          <ac:spMkLst>
            <pc:docMk/>
            <pc:sldMk cId="1090664299" sldId="720"/>
            <ac:spMk id="15" creationId="{558CB492-A179-C7DB-5B36-9AC1E98BE2E8}"/>
          </ac:spMkLst>
        </pc:spChg>
        <pc:spChg chg="mod">
          <ac:chgData name="Aoi Seki" userId="3c72e6668d233292" providerId="LiveId" clId="{B9AE2B71-EDD8-5CEA-A9B6-04399197A6CF}" dt="2026-07-21T23:45:13.088" v="24807"/>
          <ac:spMkLst>
            <pc:docMk/>
            <pc:sldMk cId="1090664299" sldId="720"/>
            <ac:spMk id="16" creationId="{A5618078-CBC3-212B-3AC7-5D35F6751832}"/>
          </ac:spMkLst>
        </pc:spChg>
        <pc:spChg chg="mod">
          <ac:chgData name="Aoi Seki" userId="3c72e6668d233292" providerId="LiveId" clId="{B9AE2B71-EDD8-5CEA-A9B6-04399197A6CF}" dt="2026-07-21T23:45:13.088" v="24807"/>
          <ac:spMkLst>
            <pc:docMk/>
            <pc:sldMk cId="1090664299" sldId="720"/>
            <ac:spMk id="17" creationId="{849A8264-9352-07D4-86CC-60253B2CFA6B}"/>
          </ac:spMkLst>
        </pc:spChg>
        <pc:spChg chg="mod">
          <ac:chgData name="Aoi Seki" userId="3c72e6668d233292" providerId="LiveId" clId="{B9AE2B71-EDD8-5CEA-A9B6-04399197A6CF}" dt="2026-07-21T23:45:13.088" v="24807"/>
          <ac:spMkLst>
            <pc:docMk/>
            <pc:sldMk cId="1090664299" sldId="720"/>
            <ac:spMk id="18" creationId="{DB921881-0DF2-2B6A-AAE6-6ACB7C94B3DF}"/>
          </ac:spMkLst>
        </pc:spChg>
        <pc:spChg chg="mod">
          <ac:chgData name="Aoi Seki" userId="3c72e6668d233292" providerId="LiveId" clId="{B9AE2B71-EDD8-5CEA-A9B6-04399197A6CF}" dt="2026-07-21T23:45:13.088" v="24807"/>
          <ac:spMkLst>
            <pc:docMk/>
            <pc:sldMk cId="1090664299" sldId="720"/>
            <ac:spMk id="19" creationId="{684C01F7-3583-14C5-A236-8B5C081FC38A}"/>
          </ac:spMkLst>
        </pc:spChg>
        <pc:spChg chg="mod">
          <ac:chgData name="Aoi Seki" userId="3c72e6668d233292" providerId="LiveId" clId="{B9AE2B71-EDD8-5CEA-A9B6-04399197A6CF}" dt="2026-07-22T02:20:13.432" v="25823" actId="947"/>
          <ac:spMkLst>
            <pc:docMk/>
            <pc:sldMk cId="1090664299" sldId="720"/>
            <ac:spMk id="22" creationId="{426BF7FF-DE7F-0AEB-74C3-81F3AD0773AA}"/>
          </ac:spMkLst>
        </pc:spChg>
        <pc:spChg chg="mod">
          <ac:chgData name="Aoi Seki" userId="3c72e6668d233292" providerId="LiveId" clId="{B9AE2B71-EDD8-5CEA-A9B6-04399197A6CF}" dt="2026-07-21T23:45:32.439" v="24815" actId="20577"/>
          <ac:spMkLst>
            <pc:docMk/>
            <pc:sldMk cId="1090664299" sldId="720"/>
            <ac:spMk id="23" creationId="{DA96BD2C-676F-AD51-1881-E68A5AD49403}"/>
          </ac:spMkLst>
        </pc:spChg>
        <pc:spChg chg="mod">
          <ac:chgData name="Aoi Seki" userId="3c72e6668d233292" providerId="LiveId" clId="{B9AE2B71-EDD8-5CEA-A9B6-04399197A6CF}" dt="2026-07-21T23:45:42.195" v="24827" actId="115"/>
          <ac:spMkLst>
            <pc:docMk/>
            <pc:sldMk cId="1090664299" sldId="720"/>
            <ac:spMk id="24" creationId="{38AF2657-8AC2-2048-FDE1-F50A59D2A01A}"/>
          </ac:spMkLst>
        </pc:spChg>
        <pc:spChg chg="mod">
          <ac:chgData name="Aoi Seki" userId="3c72e6668d233292" providerId="LiveId" clId="{B9AE2B71-EDD8-5CEA-A9B6-04399197A6CF}" dt="2026-07-21T23:45:28.466" v="24811"/>
          <ac:spMkLst>
            <pc:docMk/>
            <pc:sldMk cId="1090664299" sldId="720"/>
            <ac:spMk id="25" creationId="{AFC9E9D6-FD02-84EA-5FC1-F2EAF9438B15}"/>
          </ac:spMkLst>
        </pc:spChg>
        <pc:spChg chg="add mod">
          <ac:chgData name="Aoi Seki" userId="3c72e6668d233292" providerId="LiveId" clId="{B9AE2B71-EDD8-5CEA-A9B6-04399197A6CF}" dt="2026-07-21T23:50:37.273" v="25030" actId="164"/>
          <ac:spMkLst>
            <pc:docMk/>
            <pc:sldMk cId="1090664299" sldId="720"/>
            <ac:spMk id="26" creationId="{2A0C8F4D-B20B-0C08-F703-BEAD7DEA1AD3}"/>
          </ac:spMkLst>
        </pc:spChg>
        <pc:grpChg chg="del mod">
          <ac:chgData name="Aoi Seki" userId="3c72e6668d233292" providerId="LiveId" clId="{B9AE2B71-EDD8-5CEA-A9B6-04399197A6CF}" dt="2026-07-21T23:46:08.550" v="24840" actId="478"/>
          <ac:grpSpMkLst>
            <pc:docMk/>
            <pc:sldMk cId="1090664299" sldId="720"/>
            <ac:grpSpMk id="7" creationId="{FB03050F-FCF3-A17D-9E98-17B9F270BFE9}"/>
          </ac:grpSpMkLst>
        </pc:grpChg>
        <pc:grpChg chg="add mod">
          <ac:chgData name="Aoi Seki" userId="3c72e6668d233292" providerId="LiveId" clId="{B9AE2B71-EDD8-5CEA-A9B6-04399197A6CF}" dt="2026-07-21T23:45:21.170" v="24809" actId="1076"/>
          <ac:grpSpMkLst>
            <pc:docMk/>
            <pc:sldMk cId="1090664299" sldId="720"/>
            <ac:grpSpMk id="11" creationId="{296F6CDE-ECBF-DB76-2F23-517B96EF8B19}"/>
          </ac:grpSpMkLst>
        </pc:grpChg>
        <pc:grpChg chg="mod">
          <ac:chgData name="Aoi Seki" userId="3c72e6668d233292" providerId="LiveId" clId="{B9AE2B71-EDD8-5CEA-A9B6-04399197A6CF}" dt="2026-07-21T23:45:13.088" v="24807"/>
          <ac:grpSpMkLst>
            <pc:docMk/>
            <pc:sldMk cId="1090664299" sldId="720"/>
            <ac:grpSpMk id="12" creationId="{6DD07C82-3117-F94A-2745-6FF532A8A571}"/>
          </ac:grpSpMkLst>
        </pc:grpChg>
        <pc:grpChg chg="add mod">
          <ac:chgData name="Aoi Seki" userId="3c72e6668d233292" providerId="LiveId" clId="{B9AE2B71-EDD8-5CEA-A9B6-04399197A6CF}" dt="2026-07-21T23:50:37.273" v="25030" actId="164"/>
          <ac:grpSpMkLst>
            <pc:docMk/>
            <pc:sldMk cId="1090664299" sldId="720"/>
            <ac:grpSpMk id="20" creationId="{4BDAD6EF-BDC0-C1AA-8E14-030D5EF87BFF}"/>
          </ac:grpSpMkLst>
        </pc:grpChg>
        <pc:grpChg chg="mod">
          <ac:chgData name="Aoi Seki" userId="3c72e6668d233292" providerId="LiveId" clId="{B9AE2B71-EDD8-5CEA-A9B6-04399197A6CF}" dt="2026-07-21T23:45:28.466" v="24811"/>
          <ac:grpSpMkLst>
            <pc:docMk/>
            <pc:sldMk cId="1090664299" sldId="720"/>
            <ac:grpSpMk id="21" creationId="{E5CA6D4D-33C0-A565-1C56-13E075EDCF56}"/>
          </ac:grpSpMkLst>
        </pc:grpChg>
        <pc:grpChg chg="add mod">
          <ac:chgData name="Aoi Seki" userId="3c72e6668d233292" providerId="LiveId" clId="{B9AE2B71-EDD8-5CEA-A9B6-04399197A6CF}" dt="2026-07-21T23:50:38.681" v="25032" actId="1035"/>
          <ac:grpSpMkLst>
            <pc:docMk/>
            <pc:sldMk cId="1090664299" sldId="720"/>
            <ac:grpSpMk id="27" creationId="{B9E13FA2-3934-FD5F-F4AD-28F5EBF62FA6}"/>
          </ac:grpSpMkLst>
        </pc:grpChg>
      </pc:sldChg>
      <pc:sldChg chg="add del">
        <pc:chgData name="Aoi Seki" userId="3c72e6668d233292" providerId="LiveId" clId="{B9AE2B71-EDD8-5CEA-A9B6-04399197A6CF}" dt="2026-07-21T23:48:20.367" v="24955" actId="2696"/>
        <pc:sldMkLst>
          <pc:docMk/>
          <pc:sldMk cId="183168480" sldId="721"/>
        </pc:sldMkLst>
      </pc:sldChg>
      <pc:sldChg chg="add del">
        <pc:chgData name="Aoi Seki" userId="3c72e6668d233292" providerId="LiveId" clId="{B9AE2B71-EDD8-5CEA-A9B6-04399197A6CF}" dt="2026-07-21T23:50:52.058" v="25035" actId="2696"/>
        <pc:sldMkLst>
          <pc:docMk/>
          <pc:sldMk cId="3616615227" sldId="722"/>
        </pc:sldMkLst>
      </pc:sldChg>
      <pc:sldChg chg="addSp delSp modSp add mod">
        <pc:chgData name="Aoi Seki" userId="3c72e6668d233292" providerId="LiveId" clId="{B9AE2B71-EDD8-5CEA-A9B6-04399197A6CF}" dt="2026-07-22T02:21:10.831" v="25826" actId="947"/>
        <pc:sldMkLst>
          <pc:docMk/>
          <pc:sldMk cId="2871396514" sldId="723"/>
        </pc:sldMkLst>
        <pc:spChg chg="add mod">
          <ac:chgData name="Aoi Seki" userId="3c72e6668d233292" providerId="LiveId" clId="{B9AE2B71-EDD8-5CEA-A9B6-04399197A6CF}" dt="2026-07-21T23:48:40.097" v="24965" actId="167"/>
          <ac:spMkLst>
            <pc:docMk/>
            <pc:sldMk cId="2871396514" sldId="723"/>
            <ac:spMk id="2" creationId="{9609ED05-9701-30A5-8ABB-C0ED72AD18AD}"/>
          </ac:spMkLst>
        </pc:spChg>
        <pc:spChg chg="mod">
          <ac:chgData name="Aoi Seki" userId="3c72e6668d233292" providerId="LiveId" clId="{B9AE2B71-EDD8-5CEA-A9B6-04399197A6CF}" dt="2026-07-21T23:48:26.943" v="24962" actId="20577"/>
          <ac:spMkLst>
            <pc:docMk/>
            <pc:sldMk cId="2871396514" sldId="723"/>
            <ac:spMk id="10" creationId="{600103E9-C6E2-BB4E-EBA8-9C554A49CFAD}"/>
          </ac:spMkLst>
        </pc:spChg>
        <pc:spChg chg="del">
          <ac:chgData name="Aoi Seki" userId="3c72e6668d233292" providerId="LiveId" clId="{B9AE2B71-EDD8-5CEA-A9B6-04399197A6CF}" dt="2026-07-21T23:48:42.849" v="24966" actId="478"/>
          <ac:spMkLst>
            <pc:docMk/>
            <pc:sldMk cId="2871396514" sldId="723"/>
            <ac:spMk id="15" creationId="{D74009C6-4E71-5A32-EF56-08C83D5AF982}"/>
          </ac:spMkLst>
        </pc:spChg>
        <pc:spChg chg="mod">
          <ac:chgData name="Aoi Seki" userId="3c72e6668d233292" providerId="LiveId" clId="{B9AE2B71-EDD8-5CEA-A9B6-04399197A6CF}" dt="2026-07-22T02:21:10.831" v="25826" actId="947"/>
          <ac:spMkLst>
            <pc:docMk/>
            <pc:sldMk cId="2871396514" sldId="723"/>
            <ac:spMk id="22" creationId="{2BF10EE9-272C-A586-4B8A-93D3B7637758}"/>
          </ac:spMkLst>
        </pc:spChg>
        <pc:spChg chg="mod">
          <ac:chgData name="Aoi Seki" userId="3c72e6668d233292" providerId="LiveId" clId="{B9AE2B71-EDD8-5CEA-A9B6-04399197A6CF}" dt="2026-07-21T23:48:48.399" v="24970" actId="20577"/>
          <ac:spMkLst>
            <pc:docMk/>
            <pc:sldMk cId="2871396514" sldId="723"/>
            <ac:spMk id="23" creationId="{85192CEB-C3CB-2173-D163-352AE36A132B}"/>
          </ac:spMkLst>
        </pc:spChg>
        <pc:spChg chg="mod">
          <ac:chgData name="Aoi Seki" userId="3c72e6668d233292" providerId="LiveId" clId="{B9AE2B71-EDD8-5CEA-A9B6-04399197A6CF}" dt="2026-07-21T23:49:01.008" v="25001" actId="115"/>
          <ac:spMkLst>
            <pc:docMk/>
            <pc:sldMk cId="2871396514" sldId="723"/>
            <ac:spMk id="24" creationId="{C8092AEF-F792-8C03-FC94-83EF6620CB43}"/>
          </ac:spMkLst>
        </pc:spChg>
        <pc:spChg chg="del">
          <ac:chgData name="Aoi Seki" userId="3c72e6668d233292" providerId="LiveId" clId="{B9AE2B71-EDD8-5CEA-A9B6-04399197A6CF}" dt="2026-07-21T23:48:50.785" v="24971" actId="478"/>
          <ac:spMkLst>
            <pc:docMk/>
            <pc:sldMk cId="2871396514" sldId="723"/>
            <ac:spMk id="26" creationId="{8EB9973A-B5F6-0C4A-EDEA-4888AAEFEF88}"/>
          </ac:spMkLst>
        </pc:spChg>
        <pc:grpChg chg="add mod">
          <ac:chgData name="Aoi Seki" userId="3c72e6668d233292" providerId="LiveId" clId="{B9AE2B71-EDD8-5CEA-A9B6-04399197A6CF}" dt="2026-07-21T23:49:38.177" v="25016"/>
          <ac:grpSpMkLst>
            <pc:docMk/>
            <pc:sldMk cId="2871396514" sldId="723"/>
            <ac:grpSpMk id="3" creationId="{076AB96C-10FD-1571-EBC1-017EE1006A70}"/>
          </ac:grpSpMkLst>
        </pc:grpChg>
        <pc:grpChg chg="add mod">
          <ac:chgData name="Aoi Seki" userId="3c72e6668d233292" providerId="LiveId" clId="{B9AE2B71-EDD8-5CEA-A9B6-04399197A6CF}" dt="2026-07-21T23:49:42.596" v="25018"/>
          <ac:grpSpMkLst>
            <pc:docMk/>
            <pc:sldMk cId="2871396514" sldId="723"/>
            <ac:grpSpMk id="6" creationId="{228391BB-2F65-047F-CAA4-1B643D499F64}"/>
          </ac:grpSpMkLst>
        </pc:grpChg>
        <pc:grpChg chg="mod">
          <ac:chgData name="Aoi Seki" userId="3c72e6668d233292" providerId="LiveId" clId="{B9AE2B71-EDD8-5CEA-A9B6-04399197A6CF}" dt="2026-07-21T23:50:27.122" v="25027" actId="1035"/>
          <ac:grpSpMkLst>
            <pc:docMk/>
            <pc:sldMk cId="2871396514" sldId="723"/>
            <ac:grpSpMk id="20" creationId="{0CBB3579-DA03-8436-11E0-9BDE8BA2E727}"/>
          </ac:grpSpMkLst>
        </pc:grpChg>
        <pc:grpChg chg="del">
          <ac:chgData name="Aoi Seki" userId="3c72e6668d233292" providerId="LiveId" clId="{B9AE2B71-EDD8-5CEA-A9B6-04399197A6CF}" dt="2026-07-21T23:49:42.297" v="25017" actId="478"/>
          <ac:grpSpMkLst>
            <pc:docMk/>
            <pc:sldMk cId="2871396514" sldId="723"/>
            <ac:grpSpMk id="62" creationId="{4A324498-B734-988E-1DD3-3F384108FF67}"/>
          </ac:grpSpMkLst>
        </pc:grpChg>
        <pc:picChg chg="mod">
          <ac:chgData name="Aoi Seki" userId="3c72e6668d233292" providerId="LiveId" clId="{B9AE2B71-EDD8-5CEA-A9B6-04399197A6CF}" dt="2026-07-21T23:49:38.177" v="25016"/>
          <ac:picMkLst>
            <pc:docMk/>
            <pc:sldMk cId="2871396514" sldId="723"/>
            <ac:picMk id="4" creationId="{AC84E135-9688-5702-4730-20AC2AA6BEF4}"/>
          </ac:picMkLst>
        </pc:picChg>
        <pc:picChg chg="mod">
          <ac:chgData name="Aoi Seki" userId="3c72e6668d233292" providerId="LiveId" clId="{B9AE2B71-EDD8-5CEA-A9B6-04399197A6CF}" dt="2026-07-21T23:49:38.177" v="25016"/>
          <ac:picMkLst>
            <pc:docMk/>
            <pc:sldMk cId="2871396514" sldId="723"/>
            <ac:picMk id="5" creationId="{2C7AFE6C-459C-64AF-3107-3E673FF01349}"/>
          </ac:picMkLst>
        </pc:picChg>
        <pc:picChg chg="mod">
          <ac:chgData name="Aoi Seki" userId="3c72e6668d233292" providerId="LiveId" clId="{B9AE2B71-EDD8-5CEA-A9B6-04399197A6CF}" dt="2026-07-21T23:49:42.596" v="25018"/>
          <ac:picMkLst>
            <pc:docMk/>
            <pc:sldMk cId="2871396514" sldId="723"/>
            <ac:picMk id="7" creationId="{C7834C0E-4C8B-9A86-3E85-26F5101F89A6}"/>
          </ac:picMkLst>
        </pc:picChg>
        <pc:picChg chg="mod">
          <ac:chgData name="Aoi Seki" userId="3c72e6668d233292" providerId="LiveId" clId="{B9AE2B71-EDD8-5CEA-A9B6-04399197A6CF}" dt="2026-07-21T23:49:42.596" v="25018"/>
          <ac:picMkLst>
            <pc:docMk/>
            <pc:sldMk cId="2871396514" sldId="723"/>
            <ac:picMk id="8" creationId="{A1309889-CB2D-04FA-89DF-7298B7EA7D26}"/>
          </ac:picMkLst>
        </pc:picChg>
      </pc:sldChg>
      <pc:sldChg chg="addSp delSp modSp add mod">
        <pc:chgData name="Aoi Seki" userId="3c72e6668d233292" providerId="LiveId" clId="{B9AE2B71-EDD8-5CEA-A9B6-04399197A6CF}" dt="2026-07-21T23:53:17.153" v="25060" actId="164"/>
        <pc:sldMkLst>
          <pc:docMk/>
          <pc:sldMk cId="3441633917" sldId="724"/>
        </pc:sldMkLst>
        <pc:spChg chg="del">
          <ac:chgData name="Aoi Seki" userId="3c72e6668d233292" providerId="LiveId" clId="{B9AE2B71-EDD8-5CEA-A9B6-04399197A6CF}" dt="2026-07-21T23:51:30.056" v="25037" actId="478"/>
          <ac:spMkLst>
            <pc:docMk/>
            <pc:sldMk cId="3441633917" sldId="724"/>
            <ac:spMk id="2" creationId="{024DE522-4A1F-DB8D-6C77-6843E9A2ED36}"/>
          </ac:spMkLst>
        </pc:spChg>
        <pc:spChg chg="del">
          <ac:chgData name="Aoi Seki" userId="3c72e6668d233292" providerId="LiveId" clId="{B9AE2B71-EDD8-5CEA-A9B6-04399197A6CF}" dt="2026-07-21T23:51:30.056" v="25037" actId="478"/>
          <ac:spMkLst>
            <pc:docMk/>
            <pc:sldMk cId="3441633917" sldId="724"/>
            <ac:spMk id="3" creationId="{FF96C1A8-ED66-A498-98FF-1334D1DEFF8E}"/>
          </ac:spMkLst>
        </pc:spChg>
        <pc:spChg chg="del">
          <ac:chgData name="Aoi Seki" userId="3c72e6668d233292" providerId="LiveId" clId="{B9AE2B71-EDD8-5CEA-A9B6-04399197A6CF}" dt="2026-07-21T23:51:30.056" v="25037" actId="478"/>
          <ac:spMkLst>
            <pc:docMk/>
            <pc:sldMk cId="3441633917" sldId="724"/>
            <ac:spMk id="4" creationId="{96F0BD19-140E-D301-E517-BDFB48491EE1}"/>
          </ac:spMkLst>
        </pc:spChg>
        <pc:spChg chg="add del mod">
          <ac:chgData name="Aoi Seki" userId="3c72e6668d233292" providerId="LiveId" clId="{B9AE2B71-EDD8-5CEA-A9B6-04399197A6CF}" dt="2026-07-21T23:52:26.820" v="25046" actId="478"/>
          <ac:spMkLst>
            <pc:docMk/>
            <pc:sldMk cId="3441633917" sldId="724"/>
            <ac:spMk id="5" creationId="{1C77858D-5B9C-7EF4-AC23-CC9BBA6EEA4D}"/>
          </ac:spMkLst>
        </pc:spChg>
        <pc:spChg chg="add mod">
          <ac:chgData name="Aoi Seki" userId="3c72e6668d233292" providerId="LiveId" clId="{B9AE2B71-EDD8-5CEA-A9B6-04399197A6CF}" dt="2026-07-21T23:51:30.530" v="25038"/>
          <ac:spMkLst>
            <pc:docMk/>
            <pc:sldMk cId="3441633917" sldId="724"/>
            <ac:spMk id="7" creationId="{08362C53-9237-D7D8-B796-0DD55D2972E6}"/>
          </ac:spMkLst>
        </pc:spChg>
        <pc:spChg chg="add del mod">
          <ac:chgData name="Aoi Seki" userId="3c72e6668d233292" providerId="LiveId" clId="{B9AE2B71-EDD8-5CEA-A9B6-04399197A6CF}" dt="2026-07-21T23:52:26.820" v="25046" actId="478"/>
          <ac:spMkLst>
            <pc:docMk/>
            <pc:sldMk cId="3441633917" sldId="724"/>
            <ac:spMk id="8" creationId="{8CF3D430-212C-B1EC-B7A9-704304E55CB2}"/>
          </ac:spMkLst>
        </pc:spChg>
        <pc:spChg chg="mod">
          <ac:chgData name="Aoi Seki" userId="3c72e6668d233292" providerId="LiveId" clId="{B9AE2B71-EDD8-5CEA-A9B6-04399197A6CF}" dt="2026-07-21T23:51:43.534" v="25040"/>
          <ac:spMkLst>
            <pc:docMk/>
            <pc:sldMk cId="3441633917" sldId="724"/>
            <ac:spMk id="11" creationId="{CF5A669E-4B16-798E-54A3-37E0D2E43168}"/>
          </ac:spMkLst>
        </pc:spChg>
        <pc:spChg chg="mod">
          <ac:chgData name="Aoi Seki" userId="3c72e6668d233292" providerId="LiveId" clId="{B9AE2B71-EDD8-5CEA-A9B6-04399197A6CF}" dt="2026-07-21T23:51:43.534" v="25040"/>
          <ac:spMkLst>
            <pc:docMk/>
            <pc:sldMk cId="3441633917" sldId="724"/>
            <ac:spMk id="12" creationId="{BC73136C-ED20-91F8-76C4-C7854AE72C0F}"/>
          </ac:spMkLst>
        </pc:spChg>
        <pc:spChg chg="add mod">
          <ac:chgData name="Aoi Seki" userId="3c72e6668d233292" providerId="LiveId" clId="{B9AE2B71-EDD8-5CEA-A9B6-04399197A6CF}" dt="2026-07-21T23:52:27.167" v="25047"/>
          <ac:spMkLst>
            <pc:docMk/>
            <pc:sldMk cId="3441633917" sldId="724"/>
            <ac:spMk id="13" creationId="{3E975C91-C417-3110-BD10-C17E72C9C652}"/>
          </ac:spMkLst>
        </pc:spChg>
        <pc:spChg chg="add mod">
          <ac:chgData name="Aoi Seki" userId="3c72e6668d233292" providerId="LiveId" clId="{B9AE2B71-EDD8-5CEA-A9B6-04399197A6CF}" dt="2026-07-21T23:52:27.167" v="25047"/>
          <ac:spMkLst>
            <pc:docMk/>
            <pc:sldMk cId="3441633917" sldId="724"/>
            <ac:spMk id="14" creationId="{6F1CFC42-3118-00E9-2C1D-0EA7DD608172}"/>
          </ac:spMkLst>
        </pc:spChg>
        <pc:grpChg chg="add mod">
          <ac:chgData name="Aoi Seki" userId="3c72e6668d233292" providerId="LiveId" clId="{B9AE2B71-EDD8-5CEA-A9B6-04399197A6CF}" dt="2026-07-21T23:53:17.153" v="25060" actId="164"/>
          <ac:grpSpMkLst>
            <pc:docMk/>
            <pc:sldMk cId="3441633917" sldId="724"/>
            <ac:grpSpMk id="9" creationId="{9940B11F-90B4-10CF-EF79-9D98D0286785}"/>
          </ac:grpSpMkLst>
        </pc:grpChg>
        <pc:grpChg chg="add mod">
          <ac:chgData name="Aoi Seki" userId="3c72e6668d233292" providerId="LiveId" clId="{B9AE2B71-EDD8-5CEA-A9B6-04399197A6CF}" dt="2026-07-21T23:53:17.153" v="25060" actId="164"/>
          <ac:grpSpMkLst>
            <pc:docMk/>
            <pc:sldMk cId="3441633917" sldId="724"/>
            <ac:grpSpMk id="17" creationId="{CFD53D9F-CD3C-01F3-7285-CBAABEF73215}"/>
          </ac:grpSpMkLst>
        </pc:grpChg>
        <pc:picChg chg="del">
          <ac:chgData name="Aoi Seki" userId="3c72e6668d233292" providerId="LiveId" clId="{B9AE2B71-EDD8-5CEA-A9B6-04399197A6CF}" dt="2026-07-21T23:51:43.222" v="25039" actId="478"/>
          <ac:picMkLst>
            <pc:docMk/>
            <pc:sldMk cId="3441633917" sldId="724"/>
            <ac:picMk id="6" creationId="{7F7DF39C-9ACD-2E26-2944-1EE8873B64BA}"/>
          </ac:picMkLst>
        </pc:picChg>
        <pc:picChg chg="del mod">
          <ac:chgData name="Aoi Seki" userId="3c72e6668d233292" providerId="LiveId" clId="{B9AE2B71-EDD8-5CEA-A9B6-04399197A6CF}" dt="2026-07-21T23:53:11.060" v="25059" actId="478"/>
          <ac:picMkLst>
            <pc:docMk/>
            <pc:sldMk cId="3441633917" sldId="724"/>
            <ac:picMk id="10" creationId="{4152D536-A09D-1674-BD3E-D1D7CC3177D0}"/>
          </ac:picMkLst>
        </pc:picChg>
        <pc:picChg chg="add mod">
          <ac:chgData name="Aoi Seki" userId="3c72e6668d233292" providerId="LiveId" clId="{B9AE2B71-EDD8-5CEA-A9B6-04399197A6CF}" dt="2026-07-21T23:53:17.153" v="25060" actId="164"/>
          <ac:picMkLst>
            <pc:docMk/>
            <pc:sldMk cId="3441633917" sldId="724"/>
            <ac:picMk id="16" creationId="{4485643A-CB5D-0D24-90FF-6B1823987D60}"/>
          </ac:picMkLst>
        </pc:picChg>
      </pc:sldChg>
      <pc:sldChg chg="addSp delSp modSp add mod">
        <pc:chgData name="Aoi Seki" userId="3c72e6668d233292" providerId="LiveId" clId="{B9AE2B71-EDD8-5CEA-A9B6-04399197A6CF}" dt="2026-07-22T02:25:48.755" v="25829" actId="1036"/>
        <pc:sldMkLst>
          <pc:docMk/>
          <pc:sldMk cId="1440237601" sldId="725"/>
        </pc:sldMkLst>
        <pc:spChg chg="add mod">
          <ac:chgData name="Aoi Seki" userId="3c72e6668d233292" providerId="LiveId" clId="{B9AE2B71-EDD8-5CEA-A9B6-04399197A6CF}" dt="2026-07-22T00:17:42.867" v="25063"/>
          <ac:spMkLst>
            <pc:docMk/>
            <pc:sldMk cId="1440237601" sldId="725"/>
            <ac:spMk id="3" creationId="{D0319439-0E66-6DE3-DC09-B1F55EA8DA26}"/>
          </ac:spMkLst>
        </pc:spChg>
        <pc:spChg chg="add mod">
          <ac:chgData name="Aoi Seki" userId="3c72e6668d233292" providerId="LiveId" clId="{B9AE2B71-EDD8-5CEA-A9B6-04399197A6CF}" dt="2026-07-22T00:32:21.834" v="25749" actId="1035"/>
          <ac:spMkLst>
            <pc:docMk/>
            <pc:sldMk cId="1440237601" sldId="725"/>
            <ac:spMk id="10" creationId="{B122B451-8E9B-C938-E695-6B1C0F9AE33B}"/>
          </ac:spMkLst>
        </pc:spChg>
        <pc:spChg chg="add mod">
          <ac:chgData name="Aoi Seki" userId="3c72e6668d233292" providerId="LiveId" clId="{B9AE2B71-EDD8-5CEA-A9B6-04399197A6CF}" dt="2026-07-22T00:32:17.472" v="25748" actId="1036"/>
          <ac:spMkLst>
            <pc:docMk/>
            <pc:sldMk cId="1440237601" sldId="725"/>
            <ac:spMk id="13" creationId="{03F5A7C3-21D2-17EC-3667-CA68B2AE41CC}"/>
          </ac:spMkLst>
        </pc:spChg>
        <pc:spChg chg="add mod">
          <ac:chgData name="Aoi Seki" userId="3c72e6668d233292" providerId="LiveId" clId="{B9AE2B71-EDD8-5CEA-A9B6-04399197A6CF}" dt="2026-07-22T00:35:10.356" v="25781" actId="947"/>
          <ac:spMkLst>
            <pc:docMk/>
            <pc:sldMk cId="1440237601" sldId="725"/>
            <ac:spMk id="14" creationId="{8607932B-5F4C-FBA7-28BA-15D41AB4DE9A}"/>
          </ac:spMkLst>
        </pc:spChg>
        <pc:spChg chg="add del mod">
          <ac:chgData name="Aoi Seki" userId="3c72e6668d233292" providerId="LiveId" clId="{B9AE2B71-EDD8-5CEA-A9B6-04399197A6CF}" dt="2026-07-22T00:28:52.910" v="25613" actId="478"/>
          <ac:spMkLst>
            <pc:docMk/>
            <pc:sldMk cId="1440237601" sldId="725"/>
            <ac:spMk id="15" creationId="{AC040718-4095-A6ED-61CE-EE34A46A8738}"/>
          </ac:spMkLst>
        </pc:spChg>
        <pc:spChg chg="add del mod">
          <ac:chgData name="Aoi Seki" userId="3c72e6668d233292" providerId="LiveId" clId="{B9AE2B71-EDD8-5CEA-A9B6-04399197A6CF}" dt="2026-07-22T00:31:06.921" v="25729" actId="478"/>
          <ac:spMkLst>
            <pc:docMk/>
            <pc:sldMk cId="1440237601" sldId="725"/>
            <ac:spMk id="16" creationId="{0CA03807-3599-03A4-7860-A18DFD0FC1D7}"/>
          </ac:spMkLst>
        </pc:spChg>
        <pc:spChg chg="add del mod">
          <ac:chgData name="Aoi Seki" userId="3c72e6668d233292" providerId="LiveId" clId="{B9AE2B71-EDD8-5CEA-A9B6-04399197A6CF}" dt="2026-07-22T00:31:06.921" v="25729" actId="478"/>
          <ac:spMkLst>
            <pc:docMk/>
            <pc:sldMk cId="1440237601" sldId="725"/>
            <ac:spMk id="17" creationId="{139BA88D-4D08-AAD5-1031-C034CDBFEEBD}"/>
          </ac:spMkLst>
        </pc:spChg>
        <pc:spChg chg="add mod">
          <ac:chgData name="Aoi Seki" userId="3c72e6668d233292" providerId="LiveId" clId="{B9AE2B71-EDD8-5CEA-A9B6-04399197A6CF}" dt="2026-07-22T02:25:48.755" v="25829" actId="1036"/>
          <ac:spMkLst>
            <pc:docMk/>
            <pc:sldMk cId="1440237601" sldId="725"/>
            <ac:spMk id="18" creationId="{8AD58E39-A831-D43A-10C4-131500C19757}"/>
          </ac:spMkLst>
        </pc:spChg>
        <pc:spChg chg="add mod">
          <ac:chgData name="Aoi Seki" userId="3c72e6668d233292" providerId="LiveId" clId="{B9AE2B71-EDD8-5CEA-A9B6-04399197A6CF}" dt="2026-07-22T02:23:52.561" v="25828" actId="1035"/>
          <ac:spMkLst>
            <pc:docMk/>
            <pc:sldMk cId="1440237601" sldId="725"/>
            <ac:spMk id="19" creationId="{10044E49-D048-F105-963C-62CFA7F88795}"/>
          </ac:spMkLst>
        </pc:spChg>
        <pc:spChg chg="add mod">
          <ac:chgData name="Aoi Seki" userId="3c72e6668d233292" providerId="LiveId" clId="{B9AE2B71-EDD8-5CEA-A9B6-04399197A6CF}" dt="2026-07-22T02:23:52.561" v="25828" actId="1035"/>
          <ac:spMkLst>
            <pc:docMk/>
            <pc:sldMk cId="1440237601" sldId="725"/>
            <ac:spMk id="20" creationId="{55E5E9B7-A91F-B928-A9F3-3F5C74ED168C}"/>
          </ac:spMkLst>
        </pc:spChg>
        <pc:grpChg chg="del">
          <ac:chgData name="Aoi Seki" userId="3c72e6668d233292" providerId="LiveId" clId="{B9AE2B71-EDD8-5CEA-A9B6-04399197A6CF}" dt="2026-07-22T00:17:19.739" v="25062" actId="478"/>
          <ac:grpSpMkLst>
            <pc:docMk/>
            <pc:sldMk cId="1440237601" sldId="725"/>
            <ac:grpSpMk id="11" creationId="{24483A53-A93A-8733-3156-87DF3C6589B1}"/>
          </ac:grpSpMkLst>
        </pc:grpChg>
        <pc:grpChg chg="del mod">
          <ac:chgData name="Aoi Seki" userId="3c72e6668d233292" providerId="LiveId" clId="{B9AE2B71-EDD8-5CEA-A9B6-04399197A6CF}" dt="2026-07-22T00:26:00.641" v="25407" actId="478"/>
          <ac:grpSpMkLst>
            <pc:docMk/>
            <pc:sldMk cId="1440237601" sldId="725"/>
            <ac:grpSpMk id="12" creationId="{8DF09E5D-540C-2C0F-DEA5-EDD00CBFD2B6}"/>
          </ac:grpSpMkLst>
        </pc:grpChg>
      </pc:sldChg>
      <pc:sldChg chg="add del">
        <pc:chgData name="Aoi Seki" userId="3c72e6668d233292" providerId="LiveId" clId="{B9AE2B71-EDD8-5CEA-A9B6-04399197A6CF}" dt="2026-07-22T00:36:28.022" v="25797" actId="2696"/>
        <pc:sldMkLst>
          <pc:docMk/>
          <pc:sldMk cId="1576689341" sldId="726"/>
        </pc:sldMkLst>
      </pc:sldChg>
      <pc:sldChg chg="add">
        <pc:chgData name="Aoi Seki" userId="3c72e6668d233292" providerId="LiveId" clId="{B9AE2B71-EDD8-5CEA-A9B6-04399197A6CF}" dt="2026-07-21T23:53:50.727" v="25061"/>
        <pc:sldMkLst>
          <pc:docMk/>
          <pc:sldMk cId="1624146433" sldId="727"/>
        </pc:sldMkLst>
      </pc:sldChg>
      <pc:sldMasterChg chg="modSldLayout">
        <pc:chgData name="Aoi Seki" userId="3c72e6668d233292" providerId="LiveId" clId="{B9AE2B71-EDD8-5CEA-A9B6-04399197A6CF}" dt="2026-07-07T12:13:48.133" v="18974" actId="20577"/>
        <pc:sldMasterMkLst>
          <pc:docMk/>
          <pc:sldMasterMk cId="3847310903" sldId="2147483738"/>
        </pc:sldMasterMkLst>
        <pc:sldLayoutChg chg="modSp mod">
          <pc:chgData name="Aoi Seki" userId="3c72e6668d233292" providerId="LiveId" clId="{B9AE2B71-EDD8-5CEA-A9B6-04399197A6CF}" dt="2026-07-07T08:42:28.144" v="17769" actId="20577"/>
          <pc:sldLayoutMkLst>
            <pc:docMk/>
            <pc:sldMasterMk cId="3847310903" sldId="2147483738"/>
            <pc:sldLayoutMk cId="941720685" sldId="2147483761"/>
          </pc:sldLayoutMkLst>
          <pc:spChg chg="mod">
            <ac:chgData name="Aoi Seki" userId="3c72e6668d233292" providerId="LiveId" clId="{B9AE2B71-EDD8-5CEA-A9B6-04399197A6CF}" dt="2026-07-07T08:42:28.144" v="17769" actId="20577"/>
            <ac:spMkLst>
              <pc:docMk/>
              <pc:sldMasterMk cId="3847310903" sldId="2147483738"/>
              <pc:sldLayoutMk cId="941720685" sldId="2147483761"/>
              <ac:spMk id="6" creationId="{48A53052-673D-3D58-8593-41204167CE3F}"/>
            </ac:spMkLst>
          </pc:spChg>
        </pc:sldLayoutChg>
        <pc:sldLayoutChg chg="modSp mod">
          <pc:chgData name="Aoi Seki" userId="3c72e6668d233292" providerId="LiveId" clId="{B9AE2B71-EDD8-5CEA-A9B6-04399197A6CF}" dt="2026-07-07T12:13:48.133" v="18974" actId="20577"/>
          <pc:sldLayoutMkLst>
            <pc:docMk/>
            <pc:sldMasterMk cId="3847310903" sldId="2147483738"/>
            <pc:sldLayoutMk cId="896620167" sldId="2147483762"/>
          </pc:sldLayoutMkLst>
          <pc:spChg chg="mod">
            <ac:chgData name="Aoi Seki" userId="3c72e6668d233292" providerId="LiveId" clId="{B9AE2B71-EDD8-5CEA-A9B6-04399197A6CF}" dt="2026-07-07T12:13:48.133" v="18974" actId="20577"/>
            <ac:spMkLst>
              <pc:docMk/>
              <pc:sldMasterMk cId="3847310903" sldId="2147483738"/>
              <pc:sldLayoutMk cId="896620167" sldId="2147483762"/>
              <ac:spMk id="6" creationId="{48A53052-673D-3D58-8593-41204167CE3F}"/>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7F15BE4-A486-474C-B16D-8EC3F0EBB2E4}" type="datetimeFigureOut">
              <a:rPr kumimoji="1" lang="ja-JP" altLang="en-US" smtClean="0"/>
              <a:t>2026/9/22</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EEE8E2C-C6E7-47E1-A50F-F18D407175ED}" type="slidenum">
              <a:rPr kumimoji="1" lang="ja-JP" altLang="en-US" smtClean="0"/>
              <a:t>‹#›</a:t>
            </a:fld>
            <a:endParaRPr kumimoji="1" lang="ja-JP" altLang="en-US"/>
          </a:p>
        </p:txBody>
      </p:sp>
    </p:spTree>
    <p:extLst>
      <p:ext uri="{BB962C8B-B14F-4D97-AF65-F5344CB8AC3E}">
        <p14:creationId xmlns:p14="http://schemas.microsoft.com/office/powerpoint/2010/main" val="69496942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DCA33D-451C-9BE2-BC75-75F36A09638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25ECED0-362A-BEE8-A0E4-0A5C7B21ECDE}"/>
              </a:ext>
            </a:extLst>
          </p:cNvPr>
          <p:cNvSpPr>
            <a:spLocks noGrp="1" noRot="1" noChangeAspect="1"/>
          </p:cNvSpPr>
          <p:nvPr>
            <p:ph type="sldImg"/>
          </p:nvPr>
        </p:nvSpPr>
        <p:spPr>
          <a:xfrm>
            <a:off x="685800" y="1143000"/>
            <a:ext cx="5486400" cy="3086100"/>
          </a:xfrm>
        </p:spPr>
      </p:sp>
      <p:sp>
        <p:nvSpPr>
          <p:cNvPr id="3" name="ノート プレースホルダー 2">
            <a:extLst>
              <a:ext uri="{FF2B5EF4-FFF2-40B4-BE49-F238E27FC236}">
                <a16:creationId xmlns:a16="http://schemas.microsoft.com/office/drawing/2014/main" id="{205E2F25-3BFE-68CB-9CC1-941811008784}"/>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49A7B84-46AC-2D98-7385-6ACCC76CFD9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EEE8E2C-C6E7-47E1-A50F-F18D407175ED}" type="slidenum">
              <a:rPr kumimoji="1" lang="ja-JP" altLang="en-US" sz="1200" b="0" i="0" u="none" strike="noStrike" kern="1200" cap="none" spc="0" normalizeH="0" baseline="0" noProof="0" smtClean="0">
                <a:ln>
                  <a:noFill/>
                </a:ln>
                <a:solidFill>
                  <a:prstClr val="black"/>
                </a:solidFill>
                <a:effectLst/>
                <a:uLnTx/>
                <a:uFillTx/>
                <a:latin typeface="游ゴシック" panose="020F0502020204030204"/>
                <a:ea typeface="游ゴシック" panose="020B0400000000000000"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1" lang="ja-JP" altLang="en-US" sz="1200" b="0" i="0" u="none" strike="noStrike" kern="1200" cap="none" spc="0" normalizeH="0" baseline="0" noProof="0">
              <a:ln>
                <a:noFill/>
              </a:ln>
              <a:solidFill>
                <a:prstClr val="black"/>
              </a:solidFill>
              <a:effectLst/>
              <a:uLnTx/>
              <a:uFillTx/>
              <a:latin typeface="游ゴシック" panose="020F0502020204030204"/>
              <a:ea typeface="游ゴシック" panose="020B0400000000000000" pitchFamily="50" charset="-128"/>
              <a:cs typeface="+mn-cs"/>
            </a:endParaRPr>
          </a:p>
        </p:txBody>
      </p:sp>
    </p:spTree>
    <p:extLst>
      <p:ext uri="{BB962C8B-B14F-4D97-AF65-F5344CB8AC3E}">
        <p14:creationId xmlns:p14="http://schemas.microsoft.com/office/powerpoint/2010/main" val="17519921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685800" y="1143000"/>
            <a:ext cx="5486400" cy="3086100"/>
          </a:xfrm>
        </p:spPr>
      </p:sp>
      <p:sp>
        <p:nvSpPr>
          <p:cNvPr id="3" name="ノート プレースホルダー 2"/>
          <p:cNvSpPr>
            <a:spLocks noGrp="1"/>
          </p:cNvSpPr>
          <p:nvPr>
            <p:ph type="body" idx="1"/>
          </p:nvPr>
        </p:nvSpPr>
        <p:spPr/>
        <p:txBody>
          <a:bodyPr/>
          <a:lstStyle/>
          <a:p>
            <a:endParaRPr kumimoji="1" lang="en-US" altLang="ja-JP" dirty="0"/>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2</a:t>
            </a:fld>
            <a:endParaRPr kumimoji="1" lang="ja-JP" altLang="en-US"/>
          </a:p>
        </p:txBody>
      </p:sp>
    </p:spTree>
    <p:extLst>
      <p:ext uri="{BB962C8B-B14F-4D97-AF65-F5344CB8AC3E}">
        <p14:creationId xmlns:p14="http://schemas.microsoft.com/office/powerpoint/2010/main" val="1618220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（文献調査により）得られた結果だけを伝える</a:t>
            </a:r>
            <a:br>
              <a:rPr kumimoji="1" lang="en-US" altLang="ja-JP" dirty="0"/>
            </a:br>
            <a:endParaRPr kumimoji="1" lang="en-US" altLang="ja-JP" dirty="0"/>
          </a:p>
          <a:p>
            <a:r>
              <a:rPr kumimoji="1" lang="ja-JP" altLang="en-US"/>
              <a:t>伝えないといけないのは、</a:t>
            </a:r>
            <a:br>
              <a:rPr kumimoji="1" lang="en-US" altLang="ja-JP" dirty="0"/>
            </a:br>
            <a:r>
              <a:rPr kumimoji="1" lang="ja-JP" altLang="en-US"/>
              <a:t>・詳細ニーズ</a:t>
            </a:r>
            <a:r>
              <a:rPr kumimoji="1" lang="en-US" altLang="ja-JP" dirty="0"/>
              <a:t>×</a:t>
            </a:r>
            <a:r>
              <a:rPr kumimoji="1" lang="ja-JP" altLang="en-US"/>
              <a:t>属性の全体感</a:t>
            </a:r>
            <a:endParaRPr kumimoji="1" lang="en-US" altLang="ja-JP" dirty="0"/>
          </a:p>
          <a:p>
            <a:r>
              <a:rPr kumimoji="1" lang="ja-JP" altLang="en-US"/>
              <a:t>・文献調査によるという点</a:t>
            </a:r>
            <a:endParaRPr kumimoji="1" lang="en-US" altLang="ja-JP" dirty="0"/>
          </a:p>
          <a:p>
            <a:r>
              <a:rPr kumimoji="1" lang="ja-JP" altLang="en-US"/>
              <a:t>・本プロジェクトで注力するニーズの内容</a:t>
            </a:r>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3</a:t>
            </a:fld>
            <a:endParaRPr kumimoji="1" lang="ja-JP" altLang="en-US"/>
          </a:p>
        </p:txBody>
      </p:sp>
    </p:spTree>
    <p:extLst>
      <p:ext uri="{BB962C8B-B14F-4D97-AF65-F5344CB8AC3E}">
        <p14:creationId xmlns:p14="http://schemas.microsoft.com/office/powerpoint/2010/main" val="31167721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685800" y="1143000"/>
            <a:ext cx="5486400" cy="3086100"/>
          </a:xfrm>
        </p:spPr>
      </p:sp>
      <p:sp>
        <p:nvSpPr>
          <p:cNvPr id="3" name="ノート プレースホルダー 2"/>
          <p:cNvSpPr>
            <a:spLocks noGrp="1"/>
          </p:cNvSpPr>
          <p:nvPr>
            <p:ph type="body" idx="1"/>
          </p:nvPr>
        </p:nvSpPr>
        <p:spPr/>
        <p:txBody>
          <a:bodyPr/>
          <a:lstStyle/>
          <a:p>
            <a:r>
              <a:rPr kumimoji="1" lang="ja-JP" altLang="en-US"/>
              <a:t>ここは、ひとつまえの補足</a:t>
            </a:r>
            <a:br>
              <a:rPr kumimoji="1" lang="en-US" altLang="ja-JP" dirty="0"/>
            </a:br>
            <a:r>
              <a:rPr kumimoji="1" lang="ja-JP" altLang="en-US"/>
              <a:t>特に、ニーズの大きさと変化の算出方法、ならびに判定基準について</a:t>
            </a:r>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4</a:t>
            </a:fld>
            <a:endParaRPr kumimoji="1" lang="ja-JP" altLang="en-US"/>
          </a:p>
        </p:txBody>
      </p:sp>
    </p:spTree>
    <p:extLst>
      <p:ext uri="{BB962C8B-B14F-4D97-AF65-F5344CB8AC3E}">
        <p14:creationId xmlns:p14="http://schemas.microsoft.com/office/powerpoint/2010/main" val="41348698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AD9C21-D06C-8EBD-BC56-9BD5387A950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612C746-0809-7A80-602E-B6845392CC1F}"/>
              </a:ext>
            </a:extLst>
          </p:cNvPr>
          <p:cNvSpPr>
            <a:spLocks noGrp="1" noRot="1" noChangeAspect="1"/>
          </p:cNvSpPr>
          <p:nvPr>
            <p:ph type="sldImg"/>
          </p:nvPr>
        </p:nvSpPr>
        <p:spPr>
          <a:xfrm>
            <a:off x="685800" y="1143000"/>
            <a:ext cx="5486400" cy="3086100"/>
          </a:xfrm>
        </p:spPr>
      </p:sp>
      <p:sp>
        <p:nvSpPr>
          <p:cNvPr id="3" name="ノート プレースホルダー 2">
            <a:extLst>
              <a:ext uri="{FF2B5EF4-FFF2-40B4-BE49-F238E27FC236}">
                <a16:creationId xmlns:a16="http://schemas.microsoft.com/office/drawing/2014/main" id="{570E575D-6857-8975-24D0-E565AEF53227}"/>
              </a:ext>
            </a:extLst>
          </p:cNvPr>
          <p:cNvSpPr>
            <a:spLocks noGrp="1"/>
          </p:cNvSpPr>
          <p:nvPr>
            <p:ph type="body" idx="1"/>
          </p:nvPr>
        </p:nvSpPr>
        <p:spPr/>
        <p:txBody>
          <a:bodyPr/>
          <a:lstStyle/>
          <a:p>
            <a:r>
              <a:rPr kumimoji="1" lang="ja-JP" altLang="en-US"/>
              <a:t>セブンイレブンに重きをおいて、このタイミングで特定された問題を伝える</a:t>
            </a:r>
            <a:endParaRPr kumimoji="1" lang="en-US" altLang="ja-JP" dirty="0"/>
          </a:p>
          <a:p>
            <a:endParaRPr kumimoji="1" lang="en-US" altLang="ja-JP" dirty="0"/>
          </a:p>
          <a:p>
            <a:r>
              <a:rPr kumimoji="1" lang="ja-JP" altLang="en-US"/>
              <a:t>伝えないといけないのは、</a:t>
            </a:r>
            <a:endParaRPr kumimoji="1" lang="en-US" altLang="ja-JP" dirty="0"/>
          </a:p>
          <a:p>
            <a:r>
              <a:rPr kumimoji="1" lang="ja-JP" altLang="en-US"/>
              <a:t>・注力する健康ニーズをまとめる</a:t>
            </a:r>
            <a:endParaRPr kumimoji="1" lang="en-US" altLang="ja-JP" dirty="0"/>
          </a:p>
          <a:p>
            <a:r>
              <a:rPr kumimoji="1" lang="ja-JP" altLang="en-US"/>
              <a:t>・セブンイレブンの対応を考えることがメインだということ（他は比較対象）</a:t>
            </a:r>
            <a:endParaRPr kumimoji="1" lang="en-US" altLang="ja-JP" dirty="0"/>
          </a:p>
          <a:p>
            <a:r>
              <a:rPr kumimoji="1" lang="ja-JP" altLang="en-US"/>
              <a:t>・「対応」の定義</a:t>
            </a:r>
            <a:endParaRPr kumimoji="1" lang="en-US" altLang="ja-JP" dirty="0"/>
          </a:p>
          <a:p>
            <a:r>
              <a:rPr kumimoji="1" lang="ja-JP" altLang="en-US"/>
              <a:t>・「対応」の評価方法</a:t>
            </a:r>
            <a:endParaRPr kumimoji="1" lang="en-US" altLang="ja-JP" dirty="0"/>
          </a:p>
          <a:p>
            <a:r>
              <a:rPr kumimoji="1" lang="ja-JP" altLang="en-US"/>
              <a:t>・特定された問題</a:t>
            </a:r>
          </a:p>
        </p:txBody>
      </p:sp>
      <p:sp>
        <p:nvSpPr>
          <p:cNvPr id="4" name="スライド番号プレースホルダー 3">
            <a:extLst>
              <a:ext uri="{FF2B5EF4-FFF2-40B4-BE49-F238E27FC236}">
                <a16:creationId xmlns:a16="http://schemas.microsoft.com/office/drawing/2014/main" id="{A9A5C18C-8ECB-34AB-F15A-4AB933FE6154}"/>
              </a:ext>
            </a:extLst>
          </p:cNvPr>
          <p:cNvSpPr>
            <a:spLocks noGrp="1"/>
          </p:cNvSpPr>
          <p:nvPr>
            <p:ph type="sldNum" sz="quarter" idx="5"/>
          </p:nvPr>
        </p:nvSpPr>
        <p:spPr/>
        <p:txBody>
          <a:bodyPr/>
          <a:lstStyle/>
          <a:p>
            <a:fld id="{EEEE8E2C-C6E7-47E1-A50F-F18D407175ED}" type="slidenum">
              <a:rPr kumimoji="1" lang="ja-JP" altLang="en-US" smtClean="0"/>
              <a:t>5</a:t>
            </a:fld>
            <a:endParaRPr kumimoji="1" lang="ja-JP" altLang="en-US"/>
          </a:p>
        </p:txBody>
      </p:sp>
    </p:spTree>
    <p:extLst>
      <p:ext uri="{BB962C8B-B14F-4D97-AF65-F5344CB8AC3E}">
        <p14:creationId xmlns:p14="http://schemas.microsoft.com/office/powerpoint/2010/main" val="22150612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92EB3-3168-7EFD-2970-C6B61B9E094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E1004F7-6F8B-B7EC-C8CC-3DE603D2CB89}"/>
              </a:ext>
            </a:extLst>
          </p:cNvPr>
          <p:cNvSpPr>
            <a:spLocks noGrp="1" noRot="1" noChangeAspect="1"/>
          </p:cNvSpPr>
          <p:nvPr>
            <p:ph type="sldImg"/>
          </p:nvPr>
        </p:nvSpPr>
        <p:spPr>
          <a:xfrm>
            <a:off x="685800" y="1143000"/>
            <a:ext cx="5486400" cy="3086100"/>
          </a:xfrm>
        </p:spPr>
      </p:sp>
      <p:sp>
        <p:nvSpPr>
          <p:cNvPr id="3" name="ノート プレースホルダー 2">
            <a:extLst>
              <a:ext uri="{FF2B5EF4-FFF2-40B4-BE49-F238E27FC236}">
                <a16:creationId xmlns:a16="http://schemas.microsoft.com/office/drawing/2014/main" id="{A7BBC2CA-8454-B811-0201-A5420CCFEB01}"/>
              </a:ext>
            </a:extLst>
          </p:cNvPr>
          <p:cNvSpPr>
            <a:spLocks noGrp="1"/>
          </p:cNvSpPr>
          <p:nvPr>
            <p:ph type="body" idx="1"/>
          </p:nvPr>
        </p:nvSpPr>
        <p:spPr/>
        <p:txBody>
          <a:bodyPr/>
          <a:lstStyle/>
          <a:p>
            <a:r>
              <a:rPr kumimoji="1" lang="ja-JP" altLang="en-US"/>
              <a:t>「対応」に該当する商品を抽出した</a:t>
            </a:r>
            <a:endParaRPr kumimoji="1" lang="en-US" altLang="ja-JP" dirty="0"/>
          </a:p>
          <a:p>
            <a:r>
              <a:rPr kumimoji="1" lang="ja-JP" altLang="en-US"/>
              <a:t>（文献調査により）得られた結果のみを伝える</a:t>
            </a:r>
            <a:endParaRPr kumimoji="1" lang="en-US" altLang="ja-JP" dirty="0"/>
          </a:p>
          <a:p>
            <a:endParaRPr kumimoji="1" lang="en-US" altLang="ja-JP" dirty="0"/>
          </a:p>
          <a:p>
            <a:r>
              <a:rPr kumimoji="1" lang="ja-JP" altLang="en-US"/>
              <a:t>その商品数に基づき、実施量を評価した</a:t>
            </a:r>
            <a:endParaRPr kumimoji="1" lang="en-US" altLang="ja-JP" dirty="0"/>
          </a:p>
          <a:p>
            <a:endParaRPr kumimoji="1" lang="en-US" altLang="ja-JP" dirty="0"/>
          </a:p>
          <a:p>
            <a:r>
              <a:rPr kumimoji="1" lang="ja-JP" altLang="en-US"/>
              <a:t>伝えないといけにこと、</a:t>
            </a:r>
            <a:endParaRPr kumimoji="1" lang="en-US" altLang="ja-JP" dirty="0"/>
          </a:p>
          <a:p>
            <a:r>
              <a:rPr kumimoji="1" lang="ja-JP" altLang="en-US"/>
              <a:t>・「対応」に該当する商品が、実際にあるということを、商品名を紹介して伝える</a:t>
            </a:r>
            <a:endParaRPr kumimoji="1" lang="en-US" altLang="ja-JP" dirty="0"/>
          </a:p>
          <a:p>
            <a:r>
              <a:rPr kumimoji="1" lang="ja-JP" altLang="en-US"/>
              <a:t>・文献調査に基づくということ</a:t>
            </a:r>
            <a:endParaRPr kumimoji="1" lang="en-US" altLang="ja-JP" dirty="0"/>
          </a:p>
          <a:p>
            <a:r>
              <a:rPr kumimoji="1" lang="ja-JP" altLang="en-US"/>
              <a:t>・脂質への対応が不十分であるという点で、問題であるということ</a:t>
            </a:r>
            <a:endParaRPr kumimoji="1" lang="en-US" altLang="ja-JP" dirty="0"/>
          </a:p>
          <a:p>
            <a:r>
              <a:rPr kumimoji="1" lang="ja-JP" altLang="en-US"/>
              <a:t>・他社も同様であること</a:t>
            </a:r>
            <a:endParaRPr kumimoji="1" lang="en-US" altLang="ja-JP" dirty="0"/>
          </a:p>
          <a:p>
            <a:endParaRPr kumimoji="1" lang="en-US" altLang="ja-JP" dirty="0"/>
          </a:p>
          <a:p>
            <a:r>
              <a:rPr kumimoji="1" lang="en-US" altLang="ja-JP" dirty="0"/>
              <a:t>※</a:t>
            </a:r>
            <a:r>
              <a:rPr kumimoji="1" lang="ja-JP" altLang="en-US"/>
              <a:t> 実施量の評価の判定基準がなぜその値なのかについては、聞かれたら答える</a:t>
            </a:r>
            <a:endParaRPr kumimoji="1" lang="en-US" altLang="ja-JP" dirty="0"/>
          </a:p>
        </p:txBody>
      </p:sp>
      <p:sp>
        <p:nvSpPr>
          <p:cNvPr id="4" name="スライド番号プレースホルダー 3">
            <a:extLst>
              <a:ext uri="{FF2B5EF4-FFF2-40B4-BE49-F238E27FC236}">
                <a16:creationId xmlns:a16="http://schemas.microsoft.com/office/drawing/2014/main" id="{C7216F4B-3C39-EADD-8C3F-65F38053CB38}"/>
              </a:ext>
            </a:extLst>
          </p:cNvPr>
          <p:cNvSpPr>
            <a:spLocks noGrp="1"/>
          </p:cNvSpPr>
          <p:nvPr>
            <p:ph type="sldNum" sz="quarter" idx="5"/>
          </p:nvPr>
        </p:nvSpPr>
        <p:spPr/>
        <p:txBody>
          <a:bodyPr/>
          <a:lstStyle/>
          <a:p>
            <a:fld id="{EEEE8E2C-C6E7-47E1-A50F-F18D407175ED}" type="slidenum">
              <a:rPr kumimoji="1" lang="ja-JP" altLang="en-US" smtClean="0"/>
              <a:t>6</a:t>
            </a:fld>
            <a:endParaRPr kumimoji="1" lang="ja-JP" altLang="en-US"/>
          </a:p>
        </p:txBody>
      </p:sp>
    </p:spTree>
    <p:extLst>
      <p:ext uri="{BB962C8B-B14F-4D97-AF65-F5344CB8AC3E}">
        <p14:creationId xmlns:p14="http://schemas.microsoft.com/office/powerpoint/2010/main" val="724914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72CA5-38B7-365B-9D50-6141D281D58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BC82777-E0DE-E13B-5C4C-1AF63D366AF0}"/>
              </a:ext>
            </a:extLst>
          </p:cNvPr>
          <p:cNvSpPr>
            <a:spLocks noGrp="1" noRot="1" noChangeAspect="1"/>
          </p:cNvSpPr>
          <p:nvPr>
            <p:ph type="sldImg"/>
          </p:nvPr>
        </p:nvSpPr>
        <p:spPr>
          <a:xfrm>
            <a:off x="685800" y="1143000"/>
            <a:ext cx="5486400" cy="3086100"/>
          </a:xfrm>
        </p:spPr>
      </p:sp>
      <p:sp>
        <p:nvSpPr>
          <p:cNvPr id="3" name="ノート プレースホルダー 2">
            <a:extLst>
              <a:ext uri="{FF2B5EF4-FFF2-40B4-BE49-F238E27FC236}">
                <a16:creationId xmlns:a16="http://schemas.microsoft.com/office/drawing/2014/main" id="{01CFBBAD-F548-66BD-6278-63ADB97AA3A7}"/>
              </a:ext>
            </a:extLst>
          </p:cNvPr>
          <p:cNvSpPr>
            <a:spLocks noGrp="1"/>
          </p:cNvSpPr>
          <p:nvPr>
            <p:ph type="body" idx="1"/>
          </p:nvPr>
        </p:nvSpPr>
        <p:spPr/>
        <p:txBody>
          <a:bodyPr/>
          <a:lstStyle/>
          <a:p>
            <a:r>
              <a:rPr kumimoji="1" lang="ja-JP" altLang="en-US"/>
              <a:t>ここは一つ前の補足</a:t>
            </a:r>
            <a:endParaRPr kumimoji="1" lang="en-US" altLang="ja-JP" dirty="0"/>
          </a:p>
          <a:p>
            <a:r>
              <a:rPr kumimoji="1" lang="ja-JP" altLang="en-US"/>
              <a:t>「対応」に該当する商品を抽出する方法について</a:t>
            </a:r>
            <a:endParaRPr kumimoji="1" lang="en-US" altLang="ja-JP" dirty="0"/>
          </a:p>
          <a:p>
            <a:r>
              <a:rPr kumimoji="1" lang="ja-JP" altLang="en-US"/>
              <a:t>判定基準も含めて</a:t>
            </a:r>
            <a:endParaRPr kumimoji="1" lang="en-US" altLang="ja-JP" dirty="0"/>
          </a:p>
        </p:txBody>
      </p:sp>
      <p:sp>
        <p:nvSpPr>
          <p:cNvPr id="4" name="スライド番号プレースホルダー 3">
            <a:extLst>
              <a:ext uri="{FF2B5EF4-FFF2-40B4-BE49-F238E27FC236}">
                <a16:creationId xmlns:a16="http://schemas.microsoft.com/office/drawing/2014/main" id="{39409717-6617-150F-06D6-958675DFCCCD}"/>
              </a:ext>
            </a:extLst>
          </p:cNvPr>
          <p:cNvSpPr>
            <a:spLocks noGrp="1"/>
          </p:cNvSpPr>
          <p:nvPr>
            <p:ph type="sldNum" sz="quarter" idx="5"/>
          </p:nvPr>
        </p:nvSpPr>
        <p:spPr/>
        <p:txBody>
          <a:bodyPr/>
          <a:lstStyle/>
          <a:p>
            <a:fld id="{EEEE8E2C-C6E7-47E1-A50F-F18D407175ED}" type="slidenum">
              <a:rPr kumimoji="1" lang="ja-JP" altLang="en-US" smtClean="0"/>
              <a:t>7</a:t>
            </a:fld>
            <a:endParaRPr kumimoji="1" lang="ja-JP" altLang="en-US"/>
          </a:p>
        </p:txBody>
      </p:sp>
    </p:spTree>
    <p:extLst>
      <p:ext uri="{BB962C8B-B14F-4D97-AF65-F5344CB8AC3E}">
        <p14:creationId xmlns:p14="http://schemas.microsoft.com/office/powerpoint/2010/main" val="26399931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685800" y="1143000"/>
            <a:ext cx="5486400" cy="3086100"/>
          </a:xfrm>
        </p:spPr>
      </p:sp>
      <p:sp>
        <p:nvSpPr>
          <p:cNvPr id="3" name="ノート プレースホルダー 2"/>
          <p:cNvSpPr>
            <a:spLocks noGrp="1"/>
          </p:cNvSpPr>
          <p:nvPr>
            <p:ph type="body" idx="1"/>
          </p:nvPr>
        </p:nvSpPr>
        <p:spPr/>
        <p:txBody>
          <a:bodyPr/>
          <a:lstStyle/>
          <a:p>
            <a:r>
              <a:rPr kumimoji="1" lang="ja-JP" altLang="en-US"/>
              <a:t>購買記録数の概念を導入する</a:t>
            </a:r>
            <a:endParaRPr kumimoji="1" lang="en-US" altLang="ja-JP" dirty="0"/>
          </a:p>
          <a:p>
            <a:r>
              <a:rPr kumimoji="1" lang="ja-JP" altLang="en-US"/>
              <a:t>（ここでは、二つの要素については話さない）</a:t>
            </a:r>
            <a:endParaRPr kumimoji="1" lang="en-US" altLang="ja-JP" dirty="0"/>
          </a:p>
          <a:p>
            <a:endParaRPr kumimoji="1" lang="en-US" altLang="ja-JP" dirty="0"/>
          </a:p>
          <a:p>
            <a:r>
              <a:rPr kumimoji="1" lang="ja-JP" altLang="en-US"/>
              <a:t>伝えないといけないこと、</a:t>
            </a:r>
            <a:endParaRPr kumimoji="1" lang="en-US" altLang="ja-JP" dirty="0"/>
          </a:p>
          <a:p>
            <a:r>
              <a:rPr kumimoji="1" lang="ja-JP" altLang="en-US"/>
              <a:t>・ここからは、</a:t>
            </a:r>
            <a:r>
              <a:rPr kumimoji="1" lang="en-US" altLang="ja-JP" dirty="0" err="1"/>
              <a:t>zaim</a:t>
            </a:r>
            <a:r>
              <a:rPr kumimoji="1" lang="ja-JP" altLang="en-US"/>
              <a:t>のデータ分析であること</a:t>
            </a:r>
            <a:endParaRPr kumimoji="1" lang="en-US" altLang="ja-JP" dirty="0"/>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8</a:t>
            </a:fld>
            <a:endParaRPr kumimoji="1" lang="ja-JP" altLang="en-US"/>
          </a:p>
        </p:txBody>
      </p:sp>
    </p:spTree>
    <p:extLst>
      <p:ext uri="{BB962C8B-B14F-4D97-AF65-F5344CB8AC3E}">
        <p14:creationId xmlns:p14="http://schemas.microsoft.com/office/powerpoint/2010/main" val="419438788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購買記録数の値と、それに基づく適切さの評価について</a:t>
            </a:r>
            <a:endParaRPr kumimoji="1" lang="en-US" altLang="ja-JP" dirty="0"/>
          </a:p>
          <a:p>
            <a:endParaRPr kumimoji="1" lang="en-US" altLang="ja-JP" dirty="0"/>
          </a:p>
          <a:p>
            <a:r>
              <a:rPr kumimoji="1" lang="ja-JP" altLang="en-US"/>
              <a:t>伝えないといけないこと</a:t>
            </a:r>
            <a:endParaRPr kumimoji="1" lang="en-US" altLang="ja-JP" dirty="0"/>
          </a:p>
          <a:p>
            <a:r>
              <a:rPr kumimoji="1" lang="ja-JP" altLang="en-US"/>
              <a:t>・表の読み方</a:t>
            </a:r>
            <a:endParaRPr kumimoji="1" lang="en-US" altLang="ja-JP" dirty="0"/>
          </a:p>
          <a:p>
            <a:r>
              <a:rPr kumimoji="1" lang="ja-JP" altLang="en-US"/>
              <a:t>・若年層の問題について</a:t>
            </a:r>
            <a:endParaRPr kumimoji="1" lang="en-US" altLang="ja-JP" dirty="0"/>
          </a:p>
          <a:p>
            <a:r>
              <a:rPr kumimoji="1" lang="ja-JP" altLang="en-US"/>
              <a:t>・他社では違う傾向であること</a:t>
            </a:r>
            <a:endParaRPr kumimoji="1" lang="en-US" altLang="ja-JP" dirty="0"/>
          </a:p>
          <a:p>
            <a:endParaRPr kumimoji="1" lang="en-US" altLang="ja-JP" dirty="0"/>
          </a:p>
          <a:p>
            <a:r>
              <a:rPr kumimoji="1" lang="en-US" altLang="ja-JP" dirty="0"/>
              <a:t>※</a:t>
            </a:r>
            <a:r>
              <a:rPr kumimoji="1" lang="ja-JP" altLang="en-US"/>
              <a:t> 適切さの評価の判定基準がなぜその値なのかについては、聞かれたら答える</a:t>
            </a:r>
            <a:endParaRPr kumimoji="1" lang="en-US" altLang="ja-JP" dirty="0"/>
          </a:p>
          <a:p>
            <a:r>
              <a:rPr kumimoji="1" lang="en-US" altLang="ja-JP" dirty="0"/>
              <a:t>※</a:t>
            </a:r>
            <a:r>
              <a:rPr kumimoji="1" lang="ja-JP" altLang="en-US"/>
              <a:t> 商品間で平均した値であることについても、きかれた伝えるくらいのイメージ</a:t>
            </a:r>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9</a:t>
            </a:fld>
            <a:endParaRPr kumimoji="1" lang="ja-JP" altLang="en-US"/>
          </a:p>
        </p:txBody>
      </p:sp>
    </p:spTree>
    <p:extLst>
      <p:ext uri="{BB962C8B-B14F-4D97-AF65-F5344CB8AC3E}">
        <p14:creationId xmlns:p14="http://schemas.microsoft.com/office/powerpoint/2010/main" val="123478934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購買記録数の値と、それに基づく適切さの評価について</a:t>
            </a:r>
            <a:endParaRPr kumimoji="1" lang="en-US" altLang="ja-JP" dirty="0"/>
          </a:p>
          <a:p>
            <a:endParaRPr kumimoji="1" lang="en-US" altLang="ja-JP" dirty="0"/>
          </a:p>
          <a:p>
            <a:r>
              <a:rPr kumimoji="1" lang="ja-JP" altLang="en-US"/>
              <a:t>伝えないといけないこと</a:t>
            </a:r>
            <a:endParaRPr kumimoji="1" lang="en-US" altLang="ja-JP" dirty="0"/>
          </a:p>
          <a:p>
            <a:r>
              <a:rPr kumimoji="1" lang="ja-JP" altLang="en-US"/>
              <a:t>・若年層の問題について</a:t>
            </a:r>
            <a:endParaRPr kumimoji="1" lang="en-US" altLang="ja-JP" dirty="0"/>
          </a:p>
          <a:p>
            <a:r>
              <a:rPr kumimoji="1" lang="ja-JP" altLang="en-US"/>
              <a:t>・他社でも同様の傾向であること</a:t>
            </a:r>
            <a:endParaRPr kumimoji="1" lang="en-US" altLang="ja-JP" dirty="0"/>
          </a:p>
          <a:p>
            <a:endParaRPr kumimoji="1" lang="ja-JP" altLang="en-US"/>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10</a:t>
            </a:fld>
            <a:endParaRPr kumimoji="1" lang="ja-JP" altLang="en-US"/>
          </a:p>
        </p:txBody>
      </p:sp>
    </p:spTree>
    <p:extLst>
      <p:ext uri="{BB962C8B-B14F-4D97-AF65-F5344CB8AC3E}">
        <p14:creationId xmlns:p14="http://schemas.microsoft.com/office/powerpoint/2010/main" val="14692319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ここは軽くまとめるだけ</a:t>
            </a:r>
            <a:br>
              <a:rPr kumimoji="1" lang="en-US" altLang="ja-JP" dirty="0"/>
            </a:br>
            <a:r>
              <a:rPr kumimoji="1" lang="ja-JP" altLang="en-US"/>
              <a:t>原因分析は、１点目について行うことをのべる</a:t>
            </a:r>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11</a:t>
            </a:fld>
            <a:endParaRPr kumimoji="1" lang="ja-JP" altLang="en-US"/>
          </a:p>
        </p:txBody>
      </p:sp>
    </p:spTree>
    <p:extLst>
      <p:ext uri="{BB962C8B-B14F-4D97-AF65-F5344CB8AC3E}">
        <p14:creationId xmlns:p14="http://schemas.microsoft.com/office/powerpoint/2010/main" val="15711283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ボトルネックの特定</a:t>
            </a:r>
            <a:endParaRPr kumimoji="1" lang="en-US" altLang="ja-JP" dirty="0"/>
          </a:p>
          <a:p>
            <a:endParaRPr kumimoji="1" lang="en-US" altLang="ja-JP" dirty="0"/>
          </a:p>
          <a:p>
            <a:r>
              <a:rPr kumimoji="1" lang="ja-JP" altLang="en-US"/>
              <a:t>伝えないといけないこと、</a:t>
            </a:r>
            <a:endParaRPr kumimoji="1" lang="en-US" altLang="ja-JP" dirty="0"/>
          </a:p>
          <a:p>
            <a:r>
              <a:rPr kumimoji="1" lang="ja-JP" altLang="en-US"/>
              <a:t>・あらためて問題点を提示</a:t>
            </a:r>
            <a:endParaRPr kumimoji="1" lang="en-US" altLang="ja-JP" dirty="0"/>
          </a:p>
          <a:p>
            <a:r>
              <a:rPr kumimoji="1" lang="ja-JP" altLang="en-US"/>
              <a:t>・なぜこれが生じるのか？</a:t>
            </a:r>
            <a:br>
              <a:rPr kumimoji="1" lang="en-US" altLang="ja-JP" dirty="0"/>
            </a:br>
            <a:r>
              <a:rPr kumimoji="1" lang="ja-JP" altLang="en-US"/>
              <a:t>・購買記録数は二つの要素から構成されること</a:t>
            </a:r>
            <a:endParaRPr kumimoji="1" lang="en-US" altLang="ja-JP" dirty="0"/>
          </a:p>
          <a:p>
            <a:r>
              <a:rPr kumimoji="1" lang="ja-JP" altLang="en-US"/>
              <a:t>・どちらが強く起因しているのか？</a:t>
            </a:r>
            <a:endParaRPr kumimoji="1" lang="en-US" altLang="ja-JP" dirty="0"/>
          </a:p>
          <a:p>
            <a:r>
              <a:rPr kumimoji="1" lang="ja-JP" altLang="en-US"/>
              <a:t>・その結果</a:t>
            </a:r>
            <a:endParaRPr kumimoji="1" lang="en-US" altLang="ja-JP" dirty="0"/>
          </a:p>
          <a:p>
            <a:r>
              <a:rPr kumimoji="1" lang="ja-JP" altLang="en-US"/>
              <a:t>・ボトルネックの特定</a:t>
            </a:r>
            <a:endParaRPr kumimoji="1" lang="en-US" altLang="ja-JP" dirty="0"/>
          </a:p>
          <a:p>
            <a:endParaRPr kumimoji="1" lang="en-US" altLang="ja-JP" dirty="0"/>
          </a:p>
          <a:p>
            <a:r>
              <a:rPr kumimoji="1" lang="en-US" altLang="ja-JP" dirty="0"/>
              <a:t>※</a:t>
            </a:r>
            <a:r>
              <a:rPr kumimoji="1" lang="ja-JP" altLang="en-US"/>
              <a:t> シャープレイ分解については、軽くどういうものかを口頭で伝える程度にする</a:t>
            </a:r>
            <a:endParaRPr kumimoji="1" lang="en-US" altLang="ja-JP" dirty="0"/>
          </a:p>
          <a:p>
            <a:r>
              <a:rPr kumimoji="1" lang="ja-JP" altLang="en-US"/>
              <a:t>スライドには記載しない</a:t>
            </a:r>
            <a:endParaRPr kumimoji="1" lang="en-US" altLang="ja-JP" dirty="0"/>
          </a:p>
          <a:p>
            <a:r>
              <a:rPr kumimoji="1" lang="ja-JP" altLang="en-US"/>
              <a:t>計算式など詳細を求められたら、その時に初めて答える</a:t>
            </a:r>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12</a:t>
            </a:fld>
            <a:endParaRPr kumimoji="1" lang="ja-JP" altLang="en-US"/>
          </a:p>
        </p:txBody>
      </p:sp>
    </p:spTree>
    <p:extLst>
      <p:ext uri="{BB962C8B-B14F-4D97-AF65-F5344CB8AC3E}">
        <p14:creationId xmlns:p14="http://schemas.microsoft.com/office/powerpoint/2010/main" val="50115694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シャープレイ分解の補足</a:t>
            </a:r>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13</a:t>
            </a:fld>
            <a:endParaRPr kumimoji="1" lang="ja-JP" altLang="en-US"/>
          </a:p>
        </p:txBody>
      </p:sp>
    </p:spTree>
    <p:extLst>
      <p:ext uri="{BB962C8B-B14F-4D97-AF65-F5344CB8AC3E}">
        <p14:creationId xmlns:p14="http://schemas.microsoft.com/office/powerpoint/2010/main" val="330450843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伝えなければならないこと、</a:t>
            </a:r>
            <a:endParaRPr kumimoji="1" lang="en-US" altLang="ja-JP" dirty="0"/>
          </a:p>
          <a:p>
            <a:r>
              <a:rPr kumimoji="1" lang="ja-JP" altLang="en-US"/>
              <a:t>・なぜ、購入した経験のある人がすくないのか？</a:t>
            </a:r>
            <a:endParaRPr kumimoji="1" lang="en-US" altLang="ja-JP" dirty="0"/>
          </a:p>
          <a:p>
            <a:r>
              <a:rPr kumimoji="1" lang="ja-JP" altLang="en-US"/>
              <a:t>・購入した経験のある人とそうでない人には、どんな違いがあるのか？</a:t>
            </a:r>
            <a:endParaRPr kumimoji="1" lang="en-US" altLang="ja-JP" dirty="0"/>
          </a:p>
          <a:p>
            <a:r>
              <a:rPr kumimoji="1" lang="ja-JP" altLang="en-US"/>
              <a:t>・二群に分けて、「普段（対応商品に限らず）どのような食品をセブンイレブンで購入しているか」という志向性の違いを明らかにする</a:t>
            </a:r>
            <a:endParaRPr kumimoji="1" lang="en-US" altLang="ja-JP" dirty="0"/>
          </a:p>
          <a:p>
            <a:r>
              <a:rPr kumimoji="1" lang="ja-JP" altLang="en-US"/>
              <a:t>・食事補完型、完結型の説明</a:t>
            </a:r>
            <a:endParaRPr kumimoji="1" lang="en-US" altLang="ja-JP" dirty="0"/>
          </a:p>
          <a:p>
            <a:r>
              <a:rPr kumimoji="1" lang="ja-JP" altLang="en-US"/>
              <a:t>・図の読み方</a:t>
            </a:r>
            <a:endParaRPr kumimoji="1" lang="en-US" altLang="ja-JP" dirty="0"/>
          </a:p>
          <a:p>
            <a:r>
              <a:rPr kumimoji="1" lang="ja-JP" altLang="en-US"/>
              <a:t>・「対応」商品を購入した経験のない人は、ある人と比べて、「食事を補う」ような商品を強く求める傾向にある</a:t>
            </a:r>
            <a:endParaRPr kumimoji="1" lang="en-US" altLang="ja-JP" dirty="0"/>
          </a:p>
          <a:p>
            <a:r>
              <a:rPr kumimoji="1" lang="ja-JP" altLang="en-US"/>
              <a:t>・翻せば、普段からセブンイレブンに対して、「食事を補う」ような商品を強く求める人は、「対応」商品を購入しない傾向にある</a:t>
            </a:r>
            <a:endParaRPr kumimoji="1" lang="en-US" altLang="ja-JP" dirty="0"/>
          </a:p>
          <a:p>
            <a:r>
              <a:rPr kumimoji="1" lang="ja-JP" altLang="en-US"/>
              <a:t>・なぜ？</a:t>
            </a:r>
            <a:endParaRPr kumimoji="1" lang="en-US" altLang="ja-JP" dirty="0"/>
          </a:p>
          <a:p>
            <a:r>
              <a:rPr kumimoji="1" lang="ja-JP" altLang="en-US"/>
              <a:t>・「食事を補う」ような「対応」商品が少ないから</a:t>
            </a:r>
            <a:endParaRPr kumimoji="1" lang="en-US" altLang="ja-JP" dirty="0"/>
          </a:p>
          <a:p>
            <a:r>
              <a:rPr kumimoji="1" lang="ja-JP" altLang="en-US"/>
              <a:t>・選択肢になりにくく、購入されにくい傾向につながる</a:t>
            </a:r>
            <a:endParaRPr kumimoji="1" lang="en-US" altLang="ja-JP" dirty="0"/>
          </a:p>
          <a:p>
            <a:endParaRPr kumimoji="1" lang="en-US" altLang="ja-JP" dirty="0"/>
          </a:p>
          <a:p>
            <a:r>
              <a:rPr kumimoji="1" lang="ja-JP" altLang="en-US"/>
              <a:t>（最後が大事）</a:t>
            </a:r>
            <a:endParaRPr kumimoji="1" lang="en-US" altLang="ja-JP" dirty="0"/>
          </a:p>
          <a:p>
            <a:r>
              <a:rPr kumimoji="1" lang="ja-JP" altLang="en-US"/>
              <a:t>・若年層が求める「食事を補う」という役割と、セブンイレブンの「対応」商品の構成が一致していない</a:t>
            </a:r>
            <a:endParaRPr kumimoji="1" lang="en-US" altLang="ja-JP" dirty="0"/>
          </a:p>
          <a:p>
            <a:r>
              <a:rPr kumimoji="1" lang="ja-JP" altLang="en-US"/>
              <a:t>・この乖離が、若年層における「対応」商品の購入を妨げ、購入経験者の割合が低下し、購買記録数の少なさに繋がっていると考えられる</a:t>
            </a:r>
            <a:endParaRPr kumimoji="1" lang="en-US" altLang="ja-JP" dirty="0"/>
          </a:p>
          <a:p>
            <a:endParaRPr kumimoji="1" lang="ja-JP" altLang="en-US"/>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14</a:t>
            </a:fld>
            <a:endParaRPr kumimoji="1" lang="ja-JP" altLang="en-US"/>
          </a:p>
        </p:txBody>
      </p:sp>
    </p:spTree>
    <p:extLst>
      <p:ext uri="{BB962C8B-B14F-4D97-AF65-F5344CB8AC3E}">
        <p14:creationId xmlns:p14="http://schemas.microsoft.com/office/powerpoint/2010/main" val="30168908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0DF7731-B737-AB50-431C-013C49243C46}"/>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700063AC-E753-D3A1-3177-3160B560CBC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69C444C-9145-AEF8-2760-2CAD9E77A4E7}"/>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80953E35-B84A-96E4-5EC7-722B65AE9D2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4A75D73-8DDB-43EA-2922-963A35ED8CB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8492690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6" name="スライド番号プレースホルダー 5">
            <a:extLst>
              <a:ext uri="{FF2B5EF4-FFF2-40B4-BE49-F238E27FC236}">
                <a16:creationId xmlns:a16="http://schemas.microsoft.com/office/drawing/2014/main" id="{02C6F089-7B56-5104-FA6E-0A9DF0B15324}"/>
              </a:ext>
            </a:extLst>
          </p:cNvPr>
          <p:cNvSpPr>
            <a:spLocks noGrp="1"/>
          </p:cNvSpPr>
          <p:nvPr>
            <p:ph type="sldNum" sz="quarter" idx="12"/>
          </p:nvPr>
        </p:nvSpPr>
        <p:spPr>
          <a:xfrm>
            <a:off x="9138920" y="6392927"/>
            <a:ext cx="2743200" cy="365125"/>
          </a:xfrm>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5594965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A5B8FF-C52A-87DC-4453-2013D8A58437}"/>
              </a:ext>
            </a:extLst>
          </p:cNvPr>
          <p:cNvSpPr>
            <a:spLocks noGrp="1"/>
          </p:cNvSpPr>
          <p:nvPr>
            <p:ph type="title"/>
          </p:nvPr>
        </p:nvSpPr>
        <p:spPr>
          <a:xfrm>
            <a:off x="831851"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DEE0C91-551D-054A-BC0B-72C63F5C8916}"/>
              </a:ext>
            </a:extLst>
          </p:cNvPr>
          <p:cNvSpPr>
            <a:spLocks noGrp="1"/>
          </p:cNvSpPr>
          <p:nvPr>
            <p:ph type="body" idx="1"/>
          </p:nvPr>
        </p:nvSpPr>
        <p:spPr>
          <a:xfrm>
            <a:off x="831851" y="4589464"/>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C5EDF259-14AC-D217-9596-EB1E4DB80CB4}"/>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E12904D6-6AE3-2464-5729-36CF711B09D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FF04059-5FA0-9496-DCFD-580C381F1641}"/>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9110077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916E1A1-3C86-7914-FCC7-B97D0D85B68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E2357258-BD9E-8164-E9B7-6CCF589F08A3}"/>
              </a:ext>
            </a:extLst>
          </p:cNvPr>
          <p:cNvSpPr>
            <a:spLocks noGrp="1"/>
          </p:cNvSpPr>
          <p:nvPr>
            <p:ph sz="half" idx="1"/>
          </p:nvPr>
        </p:nvSpPr>
        <p:spPr>
          <a:xfrm>
            <a:off x="8382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75106957-22B4-013A-DDB3-B3656E6A443F}"/>
              </a:ext>
            </a:extLst>
          </p:cNvPr>
          <p:cNvSpPr>
            <a:spLocks noGrp="1"/>
          </p:cNvSpPr>
          <p:nvPr>
            <p:ph sz="half" idx="2"/>
          </p:nvPr>
        </p:nvSpPr>
        <p:spPr>
          <a:xfrm>
            <a:off x="61976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011F8D8-2EED-C061-3177-7A4124904F7D}"/>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0B79D0F9-BC04-B621-BBEC-284F0421A41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3B17BC0-BD7B-3BFB-E521-7433B8952B0C}"/>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3126737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2DDE40B-2378-BBD6-E7E2-1D76CAE0CAB1}"/>
              </a:ext>
            </a:extLst>
          </p:cNvPr>
          <p:cNvSpPr>
            <a:spLocks noGrp="1"/>
          </p:cNvSpPr>
          <p:nvPr>
            <p:ph type="title"/>
          </p:nvPr>
        </p:nvSpPr>
        <p:spPr>
          <a:xfrm>
            <a:off x="840317" y="365126"/>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E6BC995-C356-EBB6-9773-008CD6C731C7}"/>
              </a:ext>
            </a:extLst>
          </p:cNvPr>
          <p:cNvSpPr>
            <a:spLocks noGrp="1"/>
          </p:cNvSpPr>
          <p:nvPr>
            <p:ph type="body" idx="1"/>
          </p:nvPr>
        </p:nvSpPr>
        <p:spPr>
          <a:xfrm>
            <a:off x="840318" y="1681163"/>
            <a:ext cx="515831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84FAE0AD-7437-05C4-63A4-FFDE37F8DF3B}"/>
              </a:ext>
            </a:extLst>
          </p:cNvPr>
          <p:cNvSpPr>
            <a:spLocks noGrp="1"/>
          </p:cNvSpPr>
          <p:nvPr>
            <p:ph sz="half" idx="2"/>
          </p:nvPr>
        </p:nvSpPr>
        <p:spPr>
          <a:xfrm>
            <a:off x="840318" y="2505075"/>
            <a:ext cx="5158316"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BE1A57AD-7667-E57A-204B-39F49CFD36C4}"/>
              </a:ext>
            </a:extLst>
          </p:cNvPr>
          <p:cNvSpPr>
            <a:spLocks noGrp="1"/>
          </p:cNvSpPr>
          <p:nvPr>
            <p:ph type="body" sz="quarter" idx="3"/>
          </p:nvPr>
        </p:nvSpPr>
        <p:spPr>
          <a:xfrm>
            <a:off x="6172200" y="1681163"/>
            <a:ext cx="518371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5B3BA91-9C0F-3B34-07AD-07E4B3F78E8C}"/>
              </a:ext>
            </a:extLst>
          </p:cNvPr>
          <p:cNvSpPr>
            <a:spLocks noGrp="1"/>
          </p:cNvSpPr>
          <p:nvPr>
            <p:ph sz="quarter" idx="4"/>
          </p:nvPr>
        </p:nvSpPr>
        <p:spPr>
          <a:xfrm>
            <a:off x="6172200" y="2505075"/>
            <a:ext cx="518371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466BECDF-B53D-96EC-E6EA-DF5236677CB2}"/>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8" name="フッター プレースホルダー 7">
            <a:extLst>
              <a:ext uri="{FF2B5EF4-FFF2-40B4-BE49-F238E27FC236}">
                <a16:creationId xmlns:a16="http://schemas.microsoft.com/office/drawing/2014/main" id="{D2E5EA20-570F-95AB-1EF0-E2D57F59E5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01F713E6-5C1F-DA47-80C8-CE4AEA6DC38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879601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DCA319-3E27-9205-605F-5133FD4D6D42}"/>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CCF4EE53-AB21-5DBF-AB60-B150FF75B9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4" name="フッター プレースホルダー 3">
            <a:extLst>
              <a:ext uri="{FF2B5EF4-FFF2-40B4-BE49-F238E27FC236}">
                <a16:creationId xmlns:a16="http://schemas.microsoft.com/office/drawing/2014/main" id="{C65A3E87-F4C2-6ED6-C93E-766512B49F2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037B27D-4B3A-F326-F237-D95DE16DE46A}"/>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8868754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DFCE4D8-0799-868C-5DB9-2689C58CFB38}"/>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3" name="フッター プレースホルダー 2">
            <a:extLst>
              <a:ext uri="{FF2B5EF4-FFF2-40B4-BE49-F238E27FC236}">
                <a16:creationId xmlns:a16="http://schemas.microsoft.com/office/drawing/2014/main" id="{A68C0F0C-52C7-8F94-8BAD-F6BAE3ADA27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2F3E755-C006-336B-BCD1-3EF1D190C31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467470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ED2D1A-F45E-95ED-6FF0-7DFC98BB7CB8}"/>
              </a:ext>
            </a:extLst>
          </p:cNvPr>
          <p:cNvSpPr>
            <a:spLocks noGrp="1"/>
          </p:cNvSpPr>
          <p:nvPr>
            <p:ph type="title"/>
          </p:nvPr>
        </p:nvSpPr>
        <p:spPr>
          <a:xfrm>
            <a:off x="840318" y="457200"/>
            <a:ext cx="393276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B291651-C908-1A5F-5337-D0D9CF7220CE}"/>
              </a:ext>
            </a:extLst>
          </p:cNvPr>
          <p:cNvSpPr>
            <a:spLocks noGrp="1"/>
          </p:cNvSpPr>
          <p:nvPr>
            <p:ph idx="1"/>
          </p:nvPr>
        </p:nvSpPr>
        <p:spPr>
          <a:xfrm>
            <a:off x="5183717" y="987426"/>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B861E146-28C7-8935-EFE2-A709D64A3D24}"/>
              </a:ext>
            </a:extLst>
          </p:cNvPr>
          <p:cNvSpPr>
            <a:spLocks noGrp="1"/>
          </p:cNvSpPr>
          <p:nvPr>
            <p:ph type="body" sz="half" idx="2"/>
          </p:nvPr>
        </p:nvSpPr>
        <p:spPr>
          <a:xfrm>
            <a:off x="840318" y="2057400"/>
            <a:ext cx="393276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9ED42F14-B997-38AC-E29F-17DFD7832E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6508F590-2176-F393-E82A-1A76F0D5EEE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666AB1AF-88D6-8A76-70AE-2DC3508FEAA4}"/>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6145369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789B2A-1E1F-468D-4DBE-A9272BE10E1B}"/>
              </a:ext>
            </a:extLst>
          </p:cNvPr>
          <p:cNvSpPr>
            <a:spLocks noGrp="1"/>
          </p:cNvSpPr>
          <p:nvPr>
            <p:ph type="title"/>
          </p:nvPr>
        </p:nvSpPr>
        <p:spPr>
          <a:xfrm>
            <a:off x="840318" y="457200"/>
            <a:ext cx="393276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1AC77D39-F1AC-2C27-943A-1530EA270A2F}"/>
              </a:ext>
            </a:extLst>
          </p:cNvPr>
          <p:cNvSpPr>
            <a:spLocks noGrp="1"/>
          </p:cNvSpPr>
          <p:nvPr>
            <p:ph type="pic" idx="1"/>
          </p:nvPr>
        </p:nvSpPr>
        <p:spPr>
          <a:xfrm>
            <a:off x="5183717" y="987426"/>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DB889370-E7A6-8E16-EF2F-5245D21F7142}"/>
              </a:ext>
            </a:extLst>
          </p:cNvPr>
          <p:cNvSpPr>
            <a:spLocks noGrp="1"/>
          </p:cNvSpPr>
          <p:nvPr>
            <p:ph type="body" sz="half" idx="2"/>
          </p:nvPr>
        </p:nvSpPr>
        <p:spPr>
          <a:xfrm>
            <a:off x="840318" y="2057400"/>
            <a:ext cx="393276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47508FE-26EC-A20F-E4C8-21CB6EBF7606}"/>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8DC61B62-1992-654C-464A-D33CBCBBB17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EA4E8CD-B961-E819-DA60-9F530B7D0DEF}"/>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5983469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81B74F3-C70C-1C3D-429E-900CD6EC395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B3696FE-E4BB-BDC9-37BD-760D485CBFF3}"/>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C8129B2-9CA3-76E2-6E52-178579B5611E}"/>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991E3808-A48F-6976-E9E8-8665EC964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F184523-491F-37EA-1C3D-34B96363A7E2}"/>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7160533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66405960-1E6B-8982-C9D7-6881F4E18C7D}"/>
              </a:ext>
            </a:extLst>
          </p:cNvPr>
          <p:cNvSpPr>
            <a:spLocks noGrp="1"/>
          </p:cNvSpPr>
          <p:nvPr>
            <p:ph type="title" orient="vert"/>
          </p:nvPr>
        </p:nvSpPr>
        <p:spPr>
          <a:xfrm>
            <a:off x="8724901"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CB00AB1-7C41-3ABC-3A17-0AEA5FEF63B4}"/>
              </a:ext>
            </a:extLst>
          </p:cNvPr>
          <p:cNvSpPr>
            <a:spLocks noGrp="1"/>
          </p:cNvSpPr>
          <p:nvPr>
            <p:ph type="body" orient="vert" idx="1"/>
          </p:nvPr>
        </p:nvSpPr>
        <p:spPr>
          <a:xfrm>
            <a:off x="838201" y="365125"/>
            <a:ext cx="76835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F796527-0503-DA57-0512-8FB81FEEE4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A7340DB1-F2C6-6741-65D5-4E5EEA59355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D183B32-7304-EDD4-8E5F-1C24CD729EE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4730231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0DF7731-B737-AB50-431C-013C49243C46}"/>
              </a:ext>
            </a:extLst>
          </p:cNvPr>
          <p:cNvSpPr>
            <a:spLocks noGrp="1"/>
          </p:cNvSpPr>
          <p:nvPr>
            <p:ph type="ctrTitle"/>
          </p:nvPr>
        </p:nvSpPr>
        <p:spPr>
          <a:xfrm>
            <a:off x="1524000" y="1122363"/>
            <a:ext cx="9144000" cy="2387600"/>
          </a:xfrm>
        </p:spPr>
        <p:txBody>
          <a:bodyPr anchor="b"/>
          <a:lstStyle>
            <a:lvl1pPr algn="ctr">
              <a:defRPr sz="45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700063AC-E753-D3A1-3177-3160B560CBC2}"/>
              </a:ext>
            </a:extLst>
          </p:cNvPr>
          <p:cNvSpPr>
            <a:spLocks noGrp="1"/>
          </p:cNvSpPr>
          <p:nvPr>
            <p:ph type="subTitle" idx="1"/>
          </p:nvPr>
        </p:nvSpPr>
        <p:spPr>
          <a:xfrm>
            <a:off x="1524000" y="3602038"/>
            <a:ext cx="9144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69C444C-9145-AEF8-2760-2CAD9E77A4E7}"/>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80953E35-B84A-96E4-5EC7-722B65AE9D2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4A75D73-8DDB-43EA-2922-963A35ED8CB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4179170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タイトルとコンテンツ">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6" name="スライド番号プレースホルダー 5">
            <a:extLst>
              <a:ext uri="{FF2B5EF4-FFF2-40B4-BE49-F238E27FC236}">
                <a16:creationId xmlns:a16="http://schemas.microsoft.com/office/drawing/2014/main" id="{02C6F089-7B56-5104-FA6E-0A9DF0B15324}"/>
              </a:ext>
            </a:extLst>
          </p:cNvPr>
          <p:cNvSpPr>
            <a:spLocks noGrp="1"/>
          </p:cNvSpPr>
          <p:nvPr>
            <p:ph type="sldNum" sz="quarter" idx="12"/>
          </p:nvPr>
        </p:nvSpPr>
        <p:spPr>
          <a:xfrm>
            <a:off x="9138920" y="6392929"/>
            <a:ext cx="2743200" cy="365125"/>
          </a:xfrm>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63926478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A5B8FF-C52A-87DC-4453-2013D8A58437}"/>
              </a:ext>
            </a:extLst>
          </p:cNvPr>
          <p:cNvSpPr>
            <a:spLocks noGrp="1"/>
          </p:cNvSpPr>
          <p:nvPr>
            <p:ph type="title"/>
          </p:nvPr>
        </p:nvSpPr>
        <p:spPr>
          <a:xfrm>
            <a:off x="831851" y="1709741"/>
            <a:ext cx="10515600" cy="2852737"/>
          </a:xfrm>
        </p:spPr>
        <p:txBody>
          <a:bodyPr anchor="b"/>
          <a:lstStyle>
            <a:lvl1pPr>
              <a:defRPr sz="45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DEE0C91-551D-054A-BC0B-72C63F5C8916}"/>
              </a:ext>
            </a:extLst>
          </p:cNvPr>
          <p:cNvSpPr>
            <a:spLocks noGrp="1"/>
          </p:cNvSpPr>
          <p:nvPr>
            <p:ph type="body" idx="1"/>
          </p:nvPr>
        </p:nvSpPr>
        <p:spPr>
          <a:xfrm>
            <a:off x="831851" y="4589466"/>
            <a:ext cx="105156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C5EDF259-14AC-D217-9596-EB1E4DB80CB4}"/>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E12904D6-6AE3-2464-5729-36CF711B09D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FF04059-5FA0-9496-DCFD-580C381F1641}"/>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5711827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916E1A1-3C86-7914-FCC7-B97D0D85B68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E2357258-BD9E-8164-E9B7-6CCF589F08A3}"/>
              </a:ext>
            </a:extLst>
          </p:cNvPr>
          <p:cNvSpPr>
            <a:spLocks noGrp="1"/>
          </p:cNvSpPr>
          <p:nvPr>
            <p:ph sz="half" idx="1"/>
          </p:nvPr>
        </p:nvSpPr>
        <p:spPr>
          <a:xfrm>
            <a:off x="8382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75106957-22B4-013A-DDB3-B3656E6A443F}"/>
              </a:ext>
            </a:extLst>
          </p:cNvPr>
          <p:cNvSpPr>
            <a:spLocks noGrp="1"/>
          </p:cNvSpPr>
          <p:nvPr>
            <p:ph sz="half" idx="2"/>
          </p:nvPr>
        </p:nvSpPr>
        <p:spPr>
          <a:xfrm>
            <a:off x="61976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011F8D8-2EED-C061-3177-7A4124904F7D}"/>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0B79D0F9-BC04-B621-BBEC-284F0421A41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3B17BC0-BD7B-3BFB-E521-7433B8952B0C}"/>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36025402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2DDE40B-2378-BBD6-E7E2-1D76CAE0CAB1}"/>
              </a:ext>
            </a:extLst>
          </p:cNvPr>
          <p:cNvSpPr>
            <a:spLocks noGrp="1"/>
          </p:cNvSpPr>
          <p:nvPr>
            <p:ph type="title"/>
          </p:nvPr>
        </p:nvSpPr>
        <p:spPr>
          <a:xfrm>
            <a:off x="840317" y="365128"/>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E6BC995-C356-EBB6-9773-008CD6C731C7}"/>
              </a:ext>
            </a:extLst>
          </p:cNvPr>
          <p:cNvSpPr>
            <a:spLocks noGrp="1"/>
          </p:cNvSpPr>
          <p:nvPr>
            <p:ph type="body" idx="1"/>
          </p:nvPr>
        </p:nvSpPr>
        <p:spPr>
          <a:xfrm>
            <a:off x="840319" y="1681163"/>
            <a:ext cx="5158316"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84FAE0AD-7437-05C4-63A4-FFDE37F8DF3B}"/>
              </a:ext>
            </a:extLst>
          </p:cNvPr>
          <p:cNvSpPr>
            <a:spLocks noGrp="1"/>
          </p:cNvSpPr>
          <p:nvPr>
            <p:ph sz="half" idx="2"/>
          </p:nvPr>
        </p:nvSpPr>
        <p:spPr>
          <a:xfrm>
            <a:off x="840319" y="2505075"/>
            <a:ext cx="5158316"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BE1A57AD-7667-E57A-204B-39F49CFD36C4}"/>
              </a:ext>
            </a:extLst>
          </p:cNvPr>
          <p:cNvSpPr>
            <a:spLocks noGrp="1"/>
          </p:cNvSpPr>
          <p:nvPr>
            <p:ph type="body" sz="quarter" idx="3"/>
          </p:nvPr>
        </p:nvSpPr>
        <p:spPr>
          <a:xfrm>
            <a:off x="6172200" y="1681163"/>
            <a:ext cx="5183717"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5B3BA91-9C0F-3B34-07AD-07E4B3F78E8C}"/>
              </a:ext>
            </a:extLst>
          </p:cNvPr>
          <p:cNvSpPr>
            <a:spLocks noGrp="1"/>
          </p:cNvSpPr>
          <p:nvPr>
            <p:ph sz="quarter" idx="4"/>
          </p:nvPr>
        </p:nvSpPr>
        <p:spPr>
          <a:xfrm>
            <a:off x="6172200" y="2505075"/>
            <a:ext cx="518371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466BECDF-B53D-96EC-E6EA-DF5236677CB2}"/>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8" name="フッター プレースホルダー 7">
            <a:extLst>
              <a:ext uri="{FF2B5EF4-FFF2-40B4-BE49-F238E27FC236}">
                <a16:creationId xmlns:a16="http://schemas.microsoft.com/office/drawing/2014/main" id="{D2E5EA20-570F-95AB-1EF0-E2D57F59E5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01F713E6-5C1F-DA47-80C8-CE4AEA6DC38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58806322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DCA319-3E27-9205-605F-5133FD4D6D42}"/>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CCF4EE53-AB21-5DBF-AB60-B150FF75B9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4" name="フッター プレースホルダー 3">
            <a:extLst>
              <a:ext uri="{FF2B5EF4-FFF2-40B4-BE49-F238E27FC236}">
                <a16:creationId xmlns:a16="http://schemas.microsoft.com/office/drawing/2014/main" id="{C65A3E87-F4C2-6ED6-C93E-766512B49F2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037B27D-4B3A-F326-F237-D95DE16DE46A}"/>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58480170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DFCE4D8-0799-868C-5DB9-2689C58CFB38}"/>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3" name="フッター プレースホルダー 2">
            <a:extLst>
              <a:ext uri="{FF2B5EF4-FFF2-40B4-BE49-F238E27FC236}">
                <a16:creationId xmlns:a16="http://schemas.microsoft.com/office/drawing/2014/main" id="{A68C0F0C-52C7-8F94-8BAD-F6BAE3ADA27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2F3E755-C006-336B-BCD1-3EF1D190C31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71516301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ED2D1A-F45E-95ED-6FF0-7DFC98BB7CB8}"/>
              </a:ext>
            </a:extLst>
          </p:cNvPr>
          <p:cNvSpPr>
            <a:spLocks noGrp="1"/>
          </p:cNvSpPr>
          <p:nvPr>
            <p:ph type="title"/>
          </p:nvPr>
        </p:nvSpPr>
        <p:spPr>
          <a:xfrm>
            <a:off x="840319" y="457200"/>
            <a:ext cx="3932767" cy="1600200"/>
          </a:xfrm>
        </p:spPr>
        <p:txBody>
          <a:bodyPr anchor="b"/>
          <a:lstStyle>
            <a:lvl1pPr>
              <a:defRPr sz="24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B291651-C908-1A5F-5337-D0D9CF7220CE}"/>
              </a:ext>
            </a:extLst>
          </p:cNvPr>
          <p:cNvSpPr>
            <a:spLocks noGrp="1"/>
          </p:cNvSpPr>
          <p:nvPr>
            <p:ph idx="1"/>
          </p:nvPr>
        </p:nvSpPr>
        <p:spPr>
          <a:xfrm>
            <a:off x="5183717" y="987427"/>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B861E146-28C7-8935-EFE2-A709D64A3D24}"/>
              </a:ext>
            </a:extLst>
          </p:cNvPr>
          <p:cNvSpPr>
            <a:spLocks noGrp="1"/>
          </p:cNvSpPr>
          <p:nvPr>
            <p:ph type="body" sz="half" idx="2"/>
          </p:nvPr>
        </p:nvSpPr>
        <p:spPr>
          <a:xfrm>
            <a:off x="840319" y="2057400"/>
            <a:ext cx="393276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9ED42F14-B997-38AC-E29F-17DFD7832E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6508F590-2176-F393-E82A-1A76F0D5EEE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666AB1AF-88D6-8A76-70AE-2DC3508FEAA4}"/>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8094582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789B2A-1E1F-468D-4DBE-A9272BE10E1B}"/>
              </a:ext>
            </a:extLst>
          </p:cNvPr>
          <p:cNvSpPr>
            <a:spLocks noGrp="1"/>
          </p:cNvSpPr>
          <p:nvPr>
            <p:ph type="title"/>
          </p:nvPr>
        </p:nvSpPr>
        <p:spPr>
          <a:xfrm>
            <a:off x="840319" y="457200"/>
            <a:ext cx="3932767" cy="1600200"/>
          </a:xfrm>
        </p:spPr>
        <p:txBody>
          <a:bodyPr anchor="b"/>
          <a:lstStyle>
            <a:lvl1pPr>
              <a:defRPr sz="24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1AC77D39-F1AC-2C27-943A-1530EA270A2F}"/>
              </a:ext>
            </a:extLst>
          </p:cNvPr>
          <p:cNvSpPr>
            <a:spLocks noGrp="1"/>
          </p:cNvSpPr>
          <p:nvPr>
            <p:ph type="pic" idx="1"/>
          </p:nvPr>
        </p:nvSpPr>
        <p:spPr>
          <a:xfrm>
            <a:off x="5183717" y="987427"/>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kumimoji="1" lang="ja-JP" altLang="en-US"/>
          </a:p>
        </p:txBody>
      </p:sp>
      <p:sp>
        <p:nvSpPr>
          <p:cNvPr id="4" name="テキスト プレースホルダー 3">
            <a:extLst>
              <a:ext uri="{FF2B5EF4-FFF2-40B4-BE49-F238E27FC236}">
                <a16:creationId xmlns:a16="http://schemas.microsoft.com/office/drawing/2014/main" id="{DB889370-E7A6-8E16-EF2F-5245D21F7142}"/>
              </a:ext>
            </a:extLst>
          </p:cNvPr>
          <p:cNvSpPr>
            <a:spLocks noGrp="1"/>
          </p:cNvSpPr>
          <p:nvPr>
            <p:ph type="body" sz="half" idx="2"/>
          </p:nvPr>
        </p:nvSpPr>
        <p:spPr>
          <a:xfrm>
            <a:off x="840319" y="2057400"/>
            <a:ext cx="393276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47508FE-26EC-A20F-E4C8-21CB6EBF7606}"/>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8DC61B62-1992-654C-464A-D33CBCBBB17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EA4E8CD-B961-E819-DA60-9F530B7D0DEF}"/>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27190691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81B74F3-C70C-1C3D-429E-900CD6EC395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B3696FE-E4BB-BDC9-37BD-760D485CBFF3}"/>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C8129B2-9CA3-76E2-6E52-178579B5611E}"/>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991E3808-A48F-6976-E9E8-8665EC964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F184523-491F-37EA-1C3D-34B96363A7E2}"/>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32276399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66405960-1E6B-8982-C9D7-6881F4E18C7D}"/>
              </a:ext>
            </a:extLst>
          </p:cNvPr>
          <p:cNvSpPr>
            <a:spLocks noGrp="1"/>
          </p:cNvSpPr>
          <p:nvPr>
            <p:ph type="title" orient="vert"/>
          </p:nvPr>
        </p:nvSpPr>
        <p:spPr>
          <a:xfrm>
            <a:off x="8724902"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CB00AB1-7C41-3ABC-3A17-0AEA5FEF63B4}"/>
              </a:ext>
            </a:extLst>
          </p:cNvPr>
          <p:cNvSpPr>
            <a:spLocks noGrp="1"/>
          </p:cNvSpPr>
          <p:nvPr>
            <p:ph type="body" orient="vert" idx="1"/>
          </p:nvPr>
        </p:nvSpPr>
        <p:spPr>
          <a:xfrm>
            <a:off x="838202" y="365125"/>
            <a:ext cx="76835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F796527-0503-DA57-0512-8FB81FEEE4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A7340DB1-F2C6-6741-65D5-4E5EEA59355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D183B32-7304-EDD4-8E5F-1C24CD729EE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44347843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62441689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275951537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218912346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78074769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E210F017-0AD9-9284-2FB4-51589DE68500}"/>
              </a:ext>
            </a:extLst>
          </p:cNvPr>
          <p:cNvSpPr txBox="1"/>
          <p:nvPr userDrawn="1"/>
        </p:nvSpPr>
        <p:spPr>
          <a:xfrm>
            <a:off x="165698" y="110466"/>
            <a:ext cx="2160193" cy="213585"/>
          </a:xfrm>
          <a:prstGeom prst="rect">
            <a:avLst/>
          </a:prstGeom>
          <a:noFill/>
        </p:spPr>
        <p:txBody>
          <a:bodyPr wrap="square" rtlCol="0">
            <a:spAutoFit/>
          </a:bodyPr>
          <a:lstStyle/>
          <a:p>
            <a:r>
              <a:rPr kumimoji="1" lang="en-US" altLang="ja-JP" sz="788" dirty="0"/>
              <a:t>2.Methods</a:t>
            </a:r>
          </a:p>
        </p:txBody>
      </p:sp>
      <p:sp>
        <p:nvSpPr>
          <p:cNvPr id="5" name="テキスト ボックス 4">
            <a:extLst>
              <a:ext uri="{FF2B5EF4-FFF2-40B4-BE49-F238E27FC236}">
                <a16:creationId xmlns:a16="http://schemas.microsoft.com/office/drawing/2014/main" id="{E104D3E4-F74C-922E-D5EE-231233E5E8EF}"/>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119727029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991C006-7D78-528F-672F-A2FBC4101AF6}"/>
              </a:ext>
            </a:extLst>
          </p:cNvPr>
          <p:cNvSpPr txBox="1"/>
          <p:nvPr userDrawn="1"/>
        </p:nvSpPr>
        <p:spPr>
          <a:xfrm>
            <a:off x="165698" y="110466"/>
            <a:ext cx="2160193" cy="213585"/>
          </a:xfrm>
          <a:prstGeom prst="rect">
            <a:avLst/>
          </a:prstGeom>
          <a:noFill/>
        </p:spPr>
        <p:txBody>
          <a:bodyPr wrap="square" rtlCol="0">
            <a:spAutoFit/>
          </a:bodyPr>
          <a:lstStyle/>
          <a:p>
            <a:r>
              <a:rPr kumimoji="1" lang="en-US" altLang="ja-JP" sz="788" dirty="0"/>
              <a:t>3.Results</a:t>
            </a:r>
          </a:p>
        </p:txBody>
      </p:sp>
      <p:sp>
        <p:nvSpPr>
          <p:cNvPr id="5" name="テキスト ボックス 4">
            <a:extLst>
              <a:ext uri="{FF2B5EF4-FFF2-40B4-BE49-F238E27FC236}">
                <a16:creationId xmlns:a16="http://schemas.microsoft.com/office/drawing/2014/main" id="{0A141336-9F16-D517-89FF-AE108F175107}"/>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232288974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3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991C006-7D78-528F-672F-A2FBC4101AF6}"/>
              </a:ext>
            </a:extLst>
          </p:cNvPr>
          <p:cNvSpPr txBox="1"/>
          <p:nvPr userDrawn="1"/>
        </p:nvSpPr>
        <p:spPr>
          <a:xfrm>
            <a:off x="165698" y="110466"/>
            <a:ext cx="2160193" cy="213585"/>
          </a:xfrm>
          <a:prstGeom prst="rect">
            <a:avLst/>
          </a:prstGeom>
          <a:noFill/>
        </p:spPr>
        <p:txBody>
          <a:bodyPr wrap="square" rtlCol="0">
            <a:spAutoFit/>
          </a:bodyPr>
          <a:lstStyle/>
          <a:p>
            <a:r>
              <a:rPr kumimoji="1" lang="en-US" altLang="ja-JP" sz="788" dirty="0"/>
              <a:t>4.Discussion</a:t>
            </a:r>
          </a:p>
        </p:txBody>
      </p:sp>
      <p:sp>
        <p:nvSpPr>
          <p:cNvPr id="5" name="テキスト ボックス 4">
            <a:extLst>
              <a:ext uri="{FF2B5EF4-FFF2-40B4-BE49-F238E27FC236}">
                <a16:creationId xmlns:a16="http://schemas.microsoft.com/office/drawing/2014/main" id="{CB148A70-0A80-FBF1-11DD-310B9C7EBD5E}"/>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321871832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6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991C006-7D78-528F-672F-A2FBC4101AF6}"/>
              </a:ext>
            </a:extLst>
          </p:cNvPr>
          <p:cNvSpPr txBox="1"/>
          <p:nvPr userDrawn="1"/>
        </p:nvSpPr>
        <p:spPr>
          <a:xfrm>
            <a:off x="165698" y="110466"/>
            <a:ext cx="2160193" cy="213585"/>
          </a:xfrm>
          <a:prstGeom prst="rect">
            <a:avLst/>
          </a:prstGeom>
          <a:noFill/>
        </p:spPr>
        <p:txBody>
          <a:bodyPr wrap="square" rtlCol="0">
            <a:spAutoFit/>
          </a:bodyPr>
          <a:lstStyle/>
          <a:p>
            <a:r>
              <a:rPr kumimoji="1" lang="en-US" altLang="ja-JP" sz="788" dirty="0"/>
              <a:t>5.Conclusion</a:t>
            </a:r>
          </a:p>
        </p:txBody>
      </p:sp>
      <p:sp>
        <p:nvSpPr>
          <p:cNvPr id="5" name="テキスト ボックス 4">
            <a:extLst>
              <a:ext uri="{FF2B5EF4-FFF2-40B4-BE49-F238E27FC236}">
                <a16:creationId xmlns:a16="http://schemas.microsoft.com/office/drawing/2014/main" id="{CB148A70-0A80-FBF1-11DD-310B9C7EBD5E}"/>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29928576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4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991C006-7D78-528F-672F-A2FBC4101AF6}"/>
              </a:ext>
            </a:extLst>
          </p:cNvPr>
          <p:cNvSpPr txBox="1"/>
          <p:nvPr userDrawn="1"/>
        </p:nvSpPr>
        <p:spPr>
          <a:xfrm>
            <a:off x="165698" y="110466"/>
            <a:ext cx="2160193" cy="213585"/>
          </a:xfrm>
          <a:prstGeom prst="rect">
            <a:avLst/>
          </a:prstGeom>
          <a:noFill/>
        </p:spPr>
        <p:txBody>
          <a:bodyPr wrap="square" rtlCol="0">
            <a:spAutoFit/>
          </a:bodyPr>
          <a:lstStyle/>
          <a:p>
            <a:r>
              <a:rPr kumimoji="1" lang="en-US" altLang="ja-JP" sz="788" dirty="0"/>
              <a:t>6.</a:t>
            </a:r>
            <a:r>
              <a:rPr kumimoji="1" lang="ja-JP" altLang="en-US" sz="788" dirty="0"/>
              <a:t> </a:t>
            </a:r>
            <a:r>
              <a:rPr kumimoji="1" lang="en-US" altLang="ja-JP" sz="788" dirty="0"/>
              <a:t>References</a:t>
            </a:r>
          </a:p>
        </p:txBody>
      </p:sp>
      <p:sp>
        <p:nvSpPr>
          <p:cNvPr id="5" name="テキスト ボックス 4">
            <a:extLst>
              <a:ext uri="{FF2B5EF4-FFF2-40B4-BE49-F238E27FC236}">
                <a16:creationId xmlns:a16="http://schemas.microsoft.com/office/drawing/2014/main" id="{CB148A70-0A80-FBF1-11DD-310B9C7EBD5E}"/>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238456568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5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991C006-7D78-528F-672F-A2FBC4101AF6}"/>
              </a:ext>
            </a:extLst>
          </p:cNvPr>
          <p:cNvSpPr txBox="1"/>
          <p:nvPr userDrawn="1"/>
        </p:nvSpPr>
        <p:spPr>
          <a:xfrm>
            <a:off x="165698" y="110466"/>
            <a:ext cx="2638873" cy="213585"/>
          </a:xfrm>
          <a:prstGeom prst="rect">
            <a:avLst/>
          </a:prstGeom>
          <a:noFill/>
        </p:spPr>
        <p:txBody>
          <a:bodyPr wrap="square" rtlCol="0">
            <a:spAutoFit/>
          </a:bodyPr>
          <a:lstStyle/>
          <a:p>
            <a:r>
              <a:rPr kumimoji="1" lang="en-US" altLang="ja-JP" sz="788" dirty="0"/>
              <a:t>7.</a:t>
            </a:r>
            <a:r>
              <a:rPr kumimoji="1" lang="ja-JP" altLang="en-US" sz="788" dirty="0"/>
              <a:t> </a:t>
            </a:r>
            <a:r>
              <a:rPr lang="en-US" altLang="ja-JP" sz="788" dirty="0"/>
              <a:t>Supplementary Information</a:t>
            </a:r>
            <a:endParaRPr kumimoji="1" lang="en-US" altLang="ja-JP" sz="788" dirty="0"/>
          </a:p>
        </p:txBody>
      </p:sp>
      <p:sp>
        <p:nvSpPr>
          <p:cNvPr id="5" name="テキスト ボックス 4">
            <a:extLst>
              <a:ext uri="{FF2B5EF4-FFF2-40B4-BE49-F238E27FC236}">
                <a16:creationId xmlns:a16="http://schemas.microsoft.com/office/drawing/2014/main" id="{CB148A70-0A80-FBF1-11DD-310B9C7EBD5E}"/>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41017437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0DF7731-B737-AB50-431C-013C49243C46}"/>
              </a:ext>
            </a:extLst>
          </p:cNvPr>
          <p:cNvSpPr>
            <a:spLocks noGrp="1"/>
          </p:cNvSpPr>
          <p:nvPr>
            <p:ph type="ctrTitle"/>
          </p:nvPr>
        </p:nvSpPr>
        <p:spPr>
          <a:xfrm>
            <a:off x="1524000" y="1122363"/>
            <a:ext cx="9144000" cy="2387600"/>
          </a:xfrm>
        </p:spPr>
        <p:txBody>
          <a:bodyPr anchor="b"/>
          <a:lstStyle>
            <a:lvl1pPr algn="ctr">
              <a:defRPr sz="45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700063AC-E753-D3A1-3177-3160B560CBC2}"/>
              </a:ext>
            </a:extLst>
          </p:cNvPr>
          <p:cNvSpPr>
            <a:spLocks noGrp="1"/>
          </p:cNvSpPr>
          <p:nvPr>
            <p:ph type="subTitle" idx="1"/>
          </p:nvPr>
        </p:nvSpPr>
        <p:spPr>
          <a:xfrm>
            <a:off x="1524000" y="3602038"/>
            <a:ext cx="9144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69C444C-9145-AEF8-2760-2CAD9E77A4E7}"/>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80953E35-B84A-96E4-5EC7-722B65AE9D2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4A75D73-8DDB-43EA-2922-963A35ED8CB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421732125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タイトルとコンテンツ">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6" name="スライド番号プレースホルダー 5">
            <a:extLst>
              <a:ext uri="{FF2B5EF4-FFF2-40B4-BE49-F238E27FC236}">
                <a16:creationId xmlns:a16="http://schemas.microsoft.com/office/drawing/2014/main" id="{02C6F089-7B56-5104-FA6E-0A9DF0B15324}"/>
              </a:ext>
            </a:extLst>
          </p:cNvPr>
          <p:cNvSpPr>
            <a:spLocks noGrp="1"/>
          </p:cNvSpPr>
          <p:nvPr>
            <p:ph type="sldNum" sz="quarter" idx="12"/>
          </p:nvPr>
        </p:nvSpPr>
        <p:spPr>
          <a:xfrm>
            <a:off x="9138920" y="6392929"/>
            <a:ext cx="2743200" cy="365125"/>
          </a:xfrm>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48081809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A5B8FF-C52A-87DC-4453-2013D8A58437}"/>
              </a:ext>
            </a:extLst>
          </p:cNvPr>
          <p:cNvSpPr>
            <a:spLocks noGrp="1"/>
          </p:cNvSpPr>
          <p:nvPr>
            <p:ph type="title"/>
          </p:nvPr>
        </p:nvSpPr>
        <p:spPr>
          <a:xfrm>
            <a:off x="831851" y="1709741"/>
            <a:ext cx="10515600" cy="2852737"/>
          </a:xfrm>
        </p:spPr>
        <p:txBody>
          <a:bodyPr anchor="b"/>
          <a:lstStyle>
            <a:lvl1pPr>
              <a:defRPr sz="45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DEE0C91-551D-054A-BC0B-72C63F5C8916}"/>
              </a:ext>
            </a:extLst>
          </p:cNvPr>
          <p:cNvSpPr>
            <a:spLocks noGrp="1"/>
          </p:cNvSpPr>
          <p:nvPr>
            <p:ph type="body" idx="1"/>
          </p:nvPr>
        </p:nvSpPr>
        <p:spPr>
          <a:xfrm>
            <a:off x="831851" y="4589466"/>
            <a:ext cx="105156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C5EDF259-14AC-D217-9596-EB1E4DB80CB4}"/>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E12904D6-6AE3-2464-5729-36CF711B09D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FF04059-5FA0-9496-DCFD-580C381F1641}"/>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09385904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916E1A1-3C86-7914-FCC7-B97D0D85B68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E2357258-BD9E-8164-E9B7-6CCF589F08A3}"/>
              </a:ext>
            </a:extLst>
          </p:cNvPr>
          <p:cNvSpPr>
            <a:spLocks noGrp="1"/>
          </p:cNvSpPr>
          <p:nvPr>
            <p:ph sz="half" idx="1"/>
          </p:nvPr>
        </p:nvSpPr>
        <p:spPr>
          <a:xfrm>
            <a:off x="8382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75106957-22B4-013A-DDB3-B3656E6A443F}"/>
              </a:ext>
            </a:extLst>
          </p:cNvPr>
          <p:cNvSpPr>
            <a:spLocks noGrp="1"/>
          </p:cNvSpPr>
          <p:nvPr>
            <p:ph sz="half" idx="2"/>
          </p:nvPr>
        </p:nvSpPr>
        <p:spPr>
          <a:xfrm>
            <a:off x="61976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011F8D8-2EED-C061-3177-7A4124904F7D}"/>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0B79D0F9-BC04-B621-BBEC-284F0421A41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3B17BC0-BD7B-3BFB-E521-7433B8952B0C}"/>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68122988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2DDE40B-2378-BBD6-E7E2-1D76CAE0CAB1}"/>
              </a:ext>
            </a:extLst>
          </p:cNvPr>
          <p:cNvSpPr>
            <a:spLocks noGrp="1"/>
          </p:cNvSpPr>
          <p:nvPr>
            <p:ph type="title"/>
          </p:nvPr>
        </p:nvSpPr>
        <p:spPr>
          <a:xfrm>
            <a:off x="840317" y="365128"/>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E6BC995-C356-EBB6-9773-008CD6C731C7}"/>
              </a:ext>
            </a:extLst>
          </p:cNvPr>
          <p:cNvSpPr>
            <a:spLocks noGrp="1"/>
          </p:cNvSpPr>
          <p:nvPr>
            <p:ph type="body" idx="1"/>
          </p:nvPr>
        </p:nvSpPr>
        <p:spPr>
          <a:xfrm>
            <a:off x="840319" y="1681163"/>
            <a:ext cx="5158316"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84FAE0AD-7437-05C4-63A4-FFDE37F8DF3B}"/>
              </a:ext>
            </a:extLst>
          </p:cNvPr>
          <p:cNvSpPr>
            <a:spLocks noGrp="1"/>
          </p:cNvSpPr>
          <p:nvPr>
            <p:ph sz="half" idx="2"/>
          </p:nvPr>
        </p:nvSpPr>
        <p:spPr>
          <a:xfrm>
            <a:off x="840319" y="2505075"/>
            <a:ext cx="5158316"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BE1A57AD-7667-E57A-204B-39F49CFD36C4}"/>
              </a:ext>
            </a:extLst>
          </p:cNvPr>
          <p:cNvSpPr>
            <a:spLocks noGrp="1"/>
          </p:cNvSpPr>
          <p:nvPr>
            <p:ph type="body" sz="quarter" idx="3"/>
          </p:nvPr>
        </p:nvSpPr>
        <p:spPr>
          <a:xfrm>
            <a:off x="6172200" y="1681163"/>
            <a:ext cx="5183717"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5B3BA91-9C0F-3B34-07AD-07E4B3F78E8C}"/>
              </a:ext>
            </a:extLst>
          </p:cNvPr>
          <p:cNvSpPr>
            <a:spLocks noGrp="1"/>
          </p:cNvSpPr>
          <p:nvPr>
            <p:ph sz="quarter" idx="4"/>
          </p:nvPr>
        </p:nvSpPr>
        <p:spPr>
          <a:xfrm>
            <a:off x="6172200" y="2505075"/>
            <a:ext cx="518371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466BECDF-B53D-96EC-E6EA-DF5236677CB2}"/>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8" name="フッター プレースホルダー 7">
            <a:extLst>
              <a:ext uri="{FF2B5EF4-FFF2-40B4-BE49-F238E27FC236}">
                <a16:creationId xmlns:a16="http://schemas.microsoft.com/office/drawing/2014/main" id="{D2E5EA20-570F-95AB-1EF0-E2D57F59E5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01F713E6-5C1F-DA47-80C8-CE4AEA6DC38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24867395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DCA319-3E27-9205-605F-5133FD4D6D42}"/>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CCF4EE53-AB21-5DBF-AB60-B150FF75B9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4" name="フッター プレースホルダー 3">
            <a:extLst>
              <a:ext uri="{FF2B5EF4-FFF2-40B4-BE49-F238E27FC236}">
                <a16:creationId xmlns:a16="http://schemas.microsoft.com/office/drawing/2014/main" id="{C65A3E87-F4C2-6ED6-C93E-766512B49F2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037B27D-4B3A-F326-F237-D95DE16DE46A}"/>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414005605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DFCE4D8-0799-868C-5DB9-2689C58CFB38}"/>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3" name="フッター プレースホルダー 2">
            <a:extLst>
              <a:ext uri="{FF2B5EF4-FFF2-40B4-BE49-F238E27FC236}">
                <a16:creationId xmlns:a16="http://schemas.microsoft.com/office/drawing/2014/main" id="{A68C0F0C-52C7-8F94-8BAD-F6BAE3ADA27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2F3E755-C006-336B-BCD1-3EF1D190C31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72187564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ED2D1A-F45E-95ED-6FF0-7DFC98BB7CB8}"/>
              </a:ext>
            </a:extLst>
          </p:cNvPr>
          <p:cNvSpPr>
            <a:spLocks noGrp="1"/>
          </p:cNvSpPr>
          <p:nvPr>
            <p:ph type="title"/>
          </p:nvPr>
        </p:nvSpPr>
        <p:spPr>
          <a:xfrm>
            <a:off x="840319" y="457200"/>
            <a:ext cx="3932767" cy="1600200"/>
          </a:xfrm>
        </p:spPr>
        <p:txBody>
          <a:bodyPr anchor="b"/>
          <a:lstStyle>
            <a:lvl1pPr>
              <a:defRPr sz="24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B291651-C908-1A5F-5337-D0D9CF7220CE}"/>
              </a:ext>
            </a:extLst>
          </p:cNvPr>
          <p:cNvSpPr>
            <a:spLocks noGrp="1"/>
          </p:cNvSpPr>
          <p:nvPr>
            <p:ph idx="1"/>
          </p:nvPr>
        </p:nvSpPr>
        <p:spPr>
          <a:xfrm>
            <a:off x="5183717" y="987427"/>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B861E146-28C7-8935-EFE2-A709D64A3D24}"/>
              </a:ext>
            </a:extLst>
          </p:cNvPr>
          <p:cNvSpPr>
            <a:spLocks noGrp="1"/>
          </p:cNvSpPr>
          <p:nvPr>
            <p:ph type="body" sz="half" idx="2"/>
          </p:nvPr>
        </p:nvSpPr>
        <p:spPr>
          <a:xfrm>
            <a:off x="840319" y="2057400"/>
            <a:ext cx="393276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9ED42F14-B997-38AC-E29F-17DFD7832E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6508F590-2176-F393-E82A-1A76F0D5EEE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666AB1AF-88D6-8A76-70AE-2DC3508FEAA4}"/>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41348461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789B2A-1E1F-468D-4DBE-A9272BE10E1B}"/>
              </a:ext>
            </a:extLst>
          </p:cNvPr>
          <p:cNvSpPr>
            <a:spLocks noGrp="1"/>
          </p:cNvSpPr>
          <p:nvPr>
            <p:ph type="title"/>
          </p:nvPr>
        </p:nvSpPr>
        <p:spPr>
          <a:xfrm>
            <a:off x="840319" y="457200"/>
            <a:ext cx="3932767" cy="1600200"/>
          </a:xfrm>
        </p:spPr>
        <p:txBody>
          <a:bodyPr anchor="b"/>
          <a:lstStyle>
            <a:lvl1pPr>
              <a:defRPr sz="24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1AC77D39-F1AC-2C27-943A-1530EA270A2F}"/>
              </a:ext>
            </a:extLst>
          </p:cNvPr>
          <p:cNvSpPr>
            <a:spLocks noGrp="1"/>
          </p:cNvSpPr>
          <p:nvPr>
            <p:ph type="pic" idx="1"/>
          </p:nvPr>
        </p:nvSpPr>
        <p:spPr>
          <a:xfrm>
            <a:off x="5183717" y="987427"/>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kumimoji="1" lang="ja-JP" altLang="en-US"/>
          </a:p>
        </p:txBody>
      </p:sp>
      <p:sp>
        <p:nvSpPr>
          <p:cNvPr id="4" name="テキスト プレースホルダー 3">
            <a:extLst>
              <a:ext uri="{FF2B5EF4-FFF2-40B4-BE49-F238E27FC236}">
                <a16:creationId xmlns:a16="http://schemas.microsoft.com/office/drawing/2014/main" id="{DB889370-E7A6-8E16-EF2F-5245D21F7142}"/>
              </a:ext>
            </a:extLst>
          </p:cNvPr>
          <p:cNvSpPr>
            <a:spLocks noGrp="1"/>
          </p:cNvSpPr>
          <p:nvPr>
            <p:ph type="body" sz="half" idx="2"/>
          </p:nvPr>
        </p:nvSpPr>
        <p:spPr>
          <a:xfrm>
            <a:off x="840319" y="2057400"/>
            <a:ext cx="393276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47508FE-26EC-A20F-E4C8-21CB6EBF7606}"/>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8DC61B62-1992-654C-464A-D33CBCBBB17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EA4E8CD-B961-E819-DA60-9F530B7D0DEF}"/>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123737878"/>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81B74F3-C70C-1C3D-429E-900CD6EC395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B3696FE-E4BB-BDC9-37BD-760D485CBFF3}"/>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C8129B2-9CA3-76E2-6E52-178579B5611E}"/>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991E3808-A48F-6976-E9E8-8665EC964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F184523-491F-37EA-1C3D-34B96363A7E2}"/>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46512210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66405960-1E6B-8982-C9D7-6881F4E18C7D}"/>
              </a:ext>
            </a:extLst>
          </p:cNvPr>
          <p:cNvSpPr>
            <a:spLocks noGrp="1"/>
          </p:cNvSpPr>
          <p:nvPr>
            <p:ph type="title" orient="vert"/>
          </p:nvPr>
        </p:nvSpPr>
        <p:spPr>
          <a:xfrm>
            <a:off x="8724902"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CB00AB1-7C41-3ABC-3A17-0AEA5FEF63B4}"/>
              </a:ext>
            </a:extLst>
          </p:cNvPr>
          <p:cNvSpPr>
            <a:spLocks noGrp="1"/>
          </p:cNvSpPr>
          <p:nvPr>
            <p:ph type="body" orient="vert" idx="1"/>
          </p:nvPr>
        </p:nvSpPr>
        <p:spPr>
          <a:xfrm>
            <a:off x="838202" y="365125"/>
            <a:ext cx="76835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F796527-0503-DA57-0512-8FB81FEEE4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A7340DB1-F2C6-6741-65D5-4E5EEA59355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D183B32-7304-EDD4-8E5F-1C24CD729EE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00373065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346667919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352768439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65334653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355577650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7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0. Opening</a:t>
            </a: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94172068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8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1. Introduction</a:t>
            </a: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896620167"/>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1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9B0FFF6-7C5D-C9EF-84E9-9870869C00BB}"/>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2. Methods</a:t>
            </a:r>
          </a:p>
        </p:txBody>
      </p:sp>
      <p:sp>
        <p:nvSpPr>
          <p:cNvPr id="4" name="テキスト ボックス 3">
            <a:extLst>
              <a:ext uri="{FF2B5EF4-FFF2-40B4-BE49-F238E27FC236}">
                <a16:creationId xmlns:a16="http://schemas.microsoft.com/office/drawing/2014/main" id="{4B39CD68-3172-0CDB-95B6-53581225BBD5}"/>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20115375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2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29618BAC-6AA1-C459-9FCC-C988BF6DB484}"/>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3. Results</a:t>
            </a:r>
          </a:p>
        </p:txBody>
      </p:sp>
      <p:sp>
        <p:nvSpPr>
          <p:cNvPr id="4" name="テキスト ボックス 3">
            <a:extLst>
              <a:ext uri="{FF2B5EF4-FFF2-40B4-BE49-F238E27FC236}">
                <a16:creationId xmlns:a16="http://schemas.microsoft.com/office/drawing/2014/main" id="{8A85087D-7489-04C9-59E4-B949E1995CA0}"/>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70557525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3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2C64FE9A-D3BF-9215-0FB0-F9FACDB4C54A}"/>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4. Discussion</a:t>
            </a:r>
          </a:p>
        </p:txBody>
      </p:sp>
      <p:sp>
        <p:nvSpPr>
          <p:cNvPr id="4" name="テキスト ボックス 3">
            <a:extLst>
              <a:ext uri="{FF2B5EF4-FFF2-40B4-BE49-F238E27FC236}">
                <a16:creationId xmlns:a16="http://schemas.microsoft.com/office/drawing/2014/main" id="{582622A8-62D8-A198-F93F-C600CC8E356E}"/>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307293987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6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CEDB2FBA-E537-6694-1EB0-49E06FFBB4EE}"/>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5. Conclusion</a:t>
            </a:r>
          </a:p>
        </p:txBody>
      </p:sp>
      <p:sp>
        <p:nvSpPr>
          <p:cNvPr id="4" name="テキスト ボックス 3">
            <a:extLst>
              <a:ext uri="{FF2B5EF4-FFF2-40B4-BE49-F238E27FC236}">
                <a16:creationId xmlns:a16="http://schemas.microsoft.com/office/drawing/2014/main" id="{FB15D4FC-C2DA-AEAF-2AD5-294EBF8AA5F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51310121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4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2170C4F-E822-37DD-6E3E-1B30D6DF09C1}"/>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6. References</a:t>
            </a:r>
          </a:p>
        </p:txBody>
      </p:sp>
      <p:sp>
        <p:nvSpPr>
          <p:cNvPr id="4" name="テキスト ボックス 3">
            <a:extLst>
              <a:ext uri="{FF2B5EF4-FFF2-40B4-BE49-F238E27FC236}">
                <a16:creationId xmlns:a16="http://schemas.microsoft.com/office/drawing/2014/main" id="{3EAF421F-91E4-7A52-1841-0AB3892F2D6A}"/>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7363225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5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5621984D-76FE-ACAE-9E5B-DA4BD09015FB}"/>
              </a:ext>
            </a:extLst>
          </p:cNvPr>
          <p:cNvSpPr txBox="1"/>
          <p:nvPr userDrawn="1"/>
        </p:nvSpPr>
        <p:spPr>
          <a:xfrm>
            <a:off x="116601" y="104328"/>
            <a:ext cx="2812752"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7. Supplementary Information</a:t>
            </a:r>
          </a:p>
        </p:txBody>
      </p:sp>
      <p:sp>
        <p:nvSpPr>
          <p:cNvPr id="4" name="テキスト ボックス 3">
            <a:extLst>
              <a:ext uri="{FF2B5EF4-FFF2-40B4-BE49-F238E27FC236}">
                <a16:creationId xmlns:a16="http://schemas.microsoft.com/office/drawing/2014/main" id="{3C378D87-3011-1B78-019A-7BDF64235756}"/>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66684594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ja-JP" altLang="en-US"/>
              <a:t>マスター タイトルの書式設定</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88118983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96882097"/>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ja-JP" altLang="en-US"/>
              <a:t>マスター タイトルの書式設定</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987093295"/>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4202427351"/>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839788" y="2505075"/>
            <a:ext cx="5157787" cy="368458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6172200" y="2505075"/>
            <a:ext cx="5183188" cy="368458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188804638"/>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85222664"/>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871674275"/>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ja-JP" altLang="en-US"/>
              <a:t>マスター タイトルの書式設定</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087033213"/>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293993278"/>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867122149"/>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19031265"/>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userDrawn="1">
  <p:cSld name="7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Executive Summary</a:t>
            </a: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602889520"/>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8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ja-JP" altLang="en-US" sz="1050">
                <a:latin typeface="源ノ角ゴシック JP" panose="020B0500000000000000" pitchFamily="34" charset="-128"/>
                <a:ea typeface="源ノ角ゴシック JP" panose="020B0500000000000000" pitchFamily="34" charset="-128"/>
              </a:rPr>
              <a:t>目次</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500493224"/>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13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問題特定｜健康ニーズの把握</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4120560087"/>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19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問題特定｜方針と結果</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460456615"/>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14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問題特定｜実施量の評価</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3525855020"/>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15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問題特定｜適切さの評価</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75206612"/>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16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問題特定｜まとめ</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3558131045"/>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17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原因分析｜ボトルネックの特定</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3914955145"/>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21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原因分析｜詳細な要因</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628049820"/>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18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施策立案｜提案と効果試算</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968397484"/>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12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ja-JP" altLang="en-US" sz="1050">
                <a:latin typeface="源ノ角ゴシック JP" panose="020B0500000000000000" pitchFamily="34" charset="-128"/>
                <a:ea typeface="源ノ角ゴシック JP" panose="020B0500000000000000" pitchFamily="34" charset="-128"/>
              </a:rPr>
              <a:t>まとめ</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3591019745"/>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20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ja-JP" altLang="en-US" sz="1050">
                <a:latin typeface="源ノ角ゴシック JP" panose="020B0500000000000000" pitchFamily="34" charset="-128"/>
                <a:ea typeface="源ノ角ゴシック JP" panose="020B0500000000000000" pitchFamily="34" charset="-128"/>
              </a:rPr>
              <a:t>参考文献</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4049696614"/>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2239304769"/>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2761025356"/>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603270855"/>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2221014993"/>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userDrawn="1">
  <p:cSld name="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1. Background</a:t>
            </a: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461615730"/>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1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9B0FFF6-7C5D-C9EF-84E9-9870869C00BB}"/>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2. Methods</a:t>
            </a:r>
          </a:p>
        </p:txBody>
      </p:sp>
      <p:sp>
        <p:nvSpPr>
          <p:cNvPr id="4" name="テキスト ボックス 3">
            <a:extLst>
              <a:ext uri="{FF2B5EF4-FFF2-40B4-BE49-F238E27FC236}">
                <a16:creationId xmlns:a16="http://schemas.microsoft.com/office/drawing/2014/main" id="{4B39CD68-3172-0CDB-95B6-53581225BBD5}"/>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293610159"/>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2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29618BAC-6AA1-C459-9FCC-C988BF6DB484}"/>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3. Results</a:t>
            </a:r>
          </a:p>
        </p:txBody>
      </p:sp>
      <p:sp>
        <p:nvSpPr>
          <p:cNvPr id="4" name="テキスト ボックス 3">
            <a:extLst>
              <a:ext uri="{FF2B5EF4-FFF2-40B4-BE49-F238E27FC236}">
                <a16:creationId xmlns:a16="http://schemas.microsoft.com/office/drawing/2014/main" id="{8A85087D-7489-04C9-59E4-B949E1995CA0}"/>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445500405"/>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3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2C64FE9A-D3BF-9215-0FB0-F9FACDB4C54A}"/>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4. Discussion</a:t>
            </a:r>
          </a:p>
        </p:txBody>
      </p:sp>
      <p:sp>
        <p:nvSpPr>
          <p:cNvPr id="4" name="テキスト ボックス 3">
            <a:extLst>
              <a:ext uri="{FF2B5EF4-FFF2-40B4-BE49-F238E27FC236}">
                <a16:creationId xmlns:a16="http://schemas.microsoft.com/office/drawing/2014/main" id="{582622A8-62D8-A198-F93F-C600CC8E356E}"/>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370692603"/>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6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CEDB2FBA-E537-6694-1EB0-49E06FFBB4EE}"/>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5. Conclusion</a:t>
            </a:r>
          </a:p>
        </p:txBody>
      </p:sp>
      <p:sp>
        <p:nvSpPr>
          <p:cNvPr id="4" name="テキスト ボックス 3">
            <a:extLst>
              <a:ext uri="{FF2B5EF4-FFF2-40B4-BE49-F238E27FC236}">
                <a16:creationId xmlns:a16="http://schemas.microsoft.com/office/drawing/2014/main" id="{FB15D4FC-C2DA-AEAF-2AD5-294EBF8AA5F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795427187"/>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4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2170C4F-E822-37DD-6E3E-1B30D6DF09C1}"/>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6. References</a:t>
            </a:r>
          </a:p>
        </p:txBody>
      </p:sp>
      <p:sp>
        <p:nvSpPr>
          <p:cNvPr id="4" name="テキスト ボックス 3">
            <a:extLst>
              <a:ext uri="{FF2B5EF4-FFF2-40B4-BE49-F238E27FC236}">
                <a16:creationId xmlns:a16="http://schemas.microsoft.com/office/drawing/2014/main" id="{3EAF421F-91E4-7A52-1841-0AB3892F2D6A}"/>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248286249"/>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5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5621984D-76FE-ACAE-9E5B-DA4BD09015FB}"/>
              </a:ext>
            </a:extLst>
          </p:cNvPr>
          <p:cNvSpPr txBox="1"/>
          <p:nvPr userDrawn="1"/>
        </p:nvSpPr>
        <p:spPr>
          <a:xfrm>
            <a:off x="116601" y="104328"/>
            <a:ext cx="2812752"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7. Supplementary Information</a:t>
            </a:r>
          </a:p>
        </p:txBody>
      </p:sp>
      <p:sp>
        <p:nvSpPr>
          <p:cNvPr id="4" name="テキスト ボックス 3">
            <a:extLst>
              <a:ext uri="{FF2B5EF4-FFF2-40B4-BE49-F238E27FC236}">
                <a16:creationId xmlns:a16="http://schemas.microsoft.com/office/drawing/2014/main" id="{3C378D87-3011-1B78-019A-7BDF64235756}"/>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4578148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3" Type="http://schemas.openxmlformats.org/officeDocument/2006/relationships/slideLayout" Target="../slideLayouts/slideLayout14.xml"/><Relationship Id="rId21" Type="http://schemas.openxmlformats.org/officeDocument/2006/relationships/slideLayout" Target="../slideLayouts/slideLayout32.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0.xml"/><Relationship Id="rId13" Type="http://schemas.openxmlformats.org/officeDocument/2006/relationships/slideLayout" Target="../slideLayouts/slideLayout45.xml"/><Relationship Id="rId18" Type="http://schemas.openxmlformats.org/officeDocument/2006/relationships/slideLayout" Target="../slideLayouts/slideLayout50.xml"/><Relationship Id="rId3" Type="http://schemas.openxmlformats.org/officeDocument/2006/relationships/slideLayout" Target="../slideLayouts/slideLayout35.xml"/><Relationship Id="rId21" Type="http://schemas.openxmlformats.org/officeDocument/2006/relationships/slideLayout" Target="../slideLayouts/slideLayout53.xml"/><Relationship Id="rId7" Type="http://schemas.openxmlformats.org/officeDocument/2006/relationships/slideLayout" Target="../slideLayouts/slideLayout39.xml"/><Relationship Id="rId12" Type="http://schemas.openxmlformats.org/officeDocument/2006/relationships/slideLayout" Target="../slideLayouts/slideLayout44.xml"/><Relationship Id="rId17" Type="http://schemas.openxmlformats.org/officeDocument/2006/relationships/slideLayout" Target="../slideLayouts/slideLayout49.xml"/><Relationship Id="rId2" Type="http://schemas.openxmlformats.org/officeDocument/2006/relationships/slideLayout" Target="../slideLayouts/slideLayout34.xml"/><Relationship Id="rId16" Type="http://schemas.openxmlformats.org/officeDocument/2006/relationships/slideLayout" Target="../slideLayouts/slideLayout48.xml"/><Relationship Id="rId20" Type="http://schemas.openxmlformats.org/officeDocument/2006/relationships/slideLayout" Target="../slideLayouts/slideLayout52.xml"/><Relationship Id="rId1" Type="http://schemas.openxmlformats.org/officeDocument/2006/relationships/slideLayout" Target="../slideLayouts/slideLayout33.xml"/><Relationship Id="rId6" Type="http://schemas.openxmlformats.org/officeDocument/2006/relationships/slideLayout" Target="../slideLayouts/slideLayout38.xml"/><Relationship Id="rId11" Type="http://schemas.openxmlformats.org/officeDocument/2006/relationships/slideLayout" Target="../slideLayouts/slideLayout43.xml"/><Relationship Id="rId24" Type="http://schemas.openxmlformats.org/officeDocument/2006/relationships/theme" Target="../theme/theme3.xml"/><Relationship Id="rId5" Type="http://schemas.openxmlformats.org/officeDocument/2006/relationships/slideLayout" Target="../slideLayouts/slideLayout37.xml"/><Relationship Id="rId15" Type="http://schemas.openxmlformats.org/officeDocument/2006/relationships/slideLayout" Target="../slideLayouts/slideLayout47.xml"/><Relationship Id="rId23" Type="http://schemas.openxmlformats.org/officeDocument/2006/relationships/slideLayout" Target="../slideLayouts/slideLayout55.xml"/><Relationship Id="rId10" Type="http://schemas.openxmlformats.org/officeDocument/2006/relationships/slideLayout" Target="../slideLayouts/slideLayout42.xml"/><Relationship Id="rId19" Type="http://schemas.openxmlformats.org/officeDocument/2006/relationships/slideLayout" Target="../slideLayouts/slideLayout51.xml"/><Relationship Id="rId4" Type="http://schemas.openxmlformats.org/officeDocument/2006/relationships/slideLayout" Target="../slideLayouts/slideLayout36.xml"/><Relationship Id="rId9" Type="http://schemas.openxmlformats.org/officeDocument/2006/relationships/slideLayout" Target="../slideLayouts/slideLayout41.xml"/><Relationship Id="rId14" Type="http://schemas.openxmlformats.org/officeDocument/2006/relationships/slideLayout" Target="../slideLayouts/slideLayout46.xml"/><Relationship Id="rId22" Type="http://schemas.openxmlformats.org/officeDocument/2006/relationships/slideLayout" Target="../slideLayouts/slideLayout54.xml"/></Relationships>
</file>

<file path=ppt/slideMasters/_rels/slideMaster4.xml.rels><?xml version="1.0" encoding="UTF-8" standalone="yes"?>
<Relationships xmlns="http://schemas.openxmlformats.org/package/2006/relationships"><Relationship Id="rId13" Type="http://schemas.openxmlformats.org/officeDocument/2006/relationships/slideLayout" Target="../slideLayouts/slideLayout68.xml"/><Relationship Id="rId18" Type="http://schemas.openxmlformats.org/officeDocument/2006/relationships/slideLayout" Target="../slideLayouts/slideLayout73.xml"/><Relationship Id="rId26" Type="http://schemas.openxmlformats.org/officeDocument/2006/relationships/slideLayout" Target="../slideLayouts/slideLayout81.xml"/><Relationship Id="rId3" Type="http://schemas.openxmlformats.org/officeDocument/2006/relationships/slideLayout" Target="../slideLayouts/slideLayout58.xml"/><Relationship Id="rId21" Type="http://schemas.openxmlformats.org/officeDocument/2006/relationships/slideLayout" Target="../slideLayouts/slideLayout76.xml"/><Relationship Id="rId34" Type="http://schemas.openxmlformats.org/officeDocument/2006/relationships/slideLayout" Target="../slideLayouts/slideLayout89.xml"/><Relationship Id="rId7" Type="http://schemas.openxmlformats.org/officeDocument/2006/relationships/slideLayout" Target="../slideLayouts/slideLayout62.xml"/><Relationship Id="rId12" Type="http://schemas.openxmlformats.org/officeDocument/2006/relationships/slideLayout" Target="../slideLayouts/slideLayout67.xml"/><Relationship Id="rId17" Type="http://schemas.openxmlformats.org/officeDocument/2006/relationships/slideLayout" Target="../slideLayouts/slideLayout72.xml"/><Relationship Id="rId25" Type="http://schemas.openxmlformats.org/officeDocument/2006/relationships/slideLayout" Target="../slideLayouts/slideLayout80.xml"/><Relationship Id="rId33" Type="http://schemas.openxmlformats.org/officeDocument/2006/relationships/slideLayout" Target="../slideLayouts/slideLayout88.xml"/><Relationship Id="rId2" Type="http://schemas.openxmlformats.org/officeDocument/2006/relationships/slideLayout" Target="../slideLayouts/slideLayout57.xml"/><Relationship Id="rId16" Type="http://schemas.openxmlformats.org/officeDocument/2006/relationships/slideLayout" Target="../slideLayouts/slideLayout71.xml"/><Relationship Id="rId20" Type="http://schemas.openxmlformats.org/officeDocument/2006/relationships/slideLayout" Target="../slideLayouts/slideLayout75.xml"/><Relationship Id="rId29" Type="http://schemas.openxmlformats.org/officeDocument/2006/relationships/slideLayout" Target="../slideLayouts/slideLayout84.xml"/><Relationship Id="rId1" Type="http://schemas.openxmlformats.org/officeDocument/2006/relationships/slideLayout" Target="../slideLayouts/slideLayout56.xml"/><Relationship Id="rId6" Type="http://schemas.openxmlformats.org/officeDocument/2006/relationships/slideLayout" Target="../slideLayouts/slideLayout61.xml"/><Relationship Id="rId11" Type="http://schemas.openxmlformats.org/officeDocument/2006/relationships/slideLayout" Target="../slideLayouts/slideLayout66.xml"/><Relationship Id="rId24" Type="http://schemas.openxmlformats.org/officeDocument/2006/relationships/slideLayout" Target="../slideLayouts/slideLayout79.xml"/><Relationship Id="rId32" Type="http://schemas.openxmlformats.org/officeDocument/2006/relationships/slideLayout" Target="../slideLayouts/slideLayout87.xml"/><Relationship Id="rId5" Type="http://schemas.openxmlformats.org/officeDocument/2006/relationships/slideLayout" Target="../slideLayouts/slideLayout60.xml"/><Relationship Id="rId15" Type="http://schemas.openxmlformats.org/officeDocument/2006/relationships/slideLayout" Target="../slideLayouts/slideLayout70.xml"/><Relationship Id="rId23" Type="http://schemas.openxmlformats.org/officeDocument/2006/relationships/slideLayout" Target="../slideLayouts/slideLayout78.xml"/><Relationship Id="rId28" Type="http://schemas.openxmlformats.org/officeDocument/2006/relationships/slideLayout" Target="../slideLayouts/slideLayout83.xml"/><Relationship Id="rId10" Type="http://schemas.openxmlformats.org/officeDocument/2006/relationships/slideLayout" Target="../slideLayouts/slideLayout65.xml"/><Relationship Id="rId19" Type="http://schemas.openxmlformats.org/officeDocument/2006/relationships/slideLayout" Target="../slideLayouts/slideLayout74.xml"/><Relationship Id="rId31" Type="http://schemas.openxmlformats.org/officeDocument/2006/relationships/slideLayout" Target="../slideLayouts/slideLayout86.xml"/><Relationship Id="rId4" Type="http://schemas.openxmlformats.org/officeDocument/2006/relationships/slideLayout" Target="../slideLayouts/slideLayout59.xml"/><Relationship Id="rId9" Type="http://schemas.openxmlformats.org/officeDocument/2006/relationships/slideLayout" Target="../slideLayouts/slideLayout64.xml"/><Relationship Id="rId14" Type="http://schemas.openxmlformats.org/officeDocument/2006/relationships/slideLayout" Target="../slideLayouts/slideLayout69.xml"/><Relationship Id="rId22" Type="http://schemas.openxmlformats.org/officeDocument/2006/relationships/slideLayout" Target="../slideLayouts/slideLayout77.xml"/><Relationship Id="rId27" Type="http://schemas.openxmlformats.org/officeDocument/2006/relationships/slideLayout" Target="../slideLayouts/slideLayout82.xml"/><Relationship Id="rId30" Type="http://schemas.openxmlformats.org/officeDocument/2006/relationships/slideLayout" Target="../slideLayouts/slideLayout85.xml"/><Relationship Id="rId35" Type="http://schemas.openxmlformats.org/officeDocument/2006/relationships/theme" Target="../theme/theme4.xml"/><Relationship Id="rId8" Type="http://schemas.openxmlformats.org/officeDocument/2006/relationships/slideLayout" Target="../slideLayouts/slideLayout6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A6473A2-0987-3B8B-38EF-3946AA808ECD}"/>
              </a:ext>
            </a:extLst>
          </p:cNvPr>
          <p:cNvSpPr>
            <a:spLocks noGrp="1"/>
          </p:cNvSpPr>
          <p:nvPr>
            <p:ph type="title"/>
          </p:nvPr>
        </p:nvSpPr>
        <p:spPr>
          <a:xfrm>
            <a:off x="838200" y="365126"/>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F510C03-F5E3-64AB-8E83-77A0E733B85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70247E9-3C7C-7E8D-58A7-CDD442FE4333}"/>
              </a:ext>
            </a:extLst>
          </p:cNvPr>
          <p:cNvSpPr>
            <a:spLocks noGrp="1"/>
          </p:cNvSpPr>
          <p:nvPr>
            <p:ph type="dt" sz="half" idx="2"/>
          </p:nvPr>
        </p:nvSpPr>
        <p:spPr>
          <a:xfrm>
            <a:off x="838200" y="6356351"/>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51C860E3-E470-C63F-41A3-55BCE4FFF036}"/>
              </a:ext>
            </a:extLst>
          </p:cNvPr>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EB1CC86D-FFAD-1D01-C3B1-E621740DE522}"/>
              </a:ext>
            </a:extLst>
          </p:cNvPr>
          <p:cNvSpPr>
            <a:spLocks noGrp="1"/>
          </p:cNvSpPr>
          <p:nvPr>
            <p:ph type="sldNum" sz="quarter" idx="4"/>
          </p:nvPr>
        </p:nvSpPr>
        <p:spPr>
          <a:xfrm>
            <a:off x="8610600" y="6356351"/>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756960081"/>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86" r:id="rId4"/>
    <p:sldLayoutId id="2147483687" r:id="rId5"/>
    <p:sldLayoutId id="2147483688" r:id="rId6"/>
    <p:sldLayoutId id="2147483689" r:id="rId7"/>
    <p:sldLayoutId id="2147483690" r:id="rId8"/>
    <p:sldLayoutId id="2147483691" r:id="rId9"/>
    <p:sldLayoutId id="2147483692" r:id="rId10"/>
    <p:sldLayoutId id="2147483693"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A6473A2-0987-3B8B-38EF-3946AA808ECD}"/>
              </a:ext>
            </a:extLst>
          </p:cNvPr>
          <p:cNvSpPr>
            <a:spLocks noGrp="1"/>
          </p:cNvSpPr>
          <p:nvPr>
            <p:ph type="title"/>
          </p:nvPr>
        </p:nvSpPr>
        <p:spPr>
          <a:xfrm>
            <a:off x="838200" y="365128"/>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F510C03-F5E3-64AB-8E83-77A0E733B85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70247E9-3C7C-7E8D-58A7-CDD442FE4333}"/>
              </a:ext>
            </a:extLst>
          </p:cNvPr>
          <p:cNvSpPr>
            <a:spLocks noGrp="1"/>
          </p:cNvSpPr>
          <p:nvPr>
            <p:ph type="dt" sz="half" idx="2"/>
          </p:nvPr>
        </p:nvSpPr>
        <p:spPr>
          <a:xfrm>
            <a:off x="838200" y="6356353"/>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51C860E3-E470-C63F-41A3-55BCE4FFF036}"/>
              </a:ext>
            </a:extLst>
          </p:cNvPr>
          <p:cNvSpPr>
            <a:spLocks noGrp="1"/>
          </p:cNvSpPr>
          <p:nvPr>
            <p:ph type="ftr" sz="quarter" idx="3"/>
          </p:nvPr>
        </p:nvSpPr>
        <p:spPr>
          <a:xfrm>
            <a:off x="4038600" y="6356353"/>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EB1CC86D-FFAD-1D01-C3B1-E621740DE522}"/>
              </a:ext>
            </a:extLst>
          </p:cNvPr>
          <p:cNvSpPr>
            <a:spLocks noGrp="1"/>
          </p:cNvSpPr>
          <p:nvPr>
            <p:ph type="sldNum" sz="quarter" idx="4"/>
          </p:nvPr>
        </p:nvSpPr>
        <p:spPr>
          <a:xfrm>
            <a:off x="8610600" y="6356353"/>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705321318"/>
      </p:ext>
    </p:extLst>
  </p:cSld>
  <p:clrMap bg1="lt1" tx1="dk1" bg2="lt2" tx2="dk2" accent1="accent1" accent2="accent2" accent3="accent3" accent4="accent4" accent5="accent5" accent6="accent6" hlink="hlink" folHlink="folHlink"/>
  <p:sldLayoutIdLst>
    <p:sldLayoutId id="2147483716" r:id="rId1"/>
    <p:sldLayoutId id="2147483717" r:id="rId2"/>
    <p:sldLayoutId id="2147483718" r:id="rId3"/>
    <p:sldLayoutId id="2147483719" r:id="rId4"/>
    <p:sldLayoutId id="2147483720" r:id="rId5"/>
    <p:sldLayoutId id="2147483721" r:id="rId6"/>
    <p:sldLayoutId id="2147483722" r:id="rId7"/>
    <p:sldLayoutId id="2147483723" r:id="rId8"/>
    <p:sldLayoutId id="2147483724" r:id="rId9"/>
    <p:sldLayoutId id="2147483725" r:id="rId10"/>
    <p:sldLayoutId id="2147483726" r:id="rId11"/>
    <p:sldLayoutId id="2147483728" r:id="rId12"/>
    <p:sldLayoutId id="2147483729" r:id="rId13"/>
    <p:sldLayoutId id="2147483730" r:id="rId14"/>
    <p:sldLayoutId id="2147483731" r:id="rId15"/>
    <p:sldLayoutId id="2147483732" r:id="rId16"/>
    <p:sldLayoutId id="2147483733" r:id="rId17"/>
    <p:sldLayoutId id="2147483734" r:id="rId18"/>
    <p:sldLayoutId id="2147483735" r:id="rId19"/>
    <p:sldLayoutId id="2147483736" r:id="rId20"/>
    <p:sldLayoutId id="2147483737" r:id="rId21"/>
  </p:sldLayoutIdLst>
  <p:txStyles>
    <p:titleStyle>
      <a:lvl1pPr algn="l" defTabSz="685800" rtl="0" eaLnBrk="1" latinLnBrk="0" hangingPunct="1">
        <a:lnSpc>
          <a:spcPct val="90000"/>
        </a:lnSpc>
        <a:spcBef>
          <a:spcPct val="0"/>
        </a:spcBef>
        <a:buNone/>
        <a:defRPr kumimoji="1"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kumimoji="1"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kumimoji="1"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ja-JP"/>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A6473A2-0987-3B8B-38EF-3946AA808ECD}"/>
              </a:ext>
            </a:extLst>
          </p:cNvPr>
          <p:cNvSpPr>
            <a:spLocks noGrp="1"/>
          </p:cNvSpPr>
          <p:nvPr>
            <p:ph type="title"/>
          </p:nvPr>
        </p:nvSpPr>
        <p:spPr>
          <a:xfrm>
            <a:off x="838200" y="365128"/>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F510C03-F5E3-64AB-8E83-77A0E733B85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70247E9-3C7C-7E8D-58A7-CDD442FE4333}"/>
              </a:ext>
            </a:extLst>
          </p:cNvPr>
          <p:cNvSpPr>
            <a:spLocks noGrp="1"/>
          </p:cNvSpPr>
          <p:nvPr>
            <p:ph type="dt" sz="half" idx="2"/>
          </p:nvPr>
        </p:nvSpPr>
        <p:spPr>
          <a:xfrm>
            <a:off x="838200" y="6356353"/>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51C860E3-E470-C63F-41A3-55BCE4FFF036}"/>
              </a:ext>
            </a:extLst>
          </p:cNvPr>
          <p:cNvSpPr>
            <a:spLocks noGrp="1"/>
          </p:cNvSpPr>
          <p:nvPr>
            <p:ph type="ftr" sz="quarter" idx="3"/>
          </p:nvPr>
        </p:nvSpPr>
        <p:spPr>
          <a:xfrm>
            <a:off x="4038600" y="6356353"/>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EB1CC86D-FFAD-1D01-C3B1-E621740DE522}"/>
              </a:ext>
            </a:extLst>
          </p:cNvPr>
          <p:cNvSpPr>
            <a:spLocks noGrp="1"/>
          </p:cNvSpPr>
          <p:nvPr>
            <p:ph type="sldNum" sz="quarter" idx="4"/>
          </p:nvPr>
        </p:nvSpPr>
        <p:spPr>
          <a:xfrm>
            <a:off x="8610600" y="6356353"/>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847310903"/>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 id="2147483751" r:id="rId12"/>
    <p:sldLayoutId id="2147483752" r:id="rId13"/>
    <p:sldLayoutId id="2147483753" r:id="rId14"/>
    <p:sldLayoutId id="2147483754" r:id="rId15"/>
    <p:sldLayoutId id="2147483761" r:id="rId16"/>
    <p:sldLayoutId id="2147483762" r:id="rId17"/>
    <p:sldLayoutId id="2147483755" r:id="rId18"/>
    <p:sldLayoutId id="2147483756" r:id="rId19"/>
    <p:sldLayoutId id="2147483757" r:id="rId20"/>
    <p:sldLayoutId id="2147483758" r:id="rId21"/>
    <p:sldLayoutId id="2147483759" r:id="rId22"/>
    <p:sldLayoutId id="2147483760" r:id="rId23"/>
  </p:sldLayoutIdLst>
  <p:txStyles>
    <p:titleStyle>
      <a:lvl1pPr algn="l" defTabSz="685800" rtl="0" eaLnBrk="1" latinLnBrk="0" hangingPunct="1">
        <a:lnSpc>
          <a:spcPct val="90000"/>
        </a:lnSpc>
        <a:spcBef>
          <a:spcPct val="0"/>
        </a:spcBef>
        <a:buNone/>
        <a:defRPr kumimoji="1"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kumimoji="1"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kumimoji="1"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ja-JP"/>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885039-54E1-425C-BA26-26C83A74E520}" type="datetimeFigureOut">
              <a:rPr kumimoji="1" lang="ja-JP" altLang="en-US" smtClean="0"/>
              <a:t>2026/9/22</a:t>
            </a:fld>
            <a:endParaRPr kumimoji="1" lang="ja-JP" alt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053101019"/>
      </p:ext>
    </p:extLst>
  </p:cSld>
  <p:clrMap bg1="lt1" tx1="dk1" bg2="lt2" tx2="dk2" accent1="accent1" accent2="accent2" accent3="accent3" accent4="accent4" accent5="accent5" accent6="accent6" hlink="hlink" folHlink="folHlink"/>
  <p:sldLayoutIdLst>
    <p:sldLayoutId id="2147483802" r:id="rId1"/>
    <p:sldLayoutId id="2147483803" r:id="rId2"/>
    <p:sldLayoutId id="2147483804" r:id="rId3"/>
    <p:sldLayoutId id="2147483805" r:id="rId4"/>
    <p:sldLayoutId id="2147483806" r:id="rId5"/>
    <p:sldLayoutId id="2147483807" r:id="rId6"/>
    <p:sldLayoutId id="2147483808" r:id="rId7"/>
    <p:sldLayoutId id="2147483809" r:id="rId8"/>
    <p:sldLayoutId id="2147483810" r:id="rId9"/>
    <p:sldLayoutId id="2147483811" r:id="rId10"/>
    <p:sldLayoutId id="2147483812" r:id="rId11"/>
    <p:sldLayoutId id="2147483813" r:id="rId12"/>
    <p:sldLayoutId id="2147483800" r:id="rId13"/>
    <p:sldLayoutId id="2147483792" r:id="rId14"/>
    <p:sldLayoutId id="2147483798" r:id="rId15"/>
    <p:sldLayoutId id="2147483793" r:id="rId16"/>
    <p:sldLayoutId id="2147483794" r:id="rId17"/>
    <p:sldLayoutId id="2147483795" r:id="rId18"/>
    <p:sldLayoutId id="2147483796" r:id="rId19"/>
    <p:sldLayoutId id="2147483814" r:id="rId20"/>
    <p:sldLayoutId id="2147483797" r:id="rId21"/>
    <p:sldLayoutId id="2147483791" r:id="rId22"/>
    <p:sldLayoutId id="2147483799" r:id="rId23"/>
    <p:sldLayoutId id="2147483775" r:id="rId24"/>
    <p:sldLayoutId id="2147483776" r:id="rId25"/>
    <p:sldLayoutId id="2147483777" r:id="rId26"/>
    <p:sldLayoutId id="2147483778" r:id="rId27"/>
    <p:sldLayoutId id="2147483779" r:id="rId28"/>
    <p:sldLayoutId id="2147483780" r:id="rId29"/>
    <p:sldLayoutId id="2147483781" r:id="rId30"/>
    <p:sldLayoutId id="2147483782" r:id="rId31"/>
    <p:sldLayoutId id="2147483783" r:id="rId32"/>
    <p:sldLayoutId id="2147483784" r:id="rId33"/>
    <p:sldLayoutId id="2147483785" r:id="rId34"/>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9.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9.xml"/><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71.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4.xml"/></Relationships>
</file>

<file path=ppt/slides/_rels/slide13.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74.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3">
            <a:lumMod val="50000"/>
          </a:schemeClr>
        </a:solidFill>
        <a:effectLst/>
      </p:bgPr>
    </p:bg>
    <p:spTree>
      <p:nvGrpSpPr>
        <p:cNvPr id="1" name="">
          <a:extLst>
            <a:ext uri="{FF2B5EF4-FFF2-40B4-BE49-F238E27FC236}">
              <a16:creationId xmlns:a16="http://schemas.microsoft.com/office/drawing/2014/main" id="{861EBF1C-F92D-5BCC-4690-CC5A98A4B239}"/>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1C798D9-DF17-027E-0FF6-5422AEE29E94}"/>
              </a:ext>
            </a:extLst>
          </p:cNvPr>
          <p:cNvSpPr txBox="1"/>
          <p:nvPr/>
        </p:nvSpPr>
        <p:spPr>
          <a:xfrm>
            <a:off x="1122317" y="2446224"/>
            <a:ext cx="9947366" cy="1323227"/>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lnSpc>
                <a:spcPts val="4540"/>
              </a:lnSpc>
              <a:defRPr/>
            </a:pPr>
            <a:r>
              <a:rPr lang="ja-JP" altLang="en-US" sz="3400" b="1" spc="50">
                <a:solidFill>
                  <a:schemeClr val="bg1">
                    <a:lumMod val="95000"/>
                  </a:schemeClr>
                </a:solidFill>
                <a:latin typeface="源ノ角ゴシック JP" panose="020B0500000000000000" pitchFamily="34" charset="-128"/>
                <a:ea typeface="源ノ角ゴシック JP" panose="020B0500000000000000" pitchFamily="34" charset="-128"/>
              </a:rPr>
              <a:t>健康ニーズに対する</a:t>
            </a:r>
            <a:endParaRPr lang="en-US" altLang="ja-JP" sz="3400" b="1" spc="50" dirty="0">
              <a:solidFill>
                <a:schemeClr val="bg1">
                  <a:lumMod val="95000"/>
                </a:schemeClr>
              </a:solidFill>
              <a:latin typeface="源ノ角ゴシック JP" panose="020B0500000000000000" pitchFamily="34" charset="-128"/>
              <a:ea typeface="源ノ角ゴシック JP" panose="020B0500000000000000" pitchFamily="34" charset="-128"/>
            </a:endParaRPr>
          </a:p>
          <a:p>
            <a:pPr indent="66714" defTabSz="438410" hangingPunct="0">
              <a:lnSpc>
                <a:spcPts val="4540"/>
              </a:lnSpc>
              <a:defRPr/>
            </a:pPr>
            <a:r>
              <a:rPr lang="ja-JP" altLang="en-US" sz="3400" b="1" spc="50">
                <a:solidFill>
                  <a:schemeClr val="bg1">
                    <a:lumMod val="95000"/>
                  </a:schemeClr>
                </a:solidFill>
                <a:latin typeface="源ノ角ゴシック JP" panose="020B0500000000000000" pitchFamily="34" charset="-128"/>
                <a:ea typeface="源ノ角ゴシック JP" panose="020B0500000000000000" pitchFamily="34" charset="-128"/>
              </a:rPr>
              <a:t>セブンイレブンのマーケティング戦略を改善する</a:t>
            </a:r>
            <a:endParaRPr lang="en-US" altLang="ja-JP" sz="3400" b="1" spc="50" dirty="0">
              <a:solidFill>
                <a:schemeClr val="bg1">
                  <a:lumMod val="95000"/>
                </a:schemeClr>
              </a:solidFill>
              <a:latin typeface="源ノ角ゴシック JP" panose="020B0500000000000000" pitchFamily="34" charset="-128"/>
              <a:ea typeface="源ノ角ゴシック JP" panose="020B0500000000000000" pitchFamily="34" charset="-128"/>
            </a:endParaRPr>
          </a:p>
        </p:txBody>
      </p:sp>
      <p:grpSp>
        <p:nvGrpSpPr>
          <p:cNvPr id="18" name="グループ化 17">
            <a:extLst>
              <a:ext uri="{FF2B5EF4-FFF2-40B4-BE49-F238E27FC236}">
                <a16:creationId xmlns:a16="http://schemas.microsoft.com/office/drawing/2014/main" id="{0A0D7D65-084C-7205-C809-BA10661495C7}"/>
              </a:ext>
            </a:extLst>
          </p:cNvPr>
          <p:cNvGrpSpPr/>
          <p:nvPr/>
        </p:nvGrpSpPr>
        <p:grpSpPr>
          <a:xfrm>
            <a:off x="7413709" y="4095498"/>
            <a:ext cx="3655974" cy="2164502"/>
            <a:chOff x="1079682" y="3929243"/>
            <a:chExt cx="3655974" cy="2164502"/>
          </a:xfrm>
        </p:grpSpPr>
        <p:sp>
          <p:nvSpPr>
            <p:cNvPr id="10" name="テキスト ボックス 9">
              <a:extLst>
                <a:ext uri="{FF2B5EF4-FFF2-40B4-BE49-F238E27FC236}">
                  <a16:creationId xmlns:a16="http://schemas.microsoft.com/office/drawing/2014/main" id="{0CEBB88C-2F36-D45F-584E-71390D26D01C}"/>
                </a:ext>
              </a:extLst>
            </p:cNvPr>
            <p:cNvSpPr txBox="1"/>
            <p:nvPr/>
          </p:nvSpPr>
          <p:spPr>
            <a:xfrm>
              <a:off x="1126344" y="3929243"/>
              <a:ext cx="2384396" cy="348813"/>
            </a:xfrm>
            <a:prstGeom prst="rect">
              <a:avLst/>
            </a:prstGeom>
            <a:noFill/>
          </p:spPr>
          <p:txBody>
            <a:bodyPr wrap="square">
              <a:spAutoFit/>
            </a:bodyPr>
            <a:lstStyle/>
            <a:p>
              <a:pPr>
                <a:lnSpc>
                  <a:spcPts val="2020"/>
                </a:lnSpc>
                <a:defRPr/>
              </a:pPr>
              <a:r>
                <a:rPr kumimoji="1" lang="en-US" altLang="ja-JP" sz="1700" b="1" dirty="0">
                  <a:solidFill>
                    <a:schemeClr val="bg1">
                      <a:lumMod val="95000"/>
                    </a:schemeClr>
                  </a:solidFill>
                  <a:latin typeface="源ノ角ゴシック JP" panose="020B0500000000000000" pitchFamily="34" charset="-128"/>
                  <a:ea typeface="源ノ角ゴシック JP" panose="020B0500000000000000" pitchFamily="34" charset="-128"/>
                </a:rPr>
                <a:t>CEO</a:t>
              </a:r>
              <a:r>
                <a:rPr kumimoji="1" lang="ja-JP" altLang="en-US" sz="1700" b="1">
                  <a:solidFill>
                    <a:schemeClr val="bg1">
                      <a:lumMod val="95000"/>
                    </a:schemeClr>
                  </a:solidFill>
                  <a:latin typeface="源ノ角ゴシック JP" panose="020B0500000000000000" pitchFamily="34" charset="-128"/>
                  <a:ea typeface="源ノ角ゴシック JP" panose="020B0500000000000000" pitchFamily="34" charset="-128"/>
                </a:rPr>
                <a:t>プログラム参加生</a:t>
              </a:r>
              <a:endParaRPr kumimoji="1" lang="en-US" altLang="ja-JP" sz="1700" b="1" dirty="0">
                <a:solidFill>
                  <a:schemeClr val="bg1">
                    <a:lumMod val="95000"/>
                  </a:schemeClr>
                </a:solidFill>
                <a:latin typeface="源ノ角ゴシック JP" panose="020B0500000000000000" pitchFamily="34" charset="-128"/>
                <a:ea typeface="源ノ角ゴシック JP" panose="020B0500000000000000" pitchFamily="34" charset="-128"/>
              </a:endParaRPr>
            </a:p>
          </p:txBody>
        </p:sp>
        <p:grpSp>
          <p:nvGrpSpPr>
            <p:cNvPr id="17" name="グループ化 16">
              <a:extLst>
                <a:ext uri="{FF2B5EF4-FFF2-40B4-BE49-F238E27FC236}">
                  <a16:creationId xmlns:a16="http://schemas.microsoft.com/office/drawing/2014/main" id="{A93BF832-6B59-5D09-ED82-EC99083A067D}"/>
                </a:ext>
              </a:extLst>
            </p:cNvPr>
            <p:cNvGrpSpPr/>
            <p:nvPr/>
          </p:nvGrpSpPr>
          <p:grpSpPr>
            <a:xfrm>
              <a:off x="1079682" y="4381442"/>
              <a:ext cx="3655974" cy="1712303"/>
              <a:chOff x="1079682" y="4381442"/>
              <a:chExt cx="3655974" cy="1712303"/>
            </a:xfrm>
          </p:grpSpPr>
          <p:grpSp>
            <p:nvGrpSpPr>
              <p:cNvPr id="11" name="グループ化 10">
                <a:extLst>
                  <a:ext uri="{FF2B5EF4-FFF2-40B4-BE49-F238E27FC236}">
                    <a16:creationId xmlns:a16="http://schemas.microsoft.com/office/drawing/2014/main" id="{56A644C0-F898-6EA1-66CF-30C72BE8E9F0}"/>
                  </a:ext>
                </a:extLst>
              </p:cNvPr>
              <p:cNvGrpSpPr/>
              <p:nvPr/>
            </p:nvGrpSpPr>
            <p:grpSpPr>
              <a:xfrm>
                <a:off x="1079682" y="4950278"/>
                <a:ext cx="3489718" cy="1143467"/>
                <a:chOff x="4147736" y="4040012"/>
                <a:chExt cx="3489718" cy="1143467"/>
              </a:xfrm>
            </p:grpSpPr>
            <p:sp>
              <p:nvSpPr>
                <p:cNvPr id="14" name="テキスト ボックス 13">
                  <a:extLst>
                    <a:ext uri="{FF2B5EF4-FFF2-40B4-BE49-F238E27FC236}">
                      <a16:creationId xmlns:a16="http://schemas.microsoft.com/office/drawing/2014/main" id="{4B98ED3D-0F5F-62D7-7517-88FD75CBF55A}"/>
                    </a:ext>
                  </a:extLst>
                </p:cNvPr>
                <p:cNvSpPr txBox="1"/>
                <p:nvPr/>
              </p:nvSpPr>
              <p:spPr>
                <a:xfrm>
                  <a:off x="4147736" y="4040012"/>
                  <a:ext cx="3043640"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kumimoji="1" lang="ja-JP" altLang="en-US" sz="2200" b="1">
                      <a:solidFill>
                        <a:srgbClr val="FFC000"/>
                      </a:solidFill>
                      <a:latin typeface="源ノ角ゴシック JP" panose="020B0500000000000000" pitchFamily="34" charset="-128"/>
                      <a:ea typeface="源ノ角ゴシック JP" panose="020B0500000000000000" pitchFamily="34" charset="-128"/>
                    </a:rPr>
                    <a:t>関</a:t>
                  </a:r>
                  <a:r>
                    <a:rPr kumimoji="1" lang="en-US" altLang="ja-JP" sz="2200" b="1" dirty="0">
                      <a:solidFill>
                        <a:srgbClr val="FFC000"/>
                      </a:solidFill>
                      <a:latin typeface="源ノ角ゴシック JP" panose="020B0500000000000000" pitchFamily="34" charset="-128"/>
                      <a:ea typeface="源ノ角ゴシック JP" panose="020B0500000000000000" pitchFamily="34" charset="-128"/>
                    </a:rPr>
                    <a:t> </a:t>
                  </a:r>
                  <a:r>
                    <a:rPr kumimoji="1" lang="ja-JP" altLang="en-US" sz="2200" b="1">
                      <a:solidFill>
                        <a:srgbClr val="FFC000"/>
                      </a:solidFill>
                      <a:latin typeface="源ノ角ゴシック JP" panose="020B0500000000000000" pitchFamily="34" charset="-128"/>
                      <a:ea typeface="源ノ角ゴシック JP" panose="020B0500000000000000" pitchFamily="34" charset="-128"/>
                    </a:rPr>
                    <a:t>碧生</a:t>
                  </a:r>
                  <a:endParaRPr kumimoji="1" lang="en-US" altLang="ja-JP" sz="2200" b="1" baseline="30000" dirty="0">
                    <a:solidFill>
                      <a:srgbClr val="FFC000"/>
                    </a:solidFill>
                    <a:latin typeface="源ノ角ゴシック JP" panose="020B0500000000000000" pitchFamily="34" charset="-128"/>
                    <a:ea typeface="源ノ角ゴシック JP" panose="020B0500000000000000" pitchFamily="34" charset="-128"/>
                  </a:endParaRPr>
                </a:p>
              </p:txBody>
            </p:sp>
            <p:sp>
              <p:nvSpPr>
                <p:cNvPr id="13" name="字幕 2">
                  <a:extLst>
                    <a:ext uri="{FF2B5EF4-FFF2-40B4-BE49-F238E27FC236}">
                      <a16:creationId xmlns:a16="http://schemas.microsoft.com/office/drawing/2014/main" id="{BF556E2D-A672-42CF-EE30-EC2777C0E9D1}"/>
                    </a:ext>
                  </a:extLst>
                </p:cNvPr>
                <p:cNvSpPr txBox="1">
                  <a:spLocks/>
                </p:cNvSpPr>
                <p:nvPr/>
              </p:nvSpPr>
              <p:spPr>
                <a:xfrm>
                  <a:off x="4208253" y="4614643"/>
                  <a:ext cx="3429201" cy="568836"/>
                </a:xfrm>
                <a:prstGeom prst="rect">
                  <a:avLst/>
                </a:prstGeom>
              </p:spPr>
              <p:txBody>
                <a:bodyPr vert="horz" lIns="91440" tIns="45720" rIns="91440" bIns="45720" rtlCol="0">
                  <a:noAutofit/>
                </a:bodyPr>
                <a:lstStyle>
                  <a:lvl1pPr marL="0" indent="0" algn="ctr" defTabSz="685800" rtl="0" eaLnBrk="1" latinLnBrk="0" hangingPunct="1">
                    <a:lnSpc>
                      <a:spcPct val="90000"/>
                    </a:lnSpc>
                    <a:spcBef>
                      <a:spcPts val="750"/>
                    </a:spcBef>
                    <a:buFont typeface="Arial" panose="020B0604020202020204" pitchFamily="34" charset="0"/>
                    <a:buNone/>
                    <a:defRPr kumimoji="1" sz="1800" kern="1200">
                      <a:solidFill>
                        <a:schemeClr val="tx1"/>
                      </a:solidFill>
                      <a:latin typeface="+mn-lt"/>
                      <a:ea typeface="+mn-ea"/>
                      <a:cs typeface="+mn-cs"/>
                    </a:defRPr>
                  </a:lvl1pPr>
                  <a:lvl2pPr marL="342900" indent="0" algn="ctr" defTabSz="685800" rtl="0" eaLnBrk="1" latinLnBrk="0" hangingPunct="1">
                    <a:lnSpc>
                      <a:spcPct val="90000"/>
                    </a:lnSpc>
                    <a:spcBef>
                      <a:spcPts val="375"/>
                    </a:spcBef>
                    <a:buFont typeface="Arial" panose="020B0604020202020204" pitchFamily="34" charset="0"/>
                    <a:buNone/>
                    <a:defRPr kumimoji="1" sz="1500" kern="1200">
                      <a:solidFill>
                        <a:schemeClr val="tx1"/>
                      </a:solidFill>
                      <a:latin typeface="+mn-lt"/>
                      <a:ea typeface="+mn-ea"/>
                      <a:cs typeface="+mn-cs"/>
                    </a:defRPr>
                  </a:lvl2pPr>
                  <a:lvl3pPr marL="685800" indent="0" algn="ctr" defTabSz="685800" rtl="0" eaLnBrk="1" latinLnBrk="0" hangingPunct="1">
                    <a:lnSpc>
                      <a:spcPct val="90000"/>
                    </a:lnSpc>
                    <a:spcBef>
                      <a:spcPts val="375"/>
                    </a:spcBef>
                    <a:buFont typeface="Arial" panose="020B0604020202020204" pitchFamily="34" charset="0"/>
                    <a:buNone/>
                    <a:defRPr kumimoji="1" sz="1350" kern="1200">
                      <a:solidFill>
                        <a:schemeClr val="tx1"/>
                      </a:solidFill>
                      <a:latin typeface="+mn-lt"/>
                      <a:ea typeface="+mn-ea"/>
                      <a:cs typeface="+mn-cs"/>
                    </a:defRPr>
                  </a:lvl3pPr>
                  <a:lvl4pPr marL="10287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4pPr>
                  <a:lvl5pPr marL="13716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5pPr>
                  <a:lvl6pPr marL="17145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6pPr>
                  <a:lvl7pPr marL="20574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7pPr>
                  <a:lvl8pPr marL="24003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8pPr>
                  <a:lvl9pPr marL="27432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9pPr>
                </a:lstStyle>
                <a:p>
                  <a:pPr algn="l">
                    <a:lnSpc>
                      <a:spcPts val="1400"/>
                    </a:lnSpc>
                    <a:defRPr/>
                  </a:pPr>
                  <a:r>
                    <a:rPr lang="ja-JP" altLang="en-US" sz="1600" spc="50">
                      <a:solidFill>
                        <a:prstClr val="white">
                          <a:lumMod val="95000"/>
                        </a:prstClr>
                      </a:solidFill>
                      <a:latin typeface="源ノ角ゴシック JP" panose="020B0500000000000000" pitchFamily="34" charset="-128"/>
                      <a:ea typeface="源ノ角ゴシック JP" panose="020B0500000000000000" pitchFamily="34" charset="-128"/>
                    </a:rPr>
                    <a:t>最終報告</a:t>
                  </a:r>
                  <a:endPar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endParaRPr>
                </a:p>
                <a:p>
                  <a:pPr algn="l">
                    <a:lnSpc>
                      <a:spcPts val="1400"/>
                    </a:lnSpc>
                    <a:defRPr/>
                  </a:pPr>
                  <a:r>
                    <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rPr>
                    <a:t>2026. 9.28</a:t>
                  </a:r>
                </a:p>
              </p:txBody>
            </p:sp>
          </p:grpSp>
          <p:sp>
            <p:nvSpPr>
              <p:cNvPr id="16" name="字幕 2">
                <a:extLst>
                  <a:ext uri="{FF2B5EF4-FFF2-40B4-BE49-F238E27FC236}">
                    <a16:creationId xmlns:a16="http://schemas.microsoft.com/office/drawing/2014/main" id="{AD1ED0A6-6E62-65DA-A558-64BC31F1E689}"/>
                  </a:ext>
                </a:extLst>
              </p:cNvPr>
              <p:cNvSpPr txBox="1">
                <a:spLocks/>
              </p:cNvSpPr>
              <p:nvPr/>
            </p:nvSpPr>
            <p:spPr>
              <a:xfrm>
                <a:off x="1140199" y="4381442"/>
                <a:ext cx="3595457" cy="568836"/>
              </a:xfrm>
              <a:prstGeom prst="rect">
                <a:avLst/>
              </a:prstGeom>
            </p:spPr>
            <p:txBody>
              <a:bodyPr vert="horz" lIns="91440" tIns="45720" rIns="91440" bIns="45720" rtlCol="0">
                <a:noAutofit/>
              </a:bodyPr>
              <a:lstStyle>
                <a:lvl1pPr marL="0" indent="0" algn="ctr" defTabSz="685800" rtl="0" eaLnBrk="1" latinLnBrk="0" hangingPunct="1">
                  <a:lnSpc>
                    <a:spcPct val="90000"/>
                  </a:lnSpc>
                  <a:spcBef>
                    <a:spcPts val="750"/>
                  </a:spcBef>
                  <a:buFont typeface="Arial" panose="020B0604020202020204" pitchFamily="34" charset="0"/>
                  <a:buNone/>
                  <a:defRPr kumimoji="1" sz="1800" kern="1200">
                    <a:solidFill>
                      <a:schemeClr val="tx1"/>
                    </a:solidFill>
                    <a:latin typeface="+mn-lt"/>
                    <a:ea typeface="+mn-ea"/>
                    <a:cs typeface="+mn-cs"/>
                  </a:defRPr>
                </a:lvl1pPr>
                <a:lvl2pPr marL="342900" indent="0" algn="ctr" defTabSz="685800" rtl="0" eaLnBrk="1" latinLnBrk="0" hangingPunct="1">
                  <a:lnSpc>
                    <a:spcPct val="90000"/>
                  </a:lnSpc>
                  <a:spcBef>
                    <a:spcPts val="375"/>
                  </a:spcBef>
                  <a:buFont typeface="Arial" panose="020B0604020202020204" pitchFamily="34" charset="0"/>
                  <a:buNone/>
                  <a:defRPr kumimoji="1" sz="1500" kern="1200">
                    <a:solidFill>
                      <a:schemeClr val="tx1"/>
                    </a:solidFill>
                    <a:latin typeface="+mn-lt"/>
                    <a:ea typeface="+mn-ea"/>
                    <a:cs typeface="+mn-cs"/>
                  </a:defRPr>
                </a:lvl2pPr>
                <a:lvl3pPr marL="685800" indent="0" algn="ctr" defTabSz="685800" rtl="0" eaLnBrk="1" latinLnBrk="0" hangingPunct="1">
                  <a:lnSpc>
                    <a:spcPct val="90000"/>
                  </a:lnSpc>
                  <a:spcBef>
                    <a:spcPts val="375"/>
                  </a:spcBef>
                  <a:buFont typeface="Arial" panose="020B0604020202020204" pitchFamily="34" charset="0"/>
                  <a:buNone/>
                  <a:defRPr kumimoji="1" sz="1350" kern="1200">
                    <a:solidFill>
                      <a:schemeClr val="tx1"/>
                    </a:solidFill>
                    <a:latin typeface="+mn-lt"/>
                    <a:ea typeface="+mn-ea"/>
                    <a:cs typeface="+mn-cs"/>
                  </a:defRPr>
                </a:lvl3pPr>
                <a:lvl4pPr marL="10287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4pPr>
                <a:lvl5pPr marL="13716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5pPr>
                <a:lvl6pPr marL="17145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6pPr>
                <a:lvl7pPr marL="20574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7pPr>
                <a:lvl8pPr marL="24003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8pPr>
                <a:lvl9pPr marL="27432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9pPr>
              </a:lstStyle>
              <a:p>
                <a:pPr algn="l">
                  <a:lnSpc>
                    <a:spcPts val="1400"/>
                  </a:lnSpc>
                  <a:defRPr/>
                </a:pPr>
                <a:r>
                  <a:rPr lang="ja-JP" altLang="en-US" sz="1600" spc="50">
                    <a:solidFill>
                      <a:prstClr val="white">
                        <a:lumMod val="95000"/>
                      </a:prstClr>
                    </a:solidFill>
                    <a:latin typeface="源ノ角ゴシック JP" panose="020B0500000000000000" pitchFamily="34" charset="-128"/>
                    <a:ea typeface="源ノ角ゴシック JP" panose="020B0500000000000000" pitchFamily="34" charset="-128"/>
                  </a:rPr>
                  <a:t>慶應義塾大学大学院</a:t>
                </a:r>
                <a:endPar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endParaRPr>
              </a:p>
              <a:p>
                <a:pPr algn="l">
                  <a:lnSpc>
                    <a:spcPts val="1400"/>
                  </a:lnSpc>
                  <a:defRPr/>
                </a:pPr>
                <a:r>
                  <a:rPr lang="ja-JP" altLang="en-US" sz="1600" spc="50">
                    <a:solidFill>
                      <a:prstClr val="white">
                        <a:lumMod val="95000"/>
                      </a:prstClr>
                    </a:solidFill>
                    <a:latin typeface="源ノ角ゴシック JP" panose="020B0500000000000000" pitchFamily="34" charset="-128"/>
                    <a:ea typeface="源ノ角ゴシック JP" panose="020B0500000000000000" pitchFamily="34" charset="-128"/>
                  </a:rPr>
                  <a:t>政策・メディア研究科</a:t>
                </a:r>
                <a:r>
                  <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rPr>
                  <a:t> </a:t>
                </a:r>
                <a:r>
                  <a:rPr lang="ja-JP" altLang="en-US" sz="1600" spc="50">
                    <a:solidFill>
                      <a:prstClr val="white">
                        <a:lumMod val="95000"/>
                      </a:prstClr>
                    </a:solidFill>
                    <a:latin typeface="源ノ角ゴシック JP" panose="020B0500000000000000" pitchFamily="34" charset="-128"/>
                    <a:ea typeface="源ノ角ゴシック JP" panose="020B0500000000000000" pitchFamily="34" charset="-128"/>
                  </a:rPr>
                  <a:t>修士課程</a:t>
                </a:r>
                <a:r>
                  <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rPr>
                  <a:t>1</a:t>
                </a:r>
                <a:r>
                  <a:rPr lang="ja-JP" altLang="en-US" sz="1600" spc="50">
                    <a:solidFill>
                      <a:prstClr val="white">
                        <a:lumMod val="95000"/>
                      </a:prstClr>
                    </a:solidFill>
                    <a:latin typeface="源ノ角ゴシック JP" panose="020B0500000000000000" pitchFamily="34" charset="-128"/>
                    <a:ea typeface="源ノ角ゴシック JP" panose="020B0500000000000000" pitchFamily="34" charset="-128"/>
                  </a:rPr>
                  <a:t>年</a:t>
                </a:r>
                <a:endPar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endParaRPr>
              </a:p>
            </p:txBody>
          </p:sp>
        </p:grpSp>
      </p:grpSp>
    </p:spTree>
    <p:extLst>
      <p:ext uri="{BB962C8B-B14F-4D97-AF65-F5344CB8AC3E}">
        <p14:creationId xmlns:p14="http://schemas.microsoft.com/office/powerpoint/2010/main" val="12158533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FFD6DC-B65D-6FA1-223C-950B33271B66}"/>
            </a:ext>
          </a:extLst>
        </p:cNvPr>
        <p:cNvGrpSpPr/>
        <p:nvPr/>
      </p:nvGrpSpPr>
      <p:grpSpPr>
        <a:xfrm>
          <a:off x="0" y="0"/>
          <a:ext cx="0" cy="0"/>
          <a:chOff x="0" y="0"/>
          <a:chExt cx="0" cy="0"/>
        </a:xfrm>
      </p:grpSpPr>
    </p:spTree>
    <p:extLst>
      <p:ext uri="{BB962C8B-B14F-4D97-AF65-F5344CB8AC3E}">
        <p14:creationId xmlns:p14="http://schemas.microsoft.com/office/powerpoint/2010/main" val="29505113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B686FE26-FBC2-6ACA-2110-F99DD4CD7086}"/>
              </a:ext>
            </a:extLst>
          </p:cNvPr>
          <p:cNvGraphicFramePr>
            <a:graphicFrameLocks noGrp="1"/>
          </p:cNvGraphicFramePr>
          <p:nvPr>
            <p:extLst>
              <p:ext uri="{D42A27DB-BD31-4B8C-83A1-F6EECF244321}">
                <p14:modId xmlns:p14="http://schemas.microsoft.com/office/powerpoint/2010/main" val="3701515306"/>
              </p:ext>
            </p:extLst>
          </p:nvPr>
        </p:nvGraphicFramePr>
        <p:xfrm>
          <a:off x="479786" y="2000060"/>
          <a:ext cx="11232000" cy="4225930"/>
        </p:xfrm>
        <a:graphic>
          <a:graphicData uri="http://schemas.openxmlformats.org/drawingml/2006/table">
            <a:tbl>
              <a:tblPr>
                <a:tableStyleId>{91EBBBCC-DAD2-459C-BE2E-F6DE35CF9A28}</a:tableStyleId>
              </a:tblPr>
              <a:tblGrid>
                <a:gridCol w="1296000">
                  <a:extLst>
                    <a:ext uri="{9D8B030D-6E8A-4147-A177-3AD203B41FA5}">
                      <a16:colId xmlns:a16="http://schemas.microsoft.com/office/drawing/2014/main" val="97736310"/>
                    </a:ext>
                  </a:extLst>
                </a:gridCol>
                <a:gridCol w="828000">
                  <a:extLst>
                    <a:ext uri="{9D8B030D-6E8A-4147-A177-3AD203B41FA5}">
                      <a16:colId xmlns:a16="http://schemas.microsoft.com/office/drawing/2014/main" val="438668555"/>
                    </a:ext>
                  </a:extLst>
                </a:gridCol>
                <a:gridCol w="828000">
                  <a:extLst>
                    <a:ext uri="{9D8B030D-6E8A-4147-A177-3AD203B41FA5}">
                      <a16:colId xmlns:a16="http://schemas.microsoft.com/office/drawing/2014/main" val="2919575761"/>
                    </a:ext>
                  </a:extLst>
                </a:gridCol>
                <a:gridCol w="828000">
                  <a:extLst>
                    <a:ext uri="{9D8B030D-6E8A-4147-A177-3AD203B41FA5}">
                      <a16:colId xmlns:a16="http://schemas.microsoft.com/office/drawing/2014/main" val="1144350997"/>
                    </a:ext>
                  </a:extLst>
                </a:gridCol>
                <a:gridCol w="828000">
                  <a:extLst>
                    <a:ext uri="{9D8B030D-6E8A-4147-A177-3AD203B41FA5}">
                      <a16:colId xmlns:a16="http://schemas.microsoft.com/office/drawing/2014/main" val="1451137205"/>
                    </a:ext>
                  </a:extLst>
                </a:gridCol>
                <a:gridCol w="828000">
                  <a:extLst>
                    <a:ext uri="{9D8B030D-6E8A-4147-A177-3AD203B41FA5}">
                      <a16:colId xmlns:a16="http://schemas.microsoft.com/office/drawing/2014/main" val="2718752441"/>
                    </a:ext>
                  </a:extLst>
                </a:gridCol>
                <a:gridCol w="828000">
                  <a:extLst>
                    <a:ext uri="{9D8B030D-6E8A-4147-A177-3AD203B41FA5}">
                      <a16:colId xmlns:a16="http://schemas.microsoft.com/office/drawing/2014/main" val="442164949"/>
                    </a:ext>
                  </a:extLst>
                </a:gridCol>
                <a:gridCol w="828000">
                  <a:extLst>
                    <a:ext uri="{9D8B030D-6E8A-4147-A177-3AD203B41FA5}">
                      <a16:colId xmlns:a16="http://schemas.microsoft.com/office/drawing/2014/main" val="2089924893"/>
                    </a:ext>
                  </a:extLst>
                </a:gridCol>
                <a:gridCol w="828000">
                  <a:extLst>
                    <a:ext uri="{9D8B030D-6E8A-4147-A177-3AD203B41FA5}">
                      <a16:colId xmlns:a16="http://schemas.microsoft.com/office/drawing/2014/main" val="458828466"/>
                    </a:ext>
                  </a:extLst>
                </a:gridCol>
                <a:gridCol w="828000">
                  <a:extLst>
                    <a:ext uri="{9D8B030D-6E8A-4147-A177-3AD203B41FA5}">
                      <a16:colId xmlns:a16="http://schemas.microsoft.com/office/drawing/2014/main" val="4068070795"/>
                    </a:ext>
                  </a:extLst>
                </a:gridCol>
                <a:gridCol w="828000">
                  <a:extLst>
                    <a:ext uri="{9D8B030D-6E8A-4147-A177-3AD203B41FA5}">
                      <a16:colId xmlns:a16="http://schemas.microsoft.com/office/drawing/2014/main" val="2879551554"/>
                    </a:ext>
                  </a:extLst>
                </a:gridCol>
                <a:gridCol w="828000">
                  <a:extLst>
                    <a:ext uri="{9D8B030D-6E8A-4147-A177-3AD203B41FA5}">
                      <a16:colId xmlns:a16="http://schemas.microsoft.com/office/drawing/2014/main" val="590640396"/>
                    </a:ext>
                  </a:extLst>
                </a:gridCol>
                <a:gridCol w="828000">
                  <a:extLst>
                    <a:ext uri="{9D8B030D-6E8A-4147-A177-3AD203B41FA5}">
                      <a16:colId xmlns:a16="http://schemas.microsoft.com/office/drawing/2014/main" val="2706056124"/>
                    </a:ext>
                  </a:extLst>
                </a:gridCol>
              </a:tblGrid>
              <a:tr h="370840">
                <a:tc>
                  <a:txBody>
                    <a:bodyPr/>
                    <a:lstStyle/>
                    <a:p>
                      <a:pPr algn="l">
                        <a:lnSpc>
                          <a:spcPts val="1540"/>
                        </a:lnSpc>
                      </a:pPr>
                      <a:r>
                        <a:rPr kumimoji="1" lang="ja-JP" altLang="en-US" sz="1050">
                          <a:latin typeface="Source Han Sans JP" panose="020B0500000000000000" pitchFamily="34" charset="-128"/>
                          <a:ea typeface="Source Han Sans JP" panose="020B0500000000000000" pitchFamily="34" charset="-128"/>
                        </a:rPr>
                        <a:t>健康ニーズ</a:t>
                      </a:r>
                      <a:endParaRPr kumimoji="1" lang="en-US" altLang="ja-JP" sz="1050" dirty="0">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男性</a:t>
                      </a:r>
                      <a:r>
                        <a:rPr kumimoji="1" lang="en-US" altLang="ja-JP" sz="1050" dirty="0">
                          <a:latin typeface="Source Han Sans JP" panose="020B0500000000000000" pitchFamily="34" charset="-128"/>
                          <a:ea typeface="Source Han Sans JP" panose="020B0500000000000000" pitchFamily="34" charset="-128"/>
                        </a:rPr>
                        <a:t>20</a:t>
                      </a:r>
                      <a:r>
                        <a:rPr kumimoji="1" lang="ja-JP" altLang="en-US" sz="1050">
                          <a:latin typeface="Source Han Sans JP" panose="020B0500000000000000" pitchFamily="34" charset="-128"/>
                          <a:ea typeface="Source Han Sans JP" panose="020B0500000000000000" pitchFamily="34" charset="-128"/>
                        </a:rPr>
                        <a:t>代</a:t>
                      </a:r>
                      <a:endParaRPr kumimoji="1" lang="en-US" altLang="ja-JP" sz="1050" dirty="0">
                        <a:latin typeface="Source Han Sans JP" panose="020B0500000000000000" pitchFamily="34" charset="-128"/>
                        <a:ea typeface="Source Han Sans JP" panose="020B0500000000000000" pitchFamily="34" charset="-128"/>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男性</a:t>
                      </a:r>
                      <a:r>
                        <a:rPr kumimoji="1" lang="en-US" altLang="ja-JP" sz="1050" dirty="0">
                          <a:latin typeface="Source Han Sans JP" panose="020B0500000000000000" pitchFamily="34" charset="-128"/>
                          <a:ea typeface="Source Han Sans JP" panose="020B0500000000000000" pitchFamily="34" charset="-128"/>
                        </a:rPr>
                        <a:t>30</a:t>
                      </a:r>
                      <a:r>
                        <a:rPr kumimoji="1" lang="ja-JP" altLang="en-US" sz="1050">
                          <a:latin typeface="Source Han Sans JP" panose="020B0500000000000000" pitchFamily="34" charset="-128"/>
                          <a:ea typeface="Source Han Sans JP" panose="020B0500000000000000" pitchFamily="34" charset="-128"/>
                        </a:rPr>
                        <a:t>代</a:t>
                      </a:r>
                      <a:endParaRPr kumimoji="1" lang="en-US" altLang="ja-JP" sz="1050" dirty="0">
                        <a:latin typeface="Source Han Sans JP" panose="020B0500000000000000" pitchFamily="34" charset="-128"/>
                        <a:ea typeface="Source Han Sans JP" panose="020B0500000000000000" pitchFamily="34" charset="-128"/>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男性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40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男性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50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男性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60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男性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70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dirty="0">
                          <a:latin typeface="Source Han Sans JP" panose="020B0500000000000000" pitchFamily="34" charset="-128"/>
                          <a:ea typeface="Source Han Sans JP" panose="020B0500000000000000" pitchFamily="34" charset="-128"/>
                        </a:rPr>
                        <a:t>20</a:t>
                      </a:r>
                      <a:r>
                        <a:rPr kumimoji="1" lang="ja-JP" altLang="en-US" sz="1050">
                          <a:latin typeface="Source Han Sans JP" panose="020B0500000000000000" pitchFamily="34" charset="-128"/>
                          <a:ea typeface="Source Han Sans JP" panose="020B0500000000000000" pitchFamily="34" charset="-128"/>
                        </a:rPr>
                        <a:t>代</a:t>
                      </a:r>
                      <a:endParaRPr kumimoji="1" lang="en-US" altLang="ja-JP" sz="1050" dirty="0">
                        <a:latin typeface="Source Han Sans JP" panose="020B0500000000000000" pitchFamily="34" charset="-128"/>
                        <a:ea typeface="Source Han Sans JP" panose="020B0500000000000000" pitchFamily="34" charset="-128"/>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dirty="0">
                          <a:latin typeface="Source Han Sans JP" panose="020B0500000000000000" pitchFamily="34" charset="-128"/>
                          <a:ea typeface="Source Han Sans JP" panose="020B0500000000000000" pitchFamily="34" charset="-128"/>
                        </a:rPr>
                        <a:t>30</a:t>
                      </a:r>
                      <a:r>
                        <a:rPr kumimoji="1" lang="ja-JP" altLang="en-US" sz="1050">
                          <a:latin typeface="Source Han Sans JP" panose="020B0500000000000000" pitchFamily="34" charset="-128"/>
                          <a:ea typeface="Source Han Sans JP" panose="020B0500000000000000" pitchFamily="34" charset="-128"/>
                        </a:rPr>
                        <a:t>代</a:t>
                      </a:r>
                      <a:endParaRPr kumimoji="1" lang="en-US" altLang="ja-JP" sz="1050" dirty="0">
                        <a:latin typeface="Source Han Sans JP" panose="020B0500000000000000" pitchFamily="34" charset="-128"/>
                        <a:ea typeface="Source Han Sans JP" panose="020B0500000000000000" pitchFamily="34" charset="-128"/>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40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50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60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70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extLst>
                  <a:ext uri="{0D108BD9-81ED-4DB2-BD59-A6C34878D82A}">
                    <a16:rowId xmlns:a16="http://schemas.microsoft.com/office/drawing/2014/main" val="3096550131"/>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栄養バランスを</a:t>
                      </a:r>
                      <a:br>
                        <a:rPr kumimoji="1" lang="en-US" altLang="ja-JP" sz="1050" dirty="0">
                          <a:latin typeface="Source Han Sans JP" panose="020B0500000000000000" pitchFamily="34" charset="-128"/>
                          <a:ea typeface="Source Han Sans JP" panose="020B0500000000000000" pitchFamily="34" charset="-128"/>
                        </a:rPr>
                      </a:br>
                      <a:r>
                        <a:rPr kumimoji="1" lang="ja-JP" altLang="en-US" sz="1050">
                          <a:solidFill>
                            <a:srgbClr val="599975"/>
                          </a:solidFill>
                          <a:latin typeface="Source Han Sans JP" panose="020B0500000000000000" pitchFamily="34" charset="-128"/>
                          <a:ea typeface="Source Han Sans JP" panose="020B0500000000000000" pitchFamily="34" charset="-128"/>
                        </a:rPr>
                        <a:t>調整したい</a:t>
                      </a:r>
                      <a:endParaRPr kumimoji="1" lang="en-US" altLang="ja-JP" sz="1050" dirty="0">
                        <a:solidFill>
                          <a:srgbClr val="599975"/>
                        </a:solidFill>
                        <a:latin typeface="Source Han Sans JP" panose="020B0500000000000000" pitchFamily="34" charset="-128"/>
                        <a:ea typeface="Source Han Sans JP" panose="020B0500000000000000" pitchFamily="34" charset="-128"/>
                      </a:endParaRPr>
                    </a:p>
                  </a:txBody>
                  <a:tcPr anchor="ctr">
                    <a:lnL w="1270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extLst>
                  <a:ext uri="{0D108BD9-81ED-4DB2-BD59-A6C34878D82A}">
                    <a16:rowId xmlns:a16="http://schemas.microsoft.com/office/drawing/2014/main" val="1538559344"/>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エネルギーを</a:t>
                      </a:r>
                      <a:br>
                        <a:rPr kumimoji="1" lang="en-US" altLang="ja-JP" sz="1050" dirty="0">
                          <a:latin typeface="Source Han Sans JP" panose="020B0500000000000000" pitchFamily="34" charset="-128"/>
                          <a:ea typeface="Source Han Sans JP" panose="020B0500000000000000" pitchFamily="34" charset="-128"/>
                        </a:rPr>
                      </a:br>
                      <a:r>
                        <a:rPr kumimoji="1" lang="ja-JP" altLang="en-US" sz="1050">
                          <a:solidFill>
                            <a:srgbClr val="387DC9"/>
                          </a:solidFill>
                          <a:latin typeface="Source Han Sans JP" panose="020B0500000000000000" pitchFamily="34" charset="-128"/>
                          <a:ea typeface="Source Han Sans JP" panose="020B0500000000000000" pitchFamily="34" charset="-128"/>
                        </a:rPr>
                        <a:t>増やしたい</a:t>
                      </a:r>
                      <a:endParaRPr kumimoji="1" lang="en-US" altLang="ja-JP" sz="1050" dirty="0">
                        <a:solidFill>
                          <a:srgbClr val="387DC9"/>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388052851"/>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エネルギーを</a:t>
                      </a:r>
                      <a:br>
                        <a:rPr kumimoji="1" lang="en-US" altLang="ja-JP" sz="1050" dirty="0">
                          <a:latin typeface="Source Han Sans JP" panose="020B0500000000000000" pitchFamily="34" charset="-128"/>
                          <a:ea typeface="Source Han Sans JP" panose="020B0500000000000000" pitchFamily="34" charset="-128"/>
                        </a:rPr>
                      </a:br>
                      <a:r>
                        <a:rPr kumimoji="1" lang="ja-JP" altLang="en-US" sz="1050">
                          <a:solidFill>
                            <a:srgbClr val="CE4D44"/>
                          </a:solidFill>
                          <a:latin typeface="Source Han Sans JP" panose="020B0500000000000000" pitchFamily="34" charset="-128"/>
                          <a:ea typeface="Source Han Sans JP" panose="020B0500000000000000" pitchFamily="34" charset="-128"/>
                        </a:rPr>
                        <a:t>減らしたい</a:t>
                      </a:r>
                      <a:endParaRPr kumimoji="1" lang="en-US" altLang="ja-JP" sz="1050" dirty="0">
                        <a:solidFill>
                          <a:srgbClr val="CE4D44"/>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714583487"/>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糖質を</a:t>
                      </a:r>
                      <a:r>
                        <a:rPr kumimoji="1" lang="ja-JP" altLang="en-US" sz="1050">
                          <a:solidFill>
                            <a:srgbClr val="387DC9"/>
                          </a:solidFill>
                          <a:latin typeface="Source Han Sans JP" panose="020B0500000000000000" pitchFamily="34" charset="-128"/>
                          <a:ea typeface="Source Han Sans JP" panose="020B0500000000000000" pitchFamily="34" charset="-128"/>
                        </a:rPr>
                        <a:t>増やしたい</a:t>
                      </a:r>
                      <a:endParaRPr kumimoji="1" lang="en-US" altLang="ja-JP" sz="1050" dirty="0">
                        <a:solidFill>
                          <a:srgbClr val="387DC9"/>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extLst>
                  <a:ext uri="{0D108BD9-81ED-4DB2-BD59-A6C34878D82A}">
                    <a16:rowId xmlns:a16="http://schemas.microsoft.com/office/drawing/2014/main" val="3209098464"/>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糖質を</a:t>
                      </a:r>
                      <a:r>
                        <a:rPr kumimoji="1" lang="ja-JP" altLang="en-US" sz="1050">
                          <a:solidFill>
                            <a:srgbClr val="CE4D44"/>
                          </a:solidFill>
                          <a:latin typeface="Source Han Sans JP" panose="020B0500000000000000" pitchFamily="34" charset="-128"/>
                          <a:ea typeface="Source Han Sans JP" panose="020B0500000000000000" pitchFamily="34" charset="-128"/>
                        </a:rPr>
                        <a:t>減らしたい</a:t>
                      </a:r>
                      <a:endParaRPr kumimoji="1" lang="en-US" altLang="ja-JP" sz="1050" dirty="0">
                        <a:solidFill>
                          <a:srgbClr val="CE4D44"/>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extLst>
                  <a:ext uri="{0D108BD9-81ED-4DB2-BD59-A6C34878D82A}">
                    <a16:rowId xmlns:a16="http://schemas.microsoft.com/office/drawing/2014/main" val="2050725459"/>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strike="noStrike">
                          <a:solidFill>
                            <a:schemeClr val="tx1">
                              <a:lumMod val="85000"/>
                              <a:lumOff val="15000"/>
                            </a:schemeClr>
                          </a:solidFill>
                          <a:latin typeface="Source Han Sans JP" panose="020B0500000000000000" pitchFamily="34" charset="-128"/>
                          <a:ea typeface="Source Han Sans JP" panose="020B0500000000000000" pitchFamily="34" charset="-128"/>
                        </a:rPr>
                        <a:t>脂質を</a:t>
                      </a:r>
                      <a:r>
                        <a:rPr kumimoji="1" lang="ja-JP" altLang="en-US" sz="1050" strike="noStrike">
                          <a:solidFill>
                            <a:srgbClr val="0070C0"/>
                          </a:solidFill>
                          <a:latin typeface="Source Han Sans JP" panose="020B0500000000000000" pitchFamily="34" charset="-128"/>
                          <a:ea typeface="Source Han Sans JP" panose="020B0500000000000000" pitchFamily="34" charset="-128"/>
                        </a:rPr>
                        <a:t>増やしたい</a:t>
                      </a:r>
                      <a:endParaRPr kumimoji="1" lang="en-US" altLang="ja-JP" sz="1050" strike="noStrike" dirty="0">
                        <a:solidFill>
                          <a:srgbClr val="0070C0"/>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dirty="0">
                          <a:latin typeface="Source Han Sans JP" panose="020B0500000000000000" pitchFamily="34" charset="-128"/>
                          <a:ea typeface="Source Han Sans JP" panose="020B0500000000000000" pitchFamily="34" charset="-128"/>
                        </a:rPr>
                        <a:t>/</a:t>
                      </a: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extLst>
                  <a:ext uri="{0D108BD9-81ED-4DB2-BD59-A6C34878D82A}">
                    <a16:rowId xmlns:a16="http://schemas.microsoft.com/office/drawing/2014/main" val="4119666405"/>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脂質を</a:t>
                      </a:r>
                      <a:r>
                        <a:rPr kumimoji="1" lang="ja-JP" altLang="en-US" sz="1050">
                          <a:solidFill>
                            <a:srgbClr val="CE4D44"/>
                          </a:solidFill>
                          <a:latin typeface="Source Han Sans JP" panose="020B0500000000000000" pitchFamily="34" charset="-128"/>
                          <a:ea typeface="Source Han Sans JP" panose="020B0500000000000000" pitchFamily="34" charset="-128"/>
                        </a:rPr>
                        <a:t>減らしたい</a:t>
                      </a:r>
                      <a:endParaRPr kumimoji="1" lang="en-US" altLang="ja-JP" sz="1050" dirty="0">
                        <a:solidFill>
                          <a:srgbClr val="CE4D44"/>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extLst>
                  <a:ext uri="{0D108BD9-81ED-4DB2-BD59-A6C34878D82A}">
                    <a16:rowId xmlns:a16="http://schemas.microsoft.com/office/drawing/2014/main" val="3876861661"/>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タンパク質を</a:t>
                      </a:r>
                      <a:br>
                        <a:rPr kumimoji="1" lang="en-US" altLang="ja-JP" sz="1050" dirty="0">
                          <a:latin typeface="Source Han Sans JP" panose="020B0500000000000000" pitchFamily="34" charset="-128"/>
                          <a:ea typeface="Source Han Sans JP" panose="020B0500000000000000" pitchFamily="34" charset="-128"/>
                        </a:rPr>
                      </a:br>
                      <a:r>
                        <a:rPr kumimoji="1" lang="ja-JP" altLang="en-US" sz="1050">
                          <a:solidFill>
                            <a:srgbClr val="387DC9"/>
                          </a:solidFill>
                          <a:latin typeface="Source Han Sans JP" panose="020B0500000000000000" pitchFamily="34" charset="-128"/>
                          <a:ea typeface="Source Han Sans JP" panose="020B0500000000000000" pitchFamily="34" charset="-128"/>
                        </a:rPr>
                        <a:t>増やしたい</a:t>
                      </a:r>
                      <a:endParaRPr kumimoji="1" lang="en-US" altLang="ja-JP" sz="1050" dirty="0">
                        <a:solidFill>
                          <a:srgbClr val="387DC9"/>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extLst>
                  <a:ext uri="{0D108BD9-81ED-4DB2-BD59-A6C34878D82A}">
                    <a16:rowId xmlns:a16="http://schemas.microsoft.com/office/drawing/2014/main" val="2028751225"/>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タンパク質を</a:t>
                      </a:r>
                      <a:br>
                        <a:rPr kumimoji="1" lang="en-US" altLang="ja-JP" sz="1050" dirty="0">
                          <a:solidFill>
                            <a:schemeClr val="tx1">
                              <a:lumMod val="85000"/>
                              <a:lumOff val="15000"/>
                            </a:schemeClr>
                          </a:solidFill>
                          <a:latin typeface="Source Han Sans JP" panose="020B0500000000000000" pitchFamily="34" charset="-128"/>
                          <a:ea typeface="Source Han Sans JP" panose="020B0500000000000000" pitchFamily="34" charset="-128"/>
                        </a:rPr>
                      </a:br>
                      <a:r>
                        <a:rPr kumimoji="1" lang="ja-JP" altLang="en-US" sz="1050">
                          <a:solidFill>
                            <a:srgbClr val="CE4D44"/>
                          </a:solidFill>
                          <a:latin typeface="Source Han Sans JP" panose="020B0500000000000000" pitchFamily="34" charset="-128"/>
                          <a:ea typeface="Source Han Sans JP" panose="020B0500000000000000" pitchFamily="34" charset="-128"/>
                        </a:rPr>
                        <a:t>減らしたい</a:t>
                      </a:r>
                      <a:endParaRPr kumimoji="1" lang="en-US" altLang="ja-JP" sz="1050" dirty="0">
                        <a:solidFill>
                          <a:srgbClr val="CE4D44"/>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extLst>
                  <a:ext uri="{0D108BD9-81ED-4DB2-BD59-A6C34878D82A}">
                    <a16:rowId xmlns:a16="http://schemas.microsoft.com/office/drawing/2014/main" val="122191099"/>
                  </a:ext>
                </a:extLst>
              </a:tr>
            </a:tbl>
          </a:graphicData>
        </a:graphic>
      </p:graphicFrame>
      <p:sp>
        <p:nvSpPr>
          <p:cNvPr id="4" name="テキスト ボックス 3">
            <a:extLst>
              <a:ext uri="{FF2B5EF4-FFF2-40B4-BE49-F238E27FC236}">
                <a16:creationId xmlns:a16="http://schemas.microsoft.com/office/drawing/2014/main" id="{14FB1F07-C308-F539-AAB9-CAB9E416C383}"/>
              </a:ext>
            </a:extLst>
          </p:cNvPr>
          <p:cNvSpPr txBox="1"/>
          <p:nvPr/>
        </p:nvSpPr>
        <p:spPr>
          <a:xfrm>
            <a:off x="223842" y="455087"/>
            <a:ext cx="913732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現在のニーズが大きく、過去から増加した健康ニーズに対象を絞った</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9" name="グループ化 8">
            <a:extLst>
              <a:ext uri="{FF2B5EF4-FFF2-40B4-BE49-F238E27FC236}">
                <a16:creationId xmlns:a16="http://schemas.microsoft.com/office/drawing/2014/main" id="{DD65AA5F-B6C5-94E0-CF48-838C0D56D9C2}"/>
              </a:ext>
            </a:extLst>
          </p:cNvPr>
          <p:cNvGrpSpPr/>
          <p:nvPr/>
        </p:nvGrpSpPr>
        <p:grpSpPr>
          <a:xfrm>
            <a:off x="477051" y="1019042"/>
            <a:ext cx="4129710" cy="842369"/>
            <a:chOff x="408000" y="1066441"/>
            <a:chExt cx="4129710" cy="842369"/>
          </a:xfrm>
        </p:grpSpPr>
        <p:sp>
          <p:nvSpPr>
            <p:cNvPr id="8" name="正方形/長方形 7">
              <a:extLst>
                <a:ext uri="{FF2B5EF4-FFF2-40B4-BE49-F238E27FC236}">
                  <a16:creationId xmlns:a16="http://schemas.microsoft.com/office/drawing/2014/main" id="{32167CA3-9D5D-4DDD-6F1D-9B8ABD735B58}"/>
                </a:ext>
              </a:extLst>
            </p:cNvPr>
            <p:cNvSpPr/>
            <p:nvPr/>
          </p:nvSpPr>
          <p:spPr>
            <a:xfrm>
              <a:off x="408000" y="1066441"/>
              <a:ext cx="4129710" cy="842369"/>
            </a:xfrm>
            <a:prstGeom prst="rect">
              <a:avLst/>
            </a:prstGeom>
            <a:solidFill>
              <a:schemeClr val="bg1">
                <a:lumMod val="95000"/>
                <a:alpha val="30000"/>
              </a:schemeClr>
            </a:solidFill>
            <a:ln w="12700">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n>
                  <a:solidFill>
                    <a:schemeClr val="tx1">
                      <a:lumMod val="50000"/>
                      <a:lumOff val="50000"/>
                    </a:schemeClr>
                  </a:solidFill>
                </a:ln>
              </a:endParaRPr>
            </a:p>
          </p:txBody>
        </p:sp>
        <p:sp>
          <p:nvSpPr>
            <p:cNvPr id="6" name="テキスト ボックス 5">
              <a:extLst>
                <a:ext uri="{FF2B5EF4-FFF2-40B4-BE49-F238E27FC236}">
                  <a16:creationId xmlns:a16="http://schemas.microsoft.com/office/drawing/2014/main" id="{AEF5DA56-4928-0281-005E-C97457F05447}"/>
                </a:ext>
              </a:extLst>
            </p:cNvPr>
            <p:cNvSpPr txBox="1"/>
            <p:nvPr/>
          </p:nvSpPr>
          <p:spPr>
            <a:xfrm>
              <a:off x="477988" y="1183807"/>
              <a:ext cx="395685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現在のニーズの</a:t>
              </a:r>
              <a:r>
                <a:rPr kumimoji="1" lang="ja-JP" altLang="en-US" sz="1350" u="sng">
                  <a:solidFill>
                    <a:srgbClr val="DCD8DC">
                      <a:lumMod val="25000"/>
                    </a:srgbClr>
                  </a:solidFill>
                  <a:latin typeface="源ノ角ゴシック JP" panose="020B0500000000000000" pitchFamily="34" charset="-128"/>
                  <a:ea typeface="源ノ角ゴシック JP" panose="020B0500000000000000" pitchFamily="34" charset="-128"/>
                </a:rPr>
                <a:t>大きさ</a:t>
              </a: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a:solidFill>
                    <a:srgbClr val="599975"/>
                  </a:solidFill>
                  <a:latin typeface="源ノ角ゴシック JP" panose="020B0500000000000000" pitchFamily="34" charset="-128"/>
                  <a:ea typeface="源ノ角ゴシック JP" panose="020B0500000000000000" pitchFamily="34" charset="-128"/>
                </a:rPr>
                <a:t>大きい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35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35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a:solidFill>
                    <a:srgbClr val="CE4D44"/>
                  </a:solidFill>
                  <a:latin typeface="源ノ角ゴシック JP" panose="020B0500000000000000" pitchFamily="34" charset="-128"/>
                  <a:ea typeface="源ノ角ゴシック JP" panose="020B0500000000000000" pitchFamily="34" charset="-128"/>
                </a:rPr>
                <a:t>小さい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p>
          </p:txBody>
        </p:sp>
        <p:sp>
          <p:nvSpPr>
            <p:cNvPr id="7" name="テキスト ボックス 6">
              <a:extLst>
                <a:ext uri="{FF2B5EF4-FFF2-40B4-BE49-F238E27FC236}">
                  <a16:creationId xmlns:a16="http://schemas.microsoft.com/office/drawing/2014/main" id="{969B9C75-F14F-6257-DBBA-428E4D892C71}"/>
                </a:ext>
              </a:extLst>
            </p:cNvPr>
            <p:cNvSpPr txBox="1"/>
            <p:nvPr/>
          </p:nvSpPr>
          <p:spPr>
            <a:xfrm>
              <a:off x="477988" y="1515745"/>
              <a:ext cx="380826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過去からニーズの</a:t>
              </a:r>
              <a:r>
                <a:rPr kumimoji="1" lang="ja-JP" altLang="en-US" sz="1350" u="sng">
                  <a:solidFill>
                    <a:srgbClr val="DCD8DC">
                      <a:lumMod val="25000"/>
                    </a:srgbClr>
                  </a:solidFill>
                  <a:latin typeface="源ノ角ゴシック JP" panose="020B0500000000000000" pitchFamily="34" charset="-128"/>
                  <a:ea typeface="源ノ角ゴシック JP" panose="020B0500000000000000" pitchFamily="34" charset="-128"/>
                </a:rPr>
                <a:t>変化</a:t>
              </a: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b="1">
                  <a:solidFill>
                    <a:srgbClr val="9564B1"/>
                  </a:solidFill>
                  <a:latin typeface="源ノ角ゴシック JP" panose="020B0500000000000000" pitchFamily="34" charset="-128"/>
                  <a:ea typeface="源ノ角ゴシック JP" panose="020B0500000000000000" pitchFamily="34" charset="-128"/>
                </a:rPr>
                <a:t>↑</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350" b="1">
                  <a:solidFill>
                    <a:srgbClr val="9564B1"/>
                  </a:solidFill>
                  <a:latin typeface="源ノ角ゴシック JP" panose="020B0500000000000000" pitchFamily="34" charset="-128"/>
                  <a:ea typeface="源ノ角ゴシック JP" panose="020B0500000000000000" pitchFamily="34" charset="-128"/>
                </a:rPr>
                <a:t>→</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350" b="1">
                  <a:solidFill>
                    <a:srgbClr val="9564B1"/>
                  </a:solidFill>
                  <a:latin typeface="源ノ角ゴシック JP" panose="020B0500000000000000" pitchFamily="34" charset="-128"/>
                  <a:ea typeface="源ノ角ゴシック JP" panose="020B0500000000000000" pitchFamily="34" charset="-128"/>
                </a:rPr>
                <a:t>↓</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p>
          </p:txBody>
        </p:sp>
      </p:grpSp>
      <p:sp>
        <p:nvSpPr>
          <p:cNvPr id="10" name="テキスト ボックス 9">
            <a:extLst>
              <a:ext uri="{FF2B5EF4-FFF2-40B4-BE49-F238E27FC236}">
                <a16:creationId xmlns:a16="http://schemas.microsoft.com/office/drawing/2014/main" id="{6C5E6136-8E8C-883B-52CE-2A6A47A85096}"/>
              </a:ext>
            </a:extLst>
          </p:cNvPr>
          <p:cNvSpPr txBox="1"/>
          <p:nvPr/>
        </p:nvSpPr>
        <p:spPr>
          <a:xfrm>
            <a:off x="4710155" y="1331497"/>
            <a:ext cx="4742042" cy="284693"/>
          </a:xfrm>
          <a:prstGeom prst="rect">
            <a:avLst/>
          </a:prstGeom>
          <a:noFill/>
        </p:spPr>
        <p:txBody>
          <a:bodyPr wrap="square">
            <a:spAutoFit/>
          </a:bodyPr>
          <a:lstStyle/>
          <a:p>
            <a:pPr>
              <a:defRPr/>
            </a:pP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現在時点は</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2024</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年頃</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を指す、過去時点は</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2010</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年頃</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を指す</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1" name="テキスト ボックス 10">
            <a:extLst>
              <a:ext uri="{FF2B5EF4-FFF2-40B4-BE49-F238E27FC236}">
                <a16:creationId xmlns:a16="http://schemas.microsoft.com/office/drawing/2014/main" id="{2035F722-F55C-65C2-0E24-A4FC599CEBF9}"/>
              </a:ext>
            </a:extLst>
          </p:cNvPr>
          <p:cNvSpPr txBox="1"/>
          <p:nvPr/>
        </p:nvSpPr>
        <p:spPr>
          <a:xfrm>
            <a:off x="4710155" y="1593123"/>
            <a:ext cx="5004932" cy="284693"/>
          </a:xfrm>
          <a:prstGeom prst="rect">
            <a:avLst/>
          </a:prstGeom>
          <a:noFill/>
        </p:spPr>
        <p:txBody>
          <a:bodyPr wrap="square">
            <a:spAutoFit/>
          </a:bodyPr>
          <a:lstStyle/>
          <a:p>
            <a:pPr>
              <a:defRPr/>
            </a:pPr>
            <a:r>
              <a:rPr kumimoji="1" lang="en-US" altLang="ja-JP" sz="1250" dirty="0">
                <a:solidFill>
                  <a:srgbClr val="9564B1"/>
                </a:solidFill>
                <a:latin typeface="源ノ角ゴシック JP" panose="020B0500000000000000" pitchFamily="34" charset="-128"/>
                <a:ea typeface="源ノ角ゴシック JP" panose="020B0500000000000000" pitchFamily="34" charset="-128"/>
              </a:rPr>
              <a:t>※</a:t>
            </a:r>
            <a:r>
              <a:rPr kumimoji="1" lang="ja-JP" altLang="en-US" sz="1250">
                <a:solidFill>
                  <a:srgbClr val="9564B1"/>
                </a:solidFill>
                <a:latin typeface="源ノ角ゴシック JP" panose="020B0500000000000000" pitchFamily="34" charset="-128"/>
                <a:ea typeface="源ノ角ゴシック JP" panose="020B0500000000000000" pitchFamily="34" charset="-128"/>
              </a:rPr>
              <a:t> むらさきのセルは、本プロジェクトで注力する健康ニーズを表す</a:t>
            </a:r>
            <a:endParaRPr kumimoji="1" lang="en-US" altLang="ja-JP" sz="1250" dirty="0">
              <a:solidFill>
                <a:srgbClr val="9564B1"/>
              </a:solidFill>
              <a:latin typeface="源ノ角ゴシック JP" panose="020B0500000000000000" pitchFamily="34" charset="-128"/>
              <a:ea typeface="源ノ角ゴシック JP" panose="020B0500000000000000" pitchFamily="34" charset="-128"/>
            </a:endParaRPr>
          </a:p>
        </p:txBody>
      </p:sp>
      <p:sp>
        <p:nvSpPr>
          <p:cNvPr id="12" name="テキスト ボックス 11">
            <a:extLst>
              <a:ext uri="{FF2B5EF4-FFF2-40B4-BE49-F238E27FC236}">
                <a16:creationId xmlns:a16="http://schemas.microsoft.com/office/drawing/2014/main" id="{46B34E5E-D490-7C09-FACF-6F582A1581E5}"/>
              </a:ext>
            </a:extLst>
          </p:cNvPr>
          <p:cNvSpPr txBox="1"/>
          <p:nvPr/>
        </p:nvSpPr>
        <p:spPr>
          <a:xfrm>
            <a:off x="418249" y="6320646"/>
            <a:ext cx="11216310" cy="408510"/>
          </a:xfrm>
          <a:prstGeom prst="rect">
            <a:avLst/>
          </a:prstGeom>
          <a:noFill/>
        </p:spPr>
        <p:txBody>
          <a:bodyPr wrap="square">
            <a:spAutoFit/>
          </a:bodyPr>
          <a:lstStyle/>
          <a:p>
            <a:pPr>
              <a:lnSpc>
                <a:spcPts val="1280"/>
              </a:lnSpc>
              <a:defRPr/>
            </a:pP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[1]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厚生労働省「平成</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22</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年国民健康・栄養調査報告」（</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2012</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 [2]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厚生労働省「令和</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6</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年国民健康・栄養調査報告」（</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2026</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 [3]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厚生労働省「日本人の食事摂取基準（</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2010</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年度版）」（</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2009</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endPar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endParaRPr>
          </a:p>
          <a:p>
            <a:pPr>
              <a:lnSpc>
                <a:spcPts val="1280"/>
              </a:lnSpc>
              <a:defRPr/>
            </a:pP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[4]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厚生労働省「日本人の食事摂取基準（</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2025</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年度版）」（</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2024</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 [5]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農林水産省「平成</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27</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年度食育推進施策」（</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2016</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 [6]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農林水産省「食育に関する意識調査」（</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2025</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endPar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21634559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bg>
      <p:bgPr>
        <a:solidFill>
          <a:srgbClr val="F5EDE9">
            <a:alpha val="4000"/>
          </a:srgbClr>
        </a:solidFill>
        <a:effectLst/>
      </p:bgPr>
    </p:bg>
    <p:spTree>
      <p:nvGrpSpPr>
        <p:cNvPr id="1" name="">
          <a:extLst>
            <a:ext uri="{FF2B5EF4-FFF2-40B4-BE49-F238E27FC236}">
              <a16:creationId xmlns:a16="http://schemas.microsoft.com/office/drawing/2014/main" id="{536322D5-6E9A-3178-7BBB-6AEACA0458F8}"/>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C85AC804-4942-CCB1-B480-C9F165DDD4AE}"/>
              </a:ext>
            </a:extLst>
          </p:cNvPr>
          <p:cNvSpPr txBox="1"/>
          <p:nvPr/>
        </p:nvSpPr>
        <p:spPr>
          <a:xfrm>
            <a:off x="223842" y="455087"/>
            <a:ext cx="913732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現在のニーズが大きく、過去から増加した健康ニーズに対象を絞った</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39" name="グループ化 38">
            <a:extLst>
              <a:ext uri="{FF2B5EF4-FFF2-40B4-BE49-F238E27FC236}">
                <a16:creationId xmlns:a16="http://schemas.microsoft.com/office/drawing/2014/main" id="{9ABEB4FD-F50F-242A-D423-EE827CF7524D}"/>
              </a:ext>
            </a:extLst>
          </p:cNvPr>
          <p:cNvGrpSpPr/>
          <p:nvPr/>
        </p:nvGrpSpPr>
        <p:grpSpPr>
          <a:xfrm>
            <a:off x="2295235" y="1116375"/>
            <a:ext cx="7601529" cy="5275157"/>
            <a:chOff x="2103645" y="1141054"/>
            <a:chExt cx="7601529" cy="5275157"/>
          </a:xfrm>
        </p:grpSpPr>
        <p:grpSp>
          <p:nvGrpSpPr>
            <p:cNvPr id="36" name="グループ化 35">
              <a:extLst>
                <a:ext uri="{FF2B5EF4-FFF2-40B4-BE49-F238E27FC236}">
                  <a16:creationId xmlns:a16="http://schemas.microsoft.com/office/drawing/2014/main" id="{FE3F45C3-4347-3AC2-8FDD-763D3A1C191D}"/>
                </a:ext>
              </a:extLst>
            </p:cNvPr>
            <p:cNvGrpSpPr/>
            <p:nvPr/>
          </p:nvGrpSpPr>
          <p:grpSpPr>
            <a:xfrm>
              <a:off x="2103645" y="1141054"/>
              <a:ext cx="7516888" cy="5275157"/>
              <a:chOff x="2130172" y="1141054"/>
              <a:chExt cx="7516888" cy="5275157"/>
            </a:xfrm>
          </p:grpSpPr>
          <p:grpSp>
            <p:nvGrpSpPr>
              <p:cNvPr id="18" name="グループ化 17">
                <a:extLst>
                  <a:ext uri="{FF2B5EF4-FFF2-40B4-BE49-F238E27FC236}">
                    <a16:creationId xmlns:a16="http://schemas.microsoft.com/office/drawing/2014/main" id="{4458B2E6-4BDE-94D5-B6FD-A7ECD75221A7}"/>
                  </a:ext>
                </a:extLst>
              </p:cNvPr>
              <p:cNvGrpSpPr/>
              <p:nvPr/>
            </p:nvGrpSpPr>
            <p:grpSpPr>
              <a:xfrm>
                <a:off x="2130172" y="1141054"/>
                <a:ext cx="3814501" cy="2643842"/>
                <a:chOff x="4944890" y="1333172"/>
                <a:chExt cx="3814501" cy="2643842"/>
              </a:xfrm>
            </p:grpSpPr>
            <p:sp>
              <p:nvSpPr>
                <p:cNvPr id="25" name="テキスト ボックス 24">
                  <a:extLst>
                    <a:ext uri="{FF2B5EF4-FFF2-40B4-BE49-F238E27FC236}">
                      <a16:creationId xmlns:a16="http://schemas.microsoft.com/office/drawing/2014/main" id="{468E1679-EEAB-2B5D-D574-1FF0A22E0497}"/>
                    </a:ext>
                  </a:extLst>
                </p:cNvPr>
                <p:cNvSpPr txBox="1"/>
                <p:nvPr/>
              </p:nvSpPr>
              <p:spPr>
                <a:xfrm>
                  <a:off x="4944890" y="1333172"/>
                  <a:ext cx="3611329" cy="333681"/>
                </a:xfrm>
                <a:prstGeom prst="rect">
                  <a:avLst/>
                </a:prstGeom>
                <a:noFill/>
              </p:spPr>
              <p:txBody>
                <a:bodyPr wrap="square">
                  <a:spAutoFit/>
                </a:bodyPr>
                <a:lstStyle/>
                <a:p>
                  <a:pPr>
                    <a:lnSpc>
                      <a:spcPts val="2020"/>
                    </a:lnSpc>
                    <a:defRPr/>
                  </a:pPr>
                  <a:r>
                    <a:rPr kumimoji="1" lang="ja-JP" altLang="en-US" sz="1600" b="1" spc="30">
                      <a:solidFill>
                        <a:schemeClr val="bg2">
                          <a:lumMod val="25000"/>
                        </a:schemeClr>
                      </a:solidFill>
                      <a:latin typeface="源ノ角ゴシック JP" panose="020B0500000000000000" pitchFamily="34" charset="-128"/>
                      <a:ea typeface="源ノ角ゴシック JP" panose="020B0500000000000000" pitchFamily="34" charset="-128"/>
                    </a:rPr>
                    <a:t>健康ニーズの大きさを評価する方法</a:t>
                  </a:r>
                  <a:endParaRPr kumimoji="1" lang="en-US" altLang="ja-JP" sz="1600" b="1" spc="3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nvGrpSpPr>
                <p:cNvPr id="8" name="グループ化 7">
                  <a:extLst>
                    <a:ext uri="{FF2B5EF4-FFF2-40B4-BE49-F238E27FC236}">
                      <a16:creationId xmlns:a16="http://schemas.microsoft.com/office/drawing/2014/main" id="{A6CC8005-95C7-130C-1C84-133993891195}"/>
                    </a:ext>
                  </a:extLst>
                </p:cNvPr>
                <p:cNvGrpSpPr/>
                <p:nvPr/>
              </p:nvGrpSpPr>
              <p:grpSpPr>
                <a:xfrm>
                  <a:off x="4972600" y="1687577"/>
                  <a:ext cx="3786791" cy="827681"/>
                  <a:chOff x="4972600" y="1738045"/>
                  <a:chExt cx="3786791" cy="827681"/>
                </a:xfrm>
              </p:grpSpPr>
              <p:sp>
                <p:nvSpPr>
                  <p:cNvPr id="26" name="テキスト ボックス 25">
                    <a:extLst>
                      <a:ext uri="{FF2B5EF4-FFF2-40B4-BE49-F238E27FC236}">
                        <a16:creationId xmlns:a16="http://schemas.microsoft.com/office/drawing/2014/main" id="{C089C610-F885-011F-1E68-94F01F1F430B}"/>
                      </a:ext>
                    </a:extLst>
                  </p:cNvPr>
                  <p:cNvSpPr txBox="1"/>
                  <p:nvPr/>
                </p:nvSpPr>
                <p:spPr>
                  <a:xfrm>
                    <a:off x="4972600" y="1738045"/>
                    <a:ext cx="3786791" cy="579454"/>
                  </a:xfrm>
                  <a:prstGeom prst="rect">
                    <a:avLst/>
                  </a:prstGeom>
                  <a:noFill/>
                </p:spPr>
                <p:txBody>
                  <a:bodyPr wrap="square">
                    <a:spAutoFit/>
                  </a:bodyPr>
                  <a:lstStyle/>
                  <a:p>
                    <a:pPr>
                      <a:lnSpc>
                        <a:spcPts val="1980"/>
                      </a:lnSpc>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u="sng">
                        <a:solidFill>
                          <a:srgbClr val="DCD8DC">
                            <a:lumMod val="25000"/>
                          </a:srgbClr>
                        </a:solidFill>
                        <a:latin typeface="源ノ角ゴシック JP" panose="020B0500000000000000" pitchFamily="34" charset="-128"/>
                        <a:ea typeface="源ノ角ゴシック JP" panose="020B0500000000000000" pitchFamily="34" charset="-128"/>
                      </a:rPr>
                      <a:t>健康上の問題を抱える人の割合</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を算出し、　　</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その割合に基づき、ニーズの大きさを評価する</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7" name="テキスト ボックス 6">
                    <a:extLst>
                      <a:ext uri="{FF2B5EF4-FFF2-40B4-BE49-F238E27FC236}">
                        <a16:creationId xmlns:a16="http://schemas.microsoft.com/office/drawing/2014/main" id="{F07CEB2D-4431-A807-B6D7-6AC5CB261F35}"/>
                      </a:ext>
                    </a:extLst>
                  </p:cNvPr>
                  <p:cNvSpPr txBox="1"/>
                  <p:nvPr/>
                </p:nvSpPr>
                <p:spPr>
                  <a:xfrm>
                    <a:off x="5069037" y="2281033"/>
                    <a:ext cx="2861798" cy="284693"/>
                  </a:xfrm>
                  <a:prstGeom prst="rect">
                    <a:avLst/>
                  </a:prstGeom>
                  <a:noFill/>
                </p:spPr>
                <p:txBody>
                  <a:bodyPr wrap="square">
                    <a:spAutoFit/>
                  </a:bodyPr>
                  <a:lstStyle/>
                  <a:p>
                    <a:pPr>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大きい</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中程度</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小さい</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nvGrpSpPr>
                <p:cNvPr id="10" name="グループ化 9">
                  <a:extLst>
                    <a:ext uri="{FF2B5EF4-FFF2-40B4-BE49-F238E27FC236}">
                      <a16:creationId xmlns:a16="http://schemas.microsoft.com/office/drawing/2014/main" id="{CEBF9B56-A651-B455-FA67-EF82F77E6F7A}"/>
                    </a:ext>
                  </a:extLst>
                </p:cNvPr>
                <p:cNvGrpSpPr/>
                <p:nvPr/>
              </p:nvGrpSpPr>
              <p:grpSpPr>
                <a:xfrm>
                  <a:off x="4972599" y="2579870"/>
                  <a:ext cx="3754428" cy="1397144"/>
                  <a:chOff x="4972599" y="2557010"/>
                  <a:chExt cx="3754428" cy="1397144"/>
                </a:xfrm>
              </p:grpSpPr>
              <p:sp>
                <p:nvSpPr>
                  <p:cNvPr id="27" name="テキスト ボックス 26">
                    <a:extLst>
                      <a:ext uri="{FF2B5EF4-FFF2-40B4-BE49-F238E27FC236}">
                        <a16:creationId xmlns:a16="http://schemas.microsoft.com/office/drawing/2014/main" id="{66EAEC2C-4F61-DA7C-D929-97DED62013B0}"/>
                      </a:ext>
                    </a:extLst>
                  </p:cNvPr>
                  <p:cNvSpPr txBox="1"/>
                  <p:nvPr/>
                </p:nvSpPr>
                <p:spPr>
                  <a:xfrm>
                    <a:off x="4972600" y="2557010"/>
                    <a:ext cx="3754427" cy="321435"/>
                  </a:xfrm>
                  <a:prstGeom prst="rect">
                    <a:avLst/>
                  </a:prstGeom>
                  <a:noFill/>
                </p:spPr>
                <p:txBody>
                  <a:bodyPr wrap="square">
                    <a:spAutoFit/>
                  </a:bodyPr>
                  <a:lstStyle/>
                  <a:p>
                    <a:pPr>
                      <a:lnSpc>
                        <a:spcPts val="198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例：「男性</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20</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代・エネルギーを</a:t>
                    </a:r>
                    <a:r>
                      <a:rPr kumimoji="1" lang="ja-JP" altLang="en-US" sz="1200">
                        <a:solidFill>
                          <a:srgbClr val="CE4D44">
                            <a:alpha val="85000"/>
                          </a:srgbClr>
                        </a:solidFill>
                        <a:latin typeface="源ノ角ゴシック JP" panose="020B0500000000000000" pitchFamily="34" charset="-128"/>
                        <a:ea typeface="源ノ角ゴシック JP" panose="020B0500000000000000" pitchFamily="34" charset="-128"/>
                      </a:rPr>
                      <a:t>減らしたい</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」ニーズ</a:t>
                    </a:r>
                    <a:endPar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endParaRPr>
                  </a:p>
                </p:txBody>
              </p:sp>
              <p:sp>
                <p:nvSpPr>
                  <p:cNvPr id="28" name="テキスト ボックス 27">
                    <a:extLst>
                      <a:ext uri="{FF2B5EF4-FFF2-40B4-BE49-F238E27FC236}">
                        <a16:creationId xmlns:a16="http://schemas.microsoft.com/office/drawing/2014/main" id="{27EB779C-C580-F765-EFE8-4261BD48B2A7}"/>
                      </a:ext>
                    </a:extLst>
                  </p:cNvPr>
                  <p:cNvSpPr txBox="1"/>
                  <p:nvPr/>
                </p:nvSpPr>
                <p:spPr>
                  <a:xfrm>
                    <a:off x="4972600" y="2878445"/>
                    <a:ext cx="3754427" cy="510589"/>
                  </a:xfrm>
                  <a:prstGeom prst="rect">
                    <a:avLst/>
                  </a:prstGeom>
                  <a:noFill/>
                </p:spPr>
                <p:txBody>
                  <a:bodyPr wrap="square">
                    <a:spAutoFit/>
                  </a:bodyPr>
                  <a:lstStyle/>
                  <a:p>
                    <a:pPr>
                      <a:lnSpc>
                        <a:spcPts val="17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男性</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20</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代において、</a:t>
                    </a:r>
                    <a:b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b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「カロリーを</a:t>
                    </a:r>
                    <a:r>
                      <a:rPr kumimoji="1" lang="ja-JP" altLang="en-US" sz="1200">
                        <a:solidFill>
                          <a:srgbClr val="CE4D44">
                            <a:alpha val="85000"/>
                          </a:srgbClr>
                        </a:solidFill>
                        <a:latin typeface="源ノ角ゴシック JP" panose="020B0500000000000000" pitchFamily="34" charset="-128"/>
                        <a:ea typeface="源ノ角ゴシック JP" panose="020B0500000000000000" pitchFamily="34" charset="-128"/>
                      </a:rPr>
                      <a:t>摂りすぎている</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」人の割合を算出する</a:t>
                    </a:r>
                    <a:endPar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endParaRPr>
                  </a:p>
                </p:txBody>
              </p:sp>
              <p:sp>
                <p:nvSpPr>
                  <p:cNvPr id="4" name="テキスト ボックス 3">
                    <a:extLst>
                      <a:ext uri="{FF2B5EF4-FFF2-40B4-BE49-F238E27FC236}">
                        <a16:creationId xmlns:a16="http://schemas.microsoft.com/office/drawing/2014/main" id="{2B548829-1067-5325-D903-3D5479BF9C55}"/>
                      </a:ext>
                    </a:extLst>
                  </p:cNvPr>
                  <p:cNvSpPr txBox="1"/>
                  <p:nvPr/>
                </p:nvSpPr>
                <p:spPr>
                  <a:xfrm>
                    <a:off x="4972599" y="3389062"/>
                    <a:ext cx="3417019" cy="302199"/>
                  </a:xfrm>
                  <a:prstGeom prst="rect">
                    <a:avLst/>
                  </a:prstGeom>
                  <a:noFill/>
                </p:spPr>
                <p:txBody>
                  <a:bodyPr wrap="square">
                    <a:spAutoFit/>
                  </a:bodyPr>
                  <a:lstStyle/>
                  <a:p>
                    <a:pPr>
                      <a:lnSpc>
                        <a:spcPts val="18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現時点（</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2024</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年</a:t>
                    </a:r>
                    <a:r>
                      <a:rPr kumimoji="1" lang="ja-JP" altLang="en"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での該当者の割合：</a:t>
                    </a:r>
                    <a:r>
                      <a:rPr kumimoji="1" lang="en-US" altLang="ja-JP" sz="1200" dirty="0">
                        <a:solidFill>
                          <a:srgbClr val="CE4D44">
                            <a:alpha val="85000"/>
                          </a:srgbClr>
                        </a:solidFill>
                        <a:latin typeface="源ノ角ゴシック JP" panose="020B0500000000000000" pitchFamily="34" charset="-128"/>
                        <a:ea typeface="源ノ角ゴシック JP" panose="020B0500000000000000" pitchFamily="34" charset="-128"/>
                      </a:rPr>
                      <a:t>21%</a:t>
                    </a:r>
                    <a:r>
                      <a:rPr kumimoji="1" lang="en-US" altLang="ja-JP" sz="1200" dirty="0">
                        <a:solidFill>
                          <a:schemeClr val="bg2">
                            <a:lumMod val="75000"/>
                          </a:schemeClr>
                        </a:solidFill>
                        <a:latin typeface="源ノ角ゴシック JP" panose="020B0500000000000000" pitchFamily="34" charset="-128"/>
                        <a:ea typeface="源ノ角ゴシック JP" panose="020B0500000000000000" pitchFamily="34" charset="-128"/>
                      </a:rPr>
                      <a:t> </a:t>
                    </a:r>
                    <a:r>
                      <a:rPr kumimoji="1" lang="en-US" altLang="ja-JP" sz="10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 </a:t>
                    </a:r>
                    <a:endPar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endParaRPr>
                  </a:p>
                </p:txBody>
              </p:sp>
              <p:sp>
                <p:nvSpPr>
                  <p:cNvPr id="9" name="テキスト ボックス 8">
                    <a:extLst>
                      <a:ext uri="{FF2B5EF4-FFF2-40B4-BE49-F238E27FC236}">
                        <a16:creationId xmlns:a16="http://schemas.microsoft.com/office/drawing/2014/main" id="{802C3DA9-DF11-00BB-A12A-7787022E12B7}"/>
                      </a:ext>
                    </a:extLst>
                  </p:cNvPr>
                  <p:cNvSpPr txBox="1"/>
                  <p:nvPr/>
                </p:nvSpPr>
                <p:spPr>
                  <a:xfrm>
                    <a:off x="4972599" y="3651955"/>
                    <a:ext cx="3553473" cy="302199"/>
                  </a:xfrm>
                  <a:prstGeom prst="rect">
                    <a:avLst/>
                  </a:prstGeom>
                  <a:noFill/>
                </p:spPr>
                <p:txBody>
                  <a:bodyPr wrap="square">
                    <a:spAutoFit/>
                  </a:bodyPr>
                  <a:lstStyle/>
                  <a:p>
                    <a:pPr>
                      <a:lnSpc>
                        <a:spcPts val="18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現在のニーズの大きさは</a:t>
                    </a:r>
                    <a:r>
                      <a:rPr kumimoji="1" lang="ja-JP" altLang="en-US" sz="1200">
                        <a:solidFill>
                          <a:srgbClr val="CF6F19">
                            <a:alpha val="85000"/>
                          </a:srgbClr>
                        </a:solidFill>
                        <a:latin typeface="源ノ角ゴシック JP" panose="020B0500000000000000" pitchFamily="34" charset="-128"/>
                        <a:ea typeface="源ノ角ゴシック JP" panose="020B0500000000000000" pitchFamily="34" charset="-128"/>
                      </a:rPr>
                      <a:t>「中程度」</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と評価される</a:t>
                    </a:r>
                  </a:p>
                </p:txBody>
              </p:sp>
            </p:grpSp>
          </p:grpSp>
          <p:grpSp>
            <p:nvGrpSpPr>
              <p:cNvPr id="22" name="グループ化 21">
                <a:extLst>
                  <a:ext uri="{FF2B5EF4-FFF2-40B4-BE49-F238E27FC236}">
                    <a16:creationId xmlns:a16="http://schemas.microsoft.com/office/drawing/2014/main" id="{EFC7A47A-5BCC-D96D-BD02-9E44E28A967A}"/>
                  </a:ext>
                </a:extLst>
              </p:cNvPr>
              <p:cNvGrpSpPr/>
              <p:nvPr/>
            </p:nvGrpSpPr>
            <p:grpSpPr>
              <a:xfrm>
                <a:off x="2130172" y="4032620"/>
                <a:ext cx="4008962" cy="2383591"/>
                <a:chOff x="4931035" y="4327346"/>
                <a:chExt cx="4008962" cy="2383591"/>
              </a:xfrm>
            </p:grpSpPr>
            <p:sp>
              <p:nvSpPr>
                <p:cNvPr id="34" name="テキスト ボックス 33">
                  <a:extLst>
                    <a:ext uri="{FF2B5EF4-FFF2-40B4-BE49-F238E27FC236}">
                      <a16:creationId xmlns:a16="http://schemas.microsoft.com/office/drawing/2014/main" id="{28E2D262-4B68-17D9-CFEF-CE768DB93E1D}"/>
                    </a:ext>
                  </a:extLst>
                </p:cNvPr>
                <p:cNvSpPr txBox="1"/>
                <p:nvPr/>
              </p:nvSpPr>
              <p:spPr>
                <a:xfrm>
                  <a:off x="4931035" y="4327346"/>
                  <a:ext cx="3313481" cy="333681"/>
                </a:xfrm>
                <a:prstGeom prst="rect">
                  <a:avLst/>
                </a:prstGeom>
                <a:noFill/>
              </p:spPr>
              <p:txBody>
                <a:bodyPr wrap="square">
                  <a:spAutoFit/>
                </a:bodyPr>
                <a:lstStyle/>
                <a:p>
                  <a:pPr>
                    <a:lnSpc>
                      <a:spcPts val="2020"/>
                    </a:lnSpc>
                    <a:defRPr/>
                  </a:pPr>
                  <a:r>
                    <a:rPr kumimoji="1" lang="ja-JP" altLang="en-US" sz="1600" b="1" spc="30">
                      <a:solidFill>
                        <a:schemeClr val="bg2">
                          <a:lumMod val="25000"/>
                        </a:schemeClr>
                      </a:solidFill>
                      <a:latin typeface="源ノ角ゴシック JP" panose="020B0500000000000000" pitchFamily="34" charset="-128"/>
                      <a:ea typeface="源ノ角ゴシック JP" panose="020B0500000000000000" pitchFamily="34" charset="-128"/>
                    </a:rPr>
                    <a:t>健康ニーズの変化を評価する方法</a:t>
                  </a:r>
                  <a:endParaRPr kumimoji="1" lang="en-US" altLang="ja-JP" sz="1600" b="1" spc="3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nvGrpSpPr>
                <p:cNvPr id="15" name="グループ化 14">
                  <a:extLst>
                    <a:ext uri="{FF2B5EF4-FFF2-40B4-BE49-F238E27FC236}">
                      <a16:creationId xmlns:a16="http://schemas.microsoft.com/office/drawing/2014/main" id="{413F7326-438A-75A7-ECD7-5B249B11FEA5}"/>
                    </a:ext>
                  </a:extLst>
                </p:cNvPr>
                <p:cNvGrpSpPr/>
                <p:nvPr/>
              </p:nvGrpSpPr>
              <p:grpSpPr>
                <a:xfrm>
                  <a:off x="4972600" y="4695317"/>
                  <a:ext cx="3967397" cy="1109295"/>
                  <a:chOff x="4972600" y="4734822"/>
                  <a:chExt cx="3967397" cy="1109295"/>
                </a:xfrm>
              </p:grpSpPr>
              <p:sp>
                <p:nvSpPr>
                  <p:cNvPr id="12" name="テキスト ボックス 11">
                    <a:extLst>
                      <a:ext uri="{FF2B5EF4-FFF2-40B4-BE49-F238E27FC236}">
                        <a16:creationId xmlns:a16="http://schemas.microsoft.com/office/drawing/2014/main" id="{6A4ED74B-1B66-E606-CE20-F26AC6B36EDB}"/>
                      </a:ext>
                    </a:extLst>
                  </p:cNvPr>
                  <p:cNvSpPr txBox="1"/>
                  <p:nvPr/>
                </p:nvSpPr>
                <p:spPr>
                  <a:xfrm>
                    <a:off x="4972600" y="4734822"/>
                    <a:ext cx="3967397" cy="835934"/>
                  </a:xfrm>
                  <a:prstGeom prst="rect">
                    <a:avLst/>
                  </a:prstGeom>
                  <a:noFill/>
                </p:spPr>
                <p:txBody>
                  <a:bodyPr wrap="square">
                    <a:spAutoFit/>
                  </a:bodyPr>
                  <a:lstStyle/>
                  <a:p>
                    <a:pPr>
                      <a:lnSpc>
                        <a:spcPts val="1980"/>
                      </a:lnSpc>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過去時点（</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2010</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年頃）から現在（</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2024</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年頃）への</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u="sng">
                        <a:solidFill>
                          <a:srgbClr val="DCD8DC">
                            <a:lumMod val="25000"/>
                          </a:srgbClr>
                        </a:solidFill>
                        <a:latin typeface="源ノ角ゴシック JP" panose="020B0500000000000000" pitchFamily="34" charset="-128"/>
                        <a:ea typeface="源ノ角ゴシック JP" panose="020B0500000000000000" pitchFamily="34" charset="-128"/>
                      </a:rPr>
                      <a:t>該当者割合の変化量</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を算出し、　</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その値に基づき、ニーズ変化の方向性を評価する</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4" name="テキスト ボックス 13">
                    <a:extLst>
                      <a:ext uri="{FF2B5EF4-FFF2-40B4-BE49-F238E27FC236}">
                        <a16:creationId xmlns:a16="http://schemas.microsoft.com/office/drawing/2014/main" id="{93C3BF67-4683-A9B0-586A-4BF3DEEE3BD3}"/>
                      </a:ext>
                    </a:extLst>
                  </p:cNvPr>
                  <p:cNvSpPr txBox="1"/>
                  <p:nvPr/>
                </p:nvSpPr>
                <p:spPr>
                  <a:xfrm>
                    <a:off x="5072976" y="5551729"/>
                    <a:ext cx="1793019" cy="292388"/>
                  </a:xfrm>
                  <a:prstGeom prst="rect">
                    <a:avLst/>
                  </a:prstGeom>
                  <a:noFill/>
                </p:spPr>
                <p:txBody>
                  <a:bodyPr wrap="square">
                    <a:spAutoFit/>
                  </a:bodyPr>
                  <a:lstStyle/>
                  <a:p>
                    <a:pPr>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sp>
              <p:nvSpPr>
                <p:cNvPr id="16" name="テキスト ボックス 15">
                  <a:extLst>
                    <a:ext uri="{FF2B5EF4-FFF2-40B4-BE49-F238E27FC236}">
                      <a16:creationId xmlns:a16="http://schemas.microsoft.com/office/drawing/2014/main" id="{426DD056-7E46-D789-6AF4-C5AF8D39802F}"/>
                    </a:ext>
                  </a:extLst>
                </p:cNvPr>
                <p:cNvSpPr txBox="1"/>
                <p:nvPr/>
              </p:nvSpPr>
              <p:spPr>
                <a:xfrm>
                  <a:off x="4972600" y="6152259"/>
                  <a:ext cx="3967396" cy="302199"/>
                </a:xfrm>
                <a:prstGeom prst="rect">
                  <a:avLst/>
                </a:prstGeom>
                <a:noFill/>
              </p:spPr>
              <p:txBody>
                <a:bodyPr wrap="square">
                  <a:spAutoFit/>
                </a:bodyPr>
                <a:lstStyle/>
                <a:p>
                  <a:pPr>
                    <a:lnSpc>
                      <a:spcPts val="18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過去時点から現在への変化：</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21 – 19.5 = </a:t>
                  </a:r>
                  <a:r>
                    <a:rPr kumimoji="1" lang="en-US" altLang="ja-JP" sz="1200" dirty="0">
                      <a:solidFill>
                        <a:srgbClr val="CE4D44">
                          <a:alpha val="85000"/>
                        </a:srgbClr>
                      </a:solidFill>
                      <a:latin typeface="源ノ角ゴシック JP" panose="020B0500000000000000" pitchFamily="34" charset="-128"/>
                      <a:ea typeface="源ノ角ゴシック JP" panose="020B0500000000000000" pitchFamily="34" charset="-128"/>
                    </a:rPr>
                    <a:t>1.5 pt </a:t>
                  </a:r>
                  <a:r>
                    <a:rPr kumimoji="1" lang="ja-JP" altLang="en-US" sz="1200">
                      <a:solidFill>
                        <a:srgbClr val="CE4D44">
                          <a:alpha val="85000"/>
                        </a:srgbClr>
                      </a:solidFill>
                      <a:latin typeface="源ノ角ゴシック JP" panose="020B0500000000000000" pitchFamily="34" charset="-128"/>
                      <a:ea typeface="源ノ角ゴシック JP" panose="020B0500000000000000" pitchFamily="34" charset="-128"/>
                    </a:rPr>
                    <a:t>上昇</a:t>
                  </a:r>
                </a:p>
              </p:txBody>
            </p:sp>
            <p:sp>
              <p:nvSpPr>
                <p:cNvPr id="17" name="テキスト ボックス 16">
                  <a:extLst>
                    <a:ext uri="{FF2B5EF4-FFF2-40B4-BE49-F238E27FC236}">
                      <a16:creationId xmlns:a16="http://schemas.microsoft.com/office/drawing/2014/main" id="{A5158C93-0E51-D681-33B8-D38E10CA0F3A}"/>
                    </a:ext>
                  </a:extLst>
                </p:cNvPr>
                <p:cNvSpPr txBox="1"/>
                <p:nvPr/>
              </p:nvSpPr>
              <p:spPr>
                <a:xfrm>
                  <a:off x="4972600" y="6408738"/>
                  <a:ext cx="3313481" cy="302199"/>
                </a:xfrm>
                <a:prstGeom prst="rect">
                  <a:avLst/>
                </a:prstGeom>
                <a:noFill/>
              </p:spPr>
              <p:txBody>
                <a:bodyPr wrap="square">
                  <a:spAutoFit/>
                </a:bodyPr>
                <a:lstStyle/>
                <a:p>
                  <a:pPr>
                    <a:lnSpc>
                      <a:spcPts val="18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過去からの変化は</a:t>
                  </a:r>
                  <a:r>
                    <a:rPr kumimoji="1" lang="ja-JP" altLang="en-US" sz="1200">
                      <a:solidFill>
                        <a:srgbClr val="9564B1">
                          <a:alpha val="90000"/>
                        </a:srgbClr>
                      </a:solidFill>
                      <a:latin typeface="源ノ角ゴシック JP" panose="020B0500000000000000" pitchFamily="34" charset="-128"/>
                      <a:ea typeface="源ノ角ゴシック JP" panose="020B0500000000000000" pitchFamily="34" charset="-128"/>
                    </a:rPr>
                    <a:t>「→」</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と評価する</a:t>
                  </a:r>
                </a:p>
              </p:txBody>
            </p:sp>
            <p:sp>
              <p:nvSpPr>
                <p:cNvPr id="21" name="テキスト ボックス 20">
                  <a:extLst>
                    <a:ext uri="{FF2B5EF4-FFF2-40B4-BE49-F238E27FC236}">
                      <a16:creationId xmlns:a16="http://schemas.microsoft.com/office/drawing/2014/main" id="{AFB53878-C2EB-AB24-41B2-A3DF052DE3C1}"/>
                    </a:ext>
                  </a:extLst>
                </p:cNvPr>
                <p:cNvSpPr txBox="1"/>
                <p:nvPr/>
              </p:nvSpPr>
              <p:spPr>
                <a:xfrm>
                  <a:off x="4972599" y="5897433"/>
                  <a:ext cx="3611330" cy="302199"/>
                </a:xfrm>
                <a:prstGeom prst="rect">
                  <a:avLst/>
                </a:prstGeom>
                <a:noFill/>
              </p:spPr>
              <p:txBody>
                <a:bodyPr wrap="square">
                  <a:spAutoFit/>
                </a:bodyPr>
                <a:lstStyle/>
                <a:p>
                  <a:pPr>
                    <a:lnSpc>
                      <a:spcPts val="18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過去時点（</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2010</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年</a:t>
                  </a:r>
                  <a:r>
                    <a:rPr kumimoji="1" lang="ja-JP" altLang="en"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での該当者の割合：</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19.5% </a:t>
                  </a:r>
                  <a:r>
                    <a:rPr kumimoji="1" lang="en-US" altLang="ja-JP" sz="10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[1] </a:t>
                  </a:r>
                  <a:endParaRPr kumimoji="1" lang="ja-JP" altLang="en-US" sz="1000">
                    <a:solidFill>
                      <a:schemeClr val="tx1">
                        <a:lumMod val="50000"/>
                        <a:lumOff val="50000"/>
                      </a:schemeClr>
                    </a:solidFill>
                    <a:latin typeface="源ノ角ゴシック JP" panose="020B0500000000000000" pitchFamily="34" charset="-128"/>
                    <a:ea typeface="源ノ角ゴシック JP" panose="020B0500000000000000" pitchFamily="34" charset="-128"/>
                  </a:endParaRPr>
                </a:p>
              </p:txBody>
            </p:sp>
          </p:grpSp>
          <p:grpSp>
            <p:nvGrpSpPr>
              <p:cNvPr id="30" name="グループ化 29">
                <a:extLst>
                  <a:ext uri="{FF2B5EF4-FFF2-40B4-BE49-F238E27FC236}">
                    <a16:creationId xmlns:a16="http://schemas.microsoft.com/office/drawing/2014/main" id="{DB5F7BB8-7071-97C7-CC3B-82EE8D65F9E4}"/>
                  </a:ext>
                </a:extLst>
              </p:cNvPr>
              <p:cNvGrpSpPr/>
              <p:nvPr/>
            </p:nvGrpSpPr>
            <p:grpSpPr>
              <a:xfrm>
                <a:off x="6771533" y="1277140"/>
                <a:ext cx="2875527" cy="786512"/>
                <a:chOff x="6550305" y="2543149"/>
                <a:chExt cx="2875527" cy="786512"/>
              </a:xfrm>
            </p:grpSpPr>
            <p:pic>
              <p:nvPicPr>
                <p:cNvPr id="23" name="図 22">
                  <a:extLst>
                    <a:ext uri="{FF2B5EF4-FFF2-40B4-BE49-F238E27FC236}">
                      <a16:creationId xmlns:a16="http://schemas.microsoft.com/office/drawing/2014/main" id="{7E549646-971E-B347-A415-6F6FBE1CC5B9}"/>
                    </a:ext>
                  </a:extLst>
                </p:cNvPr>
                <p:cNvPicPr>
                  <a:picLocks noChangeAspect="1"/>
                </p:cNvPicPr>
                <p:nvPr/>
              </p:nvPicPr>
              <p:blipFill>
                <a:blip r:embed="rId3"/>
                <a:srcRect t="3391" r="687" b="2798"/>
                <a:stretch>
                  <a:fillRect/>
                </a:stretch>
              </p:blipFill>
              <p:spPr>
                <a:xfrm>
                  <a:off x="6550305" y="2543149"/>
                  <a:ext cx="2812443" cy="786512"/>
                </a:xfrm>
                <a:prstGeom prst="rect">
                  <a:avLst/>
                </a:prstGeom>
                <a:effectLst>
                  <a:glow rad="12700">
                    <a:schemeClr val="tx1">
                      <a:lumMod val="50000"/>
                      <a:lumOff val="50000"/>
                    </a:schemeClr>
                  </a:glow>
                </a:effectLst>
              </p:spPr>
            </p:pic>
            <p:sp>
              <p:nvSpPr>
                <p:cNvPr id="24" name="円/楕円 23">
                  <a:extLst>
                    <a:ext uri="{FF2B5EF4-FFF2-40B4-BE49-F238E27FC236}">
                      <a16:creationId xmlns:a16="http://schemas.microsoft.com/office/drawing/2014/main" id="{5BE0DE37-CA28-2A0C-8232-BD4DEBE8F435}"/>
                    </a:ext>
                  </a:extLst>
                </p:cNvPr>
                <p:cNvSpPr/>
                <p:nvPr/>
              </p:nvSpPr>
              <p:spPr>
                <a:xfrm>
                  <a:off x="8857867" y="2599645"/>
                  <a:ext cx="567965" cy="224883"/>
                </a:xfrm>
                <a:prstGeom prst="ellipse">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31" name="図 30">
                <a:extLst>
                  <a:ext uri="{FF2B5EF4-FFF2-40B4-BE49-F238E27FC236}">
                    <a16:creationId xmlns:a16="http://schemas.microsoft.com/office/drawing/2014/main" id="{A3880F2D-5D78-FDDD-5DAD-BA7F0713EBA2}"/>
                  </a:ext>
                </a:extLst>
              </p:cNvPr>
              <p:cNvPicPr>
                <a:picLocks noChangeAspect="1"/>
              </p:cNvPicPr>
              <p:nvPr/>
            </p:nvPicPr>
            <p:blipFill>
              <a:blip r:embed="rId4"/>
              <a:srcRect l="3420" t="3471" r="5515" b="4067"/>
              <a:stretch>
                <a:fillRect/>
              </a:stretch>
            </p:blipFill>
            <p:spPr>
              <a:xfrm>
                <a:off x="6745415" y="2484413"/>
                <a:ext cx="2810958" cy="1918302"/>
              </a:xfrm>
              <a:prstGeom prst="rect">
                <a:avLst/>
              </a:prstGeom>
              <a:effectLst>
                <a:glow rad="12700">
                  <a:schemeClr val="tx1">
                    <a:lumMod val="50000"/>
                    <a:lumOff val="50000"/>
                  </a:schemeClr>
                </a:glow>
              </a:effectLst>
            </p:spPr>
          </p:pic>
          <p:pic>
            <p:nvPicPr>
              <p:cNvPr id="35" name="図 34">
                <a:extLst>
                  <a:ext uri="{FF2B5EF4-FFF2-40B4-BE49-F238E27FC236}">
                    <a16:creationId xmlns:a16="http://schemas.microsoft.com/office/drawing/2014/main" id="{4F2B4A58-F794-95E6-4AF2-27E39BB7D1AF}"/>
                  </a:ext>
                </a:extLst>
              </p:cNvPr>
              <p:cNvPicPr>
                <a:picLocks noChangeAspect="1"/>
              </p:cNvPicPr>
              <p:nvPr/>
            </p:nvPicPr>
            <p:blipFill>
              <a:blip r:embed="rId5"/>
              <a:srcRect l="3918" t="3443" r="3918" b="5538"/>
              <a:stretch>
                <a:fillRect/>
              </a:stretch>
            </p:blipFill>
            <p:spPr>
              <a:xfrm>
                <a:off x="6745415" y="4699118"/>
                <a:ext cx="2810958" cy="1717093"/>
              </a:xfrm>
              <a:prstGeom prst="rect">
                <a:avLst/>
              </a:prstGeom>
              <a:effectLst>
                <a:glow rad="12700">
                  <a:schemeClr val="tx1">
                    <a:lumMod val="50000"/>
                    <a:lumOff val="50000"/>
                  </a:schemeClr>
                </a:glow>
              </a:effectLst>
            </p:spPr>
          </p:pic>
        </p:grpSp>
        <p:sp>
          <p:nvSpPr>
            <p:cNvPr id="38" name="テキスト ボックス 37">
              <a:extLst>
                <a:ext uri="{FF2B5EF4-FFF2-40B4-BE49-F238E27FC236}">
                  <a16:creationId xmlns:a16="http://schemas.microsoft.com/office/drawing/2014/main" id="{1B8F7937-F094-2013-71AE-6E20566C74EE}"/>
                </a:ext>
              </a:extLst>
            </p:cNvPr>
            <p:cNvSpPr txBox="1"/>
            <p:nvPr/>
          </p:nvSpPr>
          <p:spPr>
            <a:xfrm>
              <a:off x="6662598" y="2080288"/>
              <a:ext cx="3042576" cy="215444"/>
            </a:xfrm>
            <a:prstGeom prst="rect">
              <a:avLst/>
            </a:prstGeom>
            <a:noFill/>
          </p:spPr>
          <p:txBody>
            <a:bodyPr wrap="square">
              <a:spAutoFit/>
            </a:bodyPr>
            <a:lstStyle/>
            <a:p>
              <a:r>
                <a:rPr kumimoji="1" lang="en-US" altLang="ja-JP" sz="800" b="0" i="0" u="none" strike="noStrike" kern="1200" cap="none" spc="20" normalizeH="0" baseline="0" noProof="0" dirty="0">
                  <a:ln>
                    <a:noFill/>
                  </a:ln>
                  <a:solidFill>
                    <a:prstClr val="black">
                      <a:lumMod val="50000"/>
                      <a:lumOff val="50000"/>
                      <a:alpha val="90000"/>
                    </a:prstClr>
                  </a:solidFill>
                  <a:effectLst/>
                  <a:uLnTx/>
                  <a:uFillTx/>
                  <a:latin typeface="源ノ角ゴシック JP" panose="020B0500000000000000" pitchFamily="34" charset="-128"/>
                  <a:ea typeface="源ノ角ゴシック JP" panose="020B0500000000000000" pitchFamily="34" charset="-128"/>
                  <a:cs typeface="+mn-cs"/>
                </a:rPr>
                <a:t>[2] </a:t>
              </a:r>
              <a:r>
                <a:rPr kumimoji="1" lang="ja-JP" altLang="en-US" sz="800" b="0" i="0" u="none" strike="noStrike" kern="1200" cap="none" spc="20" normalizeH="0" baseline="0" noProof="0">
                  <a:ln>
                    <a:noFill/>
                  </a:ln>
                  <a:solidFill>
                    <a:prstClr val="black">
                      <a:lumMod val="50000"/>
                      <a:lumOff val="50000"/>
                      <a:alpha val="90000"/>
                    </a:prstClr>
                  </a:solidFill>
                  <a:effectLst/>
                  <a:uLnTx/>
                  <a:uFillTx/>
                  <a:latin typeface="源ノ角ゴシック JP" panose="020B0500000000000000" pitchFamily="34" charset="-128"/>
                  <a:ea typeface="源ノ角ゴシック JP" panose="020B0500000000000000" pitchFamily="34" charset="-128"/>
                  <a:cs typeface="+mn-cs"/>
                </a:rPr>
                <a:t>厚生労働省「令和</a:t>
              </a:r>
              <a:r>
                <a:rPr kumimoji="1" lang="en-US" altLang="ja-JP" sz="800" b="0" i="0" u="none" strike="noStrike" kern="1200" cap="none" spc="20" normalizeH="0" baseline="0" noProof="0" dirty="0">
                  <a:ln>
                    <a:noFill/>
                  </a:ln>
                  <a:solidFill>
                    <a:prstClr val="black">
                      <a:lumMod val="50000"/>
                      <a:lumOff val="50000"/>
                      <a:alpha val="90000"/>
                    </a:prstClr>
                  </a:solidFill>
                  <a:effectLst/>
                  <a:uLnTx/>
                  <a:uFillTx/>
                  <a:latin typeface="源ノ角ゴシック JP" panose="020B0500000000000000" pitchFamily="34" charset="-128"/>
                  <a:ea typeface="源ノ角ゴシック JP" panose="020B0500000000000000" pitchFamily="34" charset="-128"/>
                  <a:cs typeface="+mn-cs"/>
                </a:rPr>
                <a:t>6</a:t>
              </a:r>
              <a:r>
                <a:rPr kumimoji="1" lang="ja-JP" altLang="en-US" sz="800" b="0" i="0" u="none" strike="noStrike" kern="1200" cap="none" spc="20" normalizeH="0" baseline="0" noProof="0">
                  <a:ln>
                    <a:noFill/>
                  </a:ln>
                  <a:solidFill>
                    <a:prstClr val="black">
                      <a:lumMod val="50000"/>
                      <a:lumOff val="50000"/>
                      <a:alpha val="90000"/>
                    </a:prstClr>
                  </a:solidFill>
                  <a:effectLst/>
                  <a:uLnTx/>
                  <a:uFillTx/>
                  <a:latin typeface="源ノ角ゴシック JP" panose="020B0500000000000000" pitchFamily="34" charset="-128"/>
                  <a:ea typeface="源ノ角ゴシック JP" panose="020B0500000000000000" pitchFamily="34" charset="-128"/>
                  <a:cs typeface="+mn-cs"/>
                </a:rPr>
                <a:t>年国民健康・栄養調査報告」（</a:t>
              </a:r>
              <a:r>
                <a:rPr kumimoji="1" lang="en-US" altLang="ja-JP" sz="800" b="0" i="0" u="none" strike="noStrike" kern="1200" cap="none" spc="20" normalizeH="0" baseline="0" noProof="0" dirty="0">
                  <a:ln>
                    <a:noFill/>
                  </a:ln>
                  <a:solidFill>
                    <a:prstClr val="black">
                      <a:lumMod val="50000"/>
                      <a:lumOff val="50000"/>
                      <a:alpha val="90000"/>
                    </a:prstClr>
                  </a:solidFill>
                  <a:effectLst/>
                  <a:uLnTx/>
                  <a:uFillTx/>
                  <a:latin typeface="源ノ角ゴシック JP" panose="020B0500000000000000" pitchFamily="34" charset="-128"/>
                  <a:ea typeface="源ノ角ゴシック JP" panose="020B0500000000000000" pitchFamily="34" charset="-128"/>
                  <a:cs typeface="+mn-cs"/>
                </a:rPr>
                <a:t>2026</a:t>
              </a:r>
              <a:r>
                <a:rPr kumimoji="1" lang="ja-JP" altLang="en-US" sz="800" spc="20">
                  <a:solidFill>
                    <a:prstClr val="black">
                      <a:lumMod val="50000"/>
                      <a:lumOff val="50000"/>
                      <a:alpha val="90000"/>
                    </a:prstClr>
                  </a:solidFill>
                  <a:latin typeface="源ノ角ゴシック JP" panose="020B0500000000000000" pitchFamily="34" charset="-128"/>
                  <a:ea typeface="源ノ角ゴシック JP" panose="020B0500000000000000" pitchFamily="34" charset="-128"/>
                </a:rPr>
                <a:t>）</a:t>
              </a:r>
              <a:endParaRPr lang="ja-JP" altLang="en-US"/>
            </a:p>
          </p:txBody>
        </p:sp>
      </p:grpSp>
    </p:spTree>
    <p:extLst>
      <p:ext uri="{BB962C8B-B14F-4D97-AF65-F5344CB8AC3E}">
        <p14:creationId xmlns:p14="http://schemas.microsoft.com/office/powerpoint/2010/main" val="14385084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ED894-C3A6-C913-6054-D5E95945D74F}"/>
            </a:ext>
          </a:extLst>
        </p:cNvPr>
        <p:cNvGrpSpPr/>
        <p:nvPr/>
      </p:nvGrpSpPr>
      <p:grpSpPr>
        <a:xfrm>
          <a:off x="0" y="0"/>
          <a:ext cx="0" cy="0"/>
          <a:chOff x="0" y="0"/>
          <a:chExt cx="0" cy="0"/>
        </a:xfrm>
      </p:grpSpPr>
      <p:grpSp>
        <p:nvGrpSpPr>
          <p:cNvPr id="22" name="グループ化 21">
            <a:extLst>
              <a:ext uri="{FF2B5EF4-FFF2-40B4-BE49-F238E27FC236}">
                <a16:creationId xmlns:a16="http://schemas.microsoft.com/office/drawing/2014/main" id="{C2A8CCEB-30C1-A3A9-0CED-56E072E43732}"/>
              </a:ext>
            </a:extLst>
          </p:cNvPr>
          <p:cNvGrpSpPr/>
          <p:nvPr/>
        </p:nvGrpSpPr>
        <p:grpSpPr>
          <a:xfrm>
            <a:off x="1352669" y="1130862"/>
            <a:ext cx="3949188" cy="1742578"/>
            <a:chOff x="780527" y="815945"/>
            <a:chExt cx="3949188" cy="1742578"/>
          </a:xfrm>
        </p:grpSpPr>
        <p:grpSp>
          <p:nvGrpSpPr>
            <p:cNvPr id="2" name="グループ化 1">
              <a:extLst>
                <a:ext uri="{FF2B5EF4-FFF2-40B4-BE49-F238E27FC236}">
                  <a16:creationId xmlns:a16="http://schemas.microsoft.com/office/drawing/2014/main" id="{4F3AB9AC-FC27-9A39-CBD2-C0EAD04D1D50}"/>
                </a:ext>
              </a:extLst>
            </p:cNvPr>
            <p:cNvGrpSpPr/>
            <p:nvPr/>
          </p:nvGrpSpPr>
          <p:grpSpPr>
            <a:xfrm>
              <a:off x="867672" y="1153711"/>
              <a:ext cx="3862043" cy="1404812"/>
              <a:chOff x="4699999" y="1333172"/>
              <a:chExt cx="3862043" cy="1404812"/>
            </a:xfrm>
          </p:grpSpPr>
          <p:sp>
            <p:nvSpPr>
              <p:cNvPr id="3" name="角丸四角形 2">
                <a:extLst>
                  <a:ext uri="{FF2B5EF4-FFF2-40B4-BE49-F238E27FC236}">
                    <a16:creationId xmlns:a16="http://schemas.microsoft.com/office/drawing/2014/main" id="{3E93BAB1-B33A-5470-D22A-5E9F27636749}"/>
                  </a:ext>
                </a:extLst>
              </p:cNvPr>
              <p:cNvSpPr/>
              <p:nvPr/>
            </p:nvSpPr>
            <p:spPr>
              <a:xfrm>
                <a:off x="4699999" y="1333172"/>
                <a:ext cx="3862043" cy="1404812"/>
              </a:xfrm>
              <a:prstGeom prst="roundRect">
                <a:avLst/>
              </a:prstGeom>
              <a:solidFill>
                <a:srgbClr val="F9F2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79EAA34C-179D-1E4A-D7D8-37675CB651D6}"/>
                  </a:ext>
                </a:extLst>
              </p:cNvPr>
              <p:cNvSpPr txBox="1"/>
              <p:nvPr/>
            </p:nvSpPr>
            <p:spPr>
              <a:xfrm>
                <a:off x="4774351" y="1436781"/>
                <a:ext cx="3741197" cy="1125693"/>
              </a:xfrm>
              <a:prstGeom prst="rect">
                <a:avLst/>
              </a:prstGeom>
              <a:noFill/>
            </p:spPr>
            <p:txBody>
              <a:bodyPr wrap="square">
                <a:spAutoFit/>
              </a:bodyPr>
              <a:lstStyle/>
              <a:p>
                <a:pPr>
                  <a:lnSpc>
                    <a:spcPts val="2780"/>
                  </a:lnSpc>
                  <a:defRPr/>
                </a:pP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・「栄養バランスを</a:t>
                </a:r>
                <a:r>
                  <a:rPr kumimoji="1" lang="ja-JP" altLang="en-US" sz="1500">
                    <a:solidFill>
                      <a:srgbClr val="599975"/>
                    </a:solidFill>
                    <a:latin typeface="源ノ角ゴシック JP" panose="020B0500000000000000" pitchFamily="34" charset="-128"/>
                    <a:ea typeface="源ノ角ゴシック JP" panose="020B0500000000000000" pitchFamily="34" charset="-128"/>
                  </a:rPr>
                  <a:t>調整したい</a:t>
                </a: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」ニーズ</a:t>
                </a:r>
                <a:endParaRPr kumimoji="1" lang="en-US" altLang="ja-JP" sz="150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780"/>
                  </a:lnSpc>
                  <a:defRPr/>
                </a:pP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・「エネルギーを</a:t>
                </a:r>
                <a:r>
                  <a:rPr kumimoji="1" lang="ja-JP" altLang="en-US" sz="150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」ニーズ</a:t>
                </a:r>
                <a:endParaRPr kumimoji="1" lang="en-US" altLang="ja-JP" sz="150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780"/>
                  </a:lnSpc>
                  <a:defRPr/>
                </a:pP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・「脂質を</a:t>
                </a:r>
                <a:r>
                  <a:rPr kumimoji="1" lang="ja-JP" altLang="en-US" sz="150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」ニーズ</a:t>
                </a:r>
                <a:endParaRPr kumimoji="1" lang="en-US" altLang="ja-JP" sz="15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sp>
          <p:nvSpPr>
            <p:cNvPr id="8" name="テキスト ボックス 7">
              <a:extLst>
                <a:ext uri="{FF2B5EF4-FFF2-40B4-BE49-F238E27FC236}">
                  <a16:creationId xmlns:a16="http://schemas.microsoft.com/office/drawing/2014/main" id="{0912175A-F35B-621B-70CB-7BFFE6C39996}"/>
                </a:ext>
              </a:extLst>
            </p:cNvPr>
            <p:cNvSpPr txBox="1"/>
            <p:nvPr/>
          </p:nvSpPr>
          <p:spPr>
            <a:xfrm>
              <a:off x="780527" y="815945"/>
              <a:ext cx="2586680" cy="348813"/>
            </a:xfrm>
            <a:prstGeom prst="rect">
              <a:avLst/>
            </a:prstGeom>
            <a:noFill/>
          </p:spPr>
          <p:txBody>
            <a:bodyPr wrap="square">
              <a:spAutoFit/>
            </a:bodyPr>
            <a:lstStyle/>
            <a:p>
              <a:pPr>
                <a:lnSpc>
                  <a:spcPts val="2020"/>
                </a:lnSpc>
                <a:defRPr/>
              </a:pPr>
              <a:r>
                <a:rPr kumimoji="1" lang="ja-JP" altLang="en-US" sz="1700" b="1" spc="40">
                  <a:solidFill>
                    <a:schemeClr val="bg2">
                      <a:lumMod val="25000"/>
                    </a:schemeClr>
                  </a:solidFill>
                  <a:latin typeface="源ノ角ゴシック JP" panose="020B0500000000000000" pitchFamily="34" charset="-128"/>
                  <a:ea typeface="源ノ角ゴシック JP" panose="020B0500000000000000" pitchFamily="34" charset="-128"/>
                </a:rPr>
                <a:t>注力すべき健康ニーズ</a:t>
              </a:r>
              <a:endParaRPr kumimoji="1" lang="en-US" altLang="ja-JP" sz="1700" b="1" spc="4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sp>
        <p:nvSpPr>
          <p:cNvPr id="25" name="テキスト ボックス 24">
            <a:extLst>
              <a:ext uri="{FF2B5EF4-FFF2-40B4-BE49-F238E27FC236}">
                <a16:creationId xmlns:a16="http://schemas.microsoft.com/office/drawing/2014/main" id="{12062FA4-7432-75EA-5673-977DE980E688}"/>
              </a:ext>
            </a:extLst>
          </p:cNvPr>
          <p:cNvSpPr txBox="1"/>
          <p:nvPr/>
        </p:nvSpPr>
        <p:spPr>
          <a:xfrm>
            <a:off x="223842" y="485067"/>
            <a:ext cx="937894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３つの健康ニーズに対するセブンイレブンの「対応」を２軸で評価する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26" name="グループ化 25">
            <a:extLst>
              <a:ext uri="{FF2B5EF4-FFF2-40B4-BE49-F238E27FC236}">
                <a16:creationId xmlns:a16="http://schemas.microsoft.com/office/drawing/2014/main" id="{A9320961-7F89-325F-7B0B-9F6E7FA7BD05}"/>
              </a:ext>
            </a:extLst>
          </p:cNvPr>
          <p:cNvGrpSpPr/>
          <p:nvPr/>
        </p:nvGrpSpPr>
        <p:grpSpPr>
          <a:xfrm>
            <a:off x="1261032" y="3178147"/>
            <a:ext cx="4692042" cy="1031745"/>
            <a:chOff x="332220" y="1333172"/>
            <a:chExt cx="4692042" cy="1031745"/>
          </a:xfrm>
        </p:grpSpPr>
        <p:sp>
          <p:nvSpPr>
            <p:cNvPr id="27" name="テキスト ボックス 26">
              <a:extLst>
                <a:ext uri="{FF2B5EF4-FFF2-40B4-BE49-F238E27FC236}">
                  <a16:creationId xmlns:a16="http://schemas.microsoft.com/office/drawing/2014/main" id="{E651C672-211C-99D4-4678-5D8A1B0E96F4}"/>
                </a:ext>
              </a:extLst>
            </p:cNvPr>
            <p:cNvSpPr txBox="1"/>
            <p:nvPr/>
          </p:nvSpPr>
          <p:spPr>
            <a:xfrm>
              <a:off x="332220" y="1333172"/>
              <a:ext cx="2220529" cy="348813"/>
            </a:xfrm>
            <a:prstGeom prst="rect">
              <a:avLst/>
            </a:prstGeom>
            <a:noFill/>
          </p:spPr>
          <p:txBody>
            <a:bodyPr wrap="square">
              <a:spAutoFit/>
            </a:bodyPr>
            <a:lstStyle/>
            <a:p>
              <a:pPr>
                <a:lnSpc>
                  <a:spcPts val="2020"/>
                </a:lnSpc>
                <a:defRPr/>
              </a:pPr>
              <a:r>
                <a:rPr kumimoji="1" lang="ja-JP" altLang="en-US" sz="1700" b="1" spc="40">
                  <a:solidFill>
                    <a:schemeClr val="bg2">
                      <a:lumMod val="25000"/>
                    </a:schemeClr>
                  </a:solidFill>
                  <a:latin typeface="源ノ角ゴシック JP" panose="020B0500000000000000" pitchFamily="34" charset="-128"/>
                  <a:ea typeface="源ノ角ゴシック JP" panose="020B0500000000000000" pitchFamily="34" charset="-128"/>
                </a:rPr>
                <a:t>「対応」の定義</a:t>
              </a:r>
              <a:endParaRPr kumimoji="1" lang="en-US" altLang="ja-JP" sz="1700" b="1" spc="4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sp>
          <p:nvSpPr>
            <p:cNvPr id="28" name="テキスト ボックス 27">
              <a:extLst>
                <a:ext uri="{FF2B5EF4-FFF2-40B4-BE49-F238E27FC236}">
                  <a16:creationId xmlns:a16="http://schemas.microsoft.com/office/drawing/2014/main" id="{E68268A1-F617-AE16-1AB0-051E847D166C}"/>
                </a:ext>
              </a:extLst>
            </p:cNvPr>
            <p:cNvSpPr txBox="1"/>
            <p:nvPr/>
          </p:nvSpPr>
          <p:spPr>
            <a:xfrm>
              <a:off x="453589" y="1685051"/>
              <a:ext cx="4570673" cy="679866"/>
            </a:xfrm>
            <a:prstGeom prst="rect">
              <a:avLst/>
            </a:prstGeom>
            <a:noFill/>
          </p:spPr>
          <p:txBody>
            <a:bodyPr wrap="square">
              <a:spAutoFit/>
            </a:bodyPr>
            <a:lstStyle/>
            <a:p>
              <a:pPr>
                <a:lnSpc>
                  <a:spcPts val="2380"/>
                </a:lnSpc>
                <a:defRPr/>
              </a:pPr>
              <a:r>
                <a:rPr kumimoji="1" lang="ja-JP" altLang="en-US" sz="1500" spc="40">
                  <a:solidFill>
                    <a:srgbClr val="DCD8DC">
                      <a:lumMod val="25000"/>
                    </a:srgbClr>
                  </a:solidFill>
                  <a:latin typeface="源ノ角ゴシック JP" panose="020B0500000000000000" pitchFamily="34" charset="-128"/>
                  <a:ea typeface="源ノ角ゴシック JP" panose="020B0500000000000000" pitchFamily="34" charset="-128"/>
                </a:rPr>
                <a:t>上記それぞれのニーズを満たすことができる</a:t>
              </a:r>
              <a:endParaRPr kumimoji="1" lang="en-US" altLang="ja-JP" sz="1500" spc="4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380"/>
                </a:lnSpc>
                <a:defRPr/>
              </a:pPr>
              <a:r>
                <a:rPr kumimoji="1" lang="ja-JP" altLang="en-US" sz="1500" u="sng" spc="40">
                  <a:solidFill>
                    <a:srgbClr val="DCD8DC">
                      <a:lumMod val="25000"/>
                    </a:srgbClr>
                  </a:solidFill>
                  <a:latin typeface="源ノ角ゴシック JP" panose="020B0500000000000000" pitchFamily="34" charset="-128"/>
                  <a:ea typeface="源ノ角ゴシック JP" panose="020B0500000000000000" pitchFamily="34" charset="-128"/>
                </a:rPr>
                <a:t>コンビニオリジナル商品</a:t>
              </a:r>
              <a:r>
                <a:rPr kumimoji="1" lang="ja-JP" altLang="en-US" sz="1500" spc="40">
                  <a:solidFill>
                    <a:srgbClr val="DCD8DC">
                      <a:lumMod val="25000"/>
                    </a:srgbClr>
                  </a:solidFill>
                  <a:latin typeface="源ノ角ゴシック JP" panose="020B0500000000000000" pitchFamily="34" charset="-128"/>
                  <a:ea typeface="源ノ角ゴシック JP" panose="020B0500000000000000" pitchFamily="34" charset="-128"/>
                </a:rPr>
                <a:t>を新たに発売すること</a:t>
              </a:r>
              <a:endParaRPr kumimoji="1" lang="en-US" altLang="ja-JP" sz="1500" spc="4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nvGrpSpPr>
          <p:cNvPr id="30" name="グループ化 29">
            <a:extLst>
              <a:ext uri="{FF2B5EF4-FFF2-40B4-BE49-F238E27FC236}">
                <a16:creationId xmlns:a16="http://schemas.microsoft.com/office/drawing/2014/main" id="{44231038-437B-9BF1-F3E7-9517221DA945}"/>
              </a:ext>
            </a:extLst>
          </p:cNvPr>
          <p:cNvGrpSpPr/>
          <p:nvPr/>
        </p:nvGrpSpPr>
        <p:grpSpPr>
          <a:xfrm>
            <a:off x="6096000" y="3178147"/>
            <a:ext cx="3756435" cy="1031745"/>
            <a:chOff x="5724757" y="3526738"/>
            <a:chExt cx="3756435" cy="1031745"/>
          </a:xfrm>
        </p:grpSpPr>
        <p:grpSp>
          <p:nvGrpSpPr>
            <p:cNvPr id="21" name="グループ化 20">
              <a:extLst>
                <a:ext uri="{FF2B5EF4-FFF2-40B4-BE49-F238E27FC236}">
                  <a16:creationId xmlns:a16="http://schemas.microsoft.com/office/drawing/2014/main" id="{47ACD57A-55EA-4D16-51BB-70163D658D76}"/>
                </a:ext>
              </a:extLst>
            </p:cNvPr>
            <p:cNvGrpSpPr/>
            <p:nvPr/>
          </p:nvGrpSpPr>
          <p:grpSpPr>
            <a:xfrm>
              <a:off x="5740959" y="3888946"/>
              <a:ext cx="2231712" cy="669537"/>
              <a:chOff x="1405799" y="3018504"/>
              <a:chExt cx="2231712" cy="669537"/>
            </a:xfrm>
          </p:grpSpPr>
          <p:sp>
            <p:nvSpPr>
              <p:cNvPr id="16" name="テキスト ボックス 15">
                <a:extLst>
                  <a:ext uri="{FF2B5EF4-FFF2-40B4-BE49-F238E27FC236}">
                    <a16:creationId xmlns:a16="http://schemas.microsoft.com/office/drawing/2014/main" id="{F5B1F3ED-3A59-3844-7EEA-C053CF957BDF}"/>
                  </a:ext>
                </a:extLst>
              </p:cNvPr>
              <p:cNvSpPr txBox="1"/>
              <p:nvPr/>
            </p:nvSpPr>
            <p:spPr>
              <a:xfrm>
                <a:off x="1405799" y="3018504"/>
                <a:ext cx="2231712" cy="343235"/>
              </a:xfrm>
              <a:prstGeom prst="rect">
                <a:avLst/>
              </a:prstGeom>
              <a:noFill/>
            </p:spPr>
            <p:txBody>
              <a:bodyPr wrap="square">
                <a:spAutoFit/>
              </a:bodyPr>
              <a:lstStyle/>
              <a:p>
                <a:pPr>
                  <a:lnSpc>
                    <a:spcPts val="2080"/>
                  </a:lnSpc>
                  <a:defRPr/>
                </a:pP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・「対応」の実施量</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7" name="テキスト ボックス 16">
                <a:extLst>
                  <a:ext uri="{FF2B5EF4-FFF2-40B4-BE49-F238E27FC236}">
                    <a16:creationId xmlns:a16="http://schemas.microsoft.com/office/drawing/2014/main" id="{E9EE6BD3-01FF-6A6A-AF54-1D216920427E}"/>
                  </a:ext>
                </a:extLst>
              </p:cNvPr>
              <p:cNvSpPr txBox="1"/>
              <p:nvPr/>
            </p:nvSpPr>
            <p:spPr>
              <a:xfrm>
                <a:off x="1405799" y="3344806"/>
                <a:ext cx="2231712" cy="343235"/>
              </a:xfrm>
              <a:prstGeom prst="rect">
                <a:avLst/>
              </a:prstGeom>
              <a:noFill/>
            </p:spPr>
            <p:txBody>
              <a:bodyPr wrap="square">
                <a:spAutoFit/>
              </a:bodyPr>
              <a:lstStyle/>
              <a:p>
                <a:pPr>
                  <a:lnSpc>
                    <a:spcPts val="2080"/>
                  </a:lnSpc>
                  <a:defRPr/>
                </a:pP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・「対応」の適切さ</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sp>
          <p:nvSpPr>
            <p:cNvPr id="29" name="テキスト ボックス 28">
              <a:extLst>
                <a:ext uri="{FF2B5EF4-FFF2-40B4-BE49-F238E27FC236}">
                  <a16:creationId xmlns:a16="http://schemas.microsoft.com/office/drawing/2014/main" id="{123F45C0-284E-1FC6-A2C2-857210287289}"/>
                </a:ext>
              </a:extLst>
            </p:cNvPr>
            <p:cNvSpPr txBox="1"/>
            <p:nvPr/>
          </p:nvSpPr>
          <p:spPr>
            <a:xfrm>
              <a:off x="5724757" y="3526738"/>
              <a:ext cx="3756435" cy="348813"/>
            </a:xfrm>
            <a:prstGeom prst="rect">
              <a:avLst/>
            </a:prstGeom>
            <a:noFill/>
          </p:spPr>
          <p:txBody>
            <a:bodyPr wrap="square">
              <a:spAutoFit/>
            </a:bodyPr>
            <a:lstStyle/>
            <a:p>
              <a:pPr>
                <a:lnSpc>
                  <a:spcPts val="2020"/>
                </a:lnSpc>
                <a:defRPr/>
              </a:pPr>
              <a:r>
                <a:rPr kumimoji="1" lang="ja-JP" altLang="en-US" sz="1700" b="1" spc="40">
                  <a:solidFill>
                    <a:schemeClr val="bg2">
                      <a:lumMod val="25000"/>
                    </a:schemeClr>
                  </a:solidFill>
                  <a:latin typeface="源ノ角ゴシック JP" panose="020B0500000000000000" pitchFamily="34" charset="-128"/>
                  <a:ea typeface="源ノ角ゴシック JP" panose="020B0500000000000000" pitchFamily="34" charset="-128"/>
                </a:rPr>
                <a:t>２軸を用いた評価</a:t>
              </a:r>
              <a:endParaRPr kumimoji="1" lang="en-US" altLang="ja-JP" sz="1700" b="1" spc="4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grpSp>
        <p:nvGrpSpPr>
          <p:cNvPr id="6" name="グループ化 5">
            <a:extLst>
              <a:ext uri="{FF2B5EF4-FFF2-40B4-BE49-F238E27FC236}">
                <a16:creationId xmlns:a16="http://schemas.microsoft.com/office/drawing/2014/main" id="{85165854-FDE6-4595-B1CD-A239E9050C2D}"/>
              </a:ext>
            </a:extLst>
          </p:cNvPr>
          <p:cNvGrpSpPr/>
          <p:nvPr/>
        </p:nvGrpSpPr>
        <p:grpSpPr>
          <a:xfrm>
            <a:off x="6096000" y="1130862"/>
            <a:ext cx="4036481" cy="1698400"/>
            <a:chOff x="5356901" y="1091065"/>
            <a:chExt cx="4036481" cy="1698400"/>
          </a:xfrm>
        </p:grpSpPr>
        <p:grpSp>
          <p:nvGrpSpPr>
            <p:cNvPr id="23" name="グループ化 22">
              <a:extLst>
                <a:ext uri="{FF2B5EF4-FFF2-40B4-BE49-F238E27FC236}">
                  <a16:creationId xmlns:a16="http://schemas.microsoft.com/office/drawing/2014/main" id="{B7D0F33D-6A4E-2132-A152-8CE824980E97}"/>
                </a:ext>
              </a:extLst>
            </p:cNvPr>
            <p:cNvGrpSpPr/>
            <p:nvPr/>
          </p:nvGrpSpPr>
          <p:grpSpPr>
            <a:xfrm>
              <a:off x="5370948" y="1440550"/>
              <a:ext cx="2220529" cy="1348915"/>
              <a:chOff x="5060174" y="757462"/>
              <a:chExt cx="2220529" cy="1348915"/>
            </a:xfrm>
          </p:grpSpPr>
          <p:sp>
            <p:nvSpPr>
              <p:cNvPr id="9" name="テキスト ボックス 8">
                <a:extLst>
                  <a:ext uri="{FF2B5EF4-FFF2-40B4-BE49-F238E27FC236}">
                    <a16:creationId xmlns:a16="http://schemas.microsoft.com/office/drawing/2014/main" id="{26FB4272-A04A-11A2-8E01-F533F9135852}"/>
                  </a:ext>
                </a:extLst>
              </p:cNvPr>
              <p:cNvSpPr txBox="1"/>
              <p:nvPr/>
            </p:nvSpPr>
            <p:spPr>
              <a:xfrm>
                <a:off x="5060174" y="757462"/>
                <a:ext cx="2220529" cy="333617"/>
              </a:xfrm>
              <a:prstGeom prst="rect">
                <a:avLst/>
              </a:prstGeom>
              <a:noFill/>
            </p:spPr>
            <p:txBody>
              <a:bodyPr wrap="square">
                <a:spAutoFit/>
              </a:bodyPr>
              <a:lstStyle/>
              <a:p>
                <a:pPr>
                  <a:lnSpc>
                    <a:spcPts val="2020"/>
                  </a:lnSpc>
                  <a:defRPr/>
                </a:pPr>
                <a:r>
                  <a:rPr kumimoji="1" lang="ja-JP" altLang="en-US" sz="1600" spc="40">
                    <a:solidFill>
                      <a:schemeClr val="bg2">
                        <a:lumMod val="25000"/>
                      </a:schemeClr>
                    </a:solidFill>
                    <a:latin typeface="源ノ角ゴシック JP" panose="020B0500000000000000" pitchFamily="34" charset="-128"/>
                    <a:ea typeface="源ノ角ゴシック JP" panose="020B0500000000000000" pitchFamily="34" charset="-128"/>
                  </a:rPr>
                  <a:t>比較対象</a:t>
                </a:r>
                <a:endParaRPr kumimoji="1" lang="en-US" altLang="ja-JP" sz="1600" spc="4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nvGrpSpPr>
              <p:cNvPr id="14" name="グループ化 13">
                <a:extLst>
                  <a:ext uri="{FF2B5EF4-FFF2-40B4-BE49-F238E27FC236}">
                    <a16:creationId xmlns:a16="http://schemas.microsoft.com/office/drawing/2014/main" id="{94E8617D-5FF7-542C-7069-3215F023D6E8}"/>
                  </a:ext>
                </a:extLst>
              </p:cNvPr>
              <p:cNvGrpSpPr/>
              <p:nvPr/>
            </p:nvGrpSpPr>
            <p:grpSpPr>
              <a:xfrm>
                <a:off x="5143112" y="1103774"/>
                <a:ext cx="2137591" cy="1002603"/>
                <a:chOff x="5005691" y="1101889"/>
                <a:chExt cx="2137591" cy="1002603"/>
              </a:xfrm>
            </p:grpSpPr>
            <p:sp>
              <p:nvSpPr>
                <p:cNvPr id="13" name="角丸四角形 12">
                  <a:extLst>
                    <a:ext uri="{FF2B5EF4-FFF2-40B4-BE49-F238E27FC236}">
                      <a16:creationId xmlns:a16="http://schemas.microsoft.com/office/drawing/2014/main" id="{8F2F86A2-A677-C37E-BB2F-F3EED9B7FFD5}"/>
                    </a:ext>
                  </a:extLst>
                </p:cNvPr>
                <p:cNvSpPr/>
                <p:nvPr/>
              </p:nvSpPr>
              <p:spPr>
                <a:xfrm>
                  <a:off x="5005691" y="1101889"/>
                  <a:ext cx="2137591" cy="1002603"/>
                </a:xfrm>
                <a:prstGeom prst="roundRect">
                  <a:avLst/>
                </a:prstGeom>
                <a:solidFill>
                  <a:schemeClr val="bg1">
                    <a:lumMod val="8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DF7F7544-0FFB-8D99-21BA-AAEB8A5E56BC}"/>
                    </a:ext>
                  </a:extLst>
                </p:cNvPr>
                <p:cNvSpPr txBox="1"/>
                <p:nvPr/>
              </p:nvSpPr>
              <p:spPr>
                <a:xfrm>
                  <a:off x="5085178" y="1184607"/>
                  <a:ext cx="1916624" cy="766620"/>
                </a:xfrm>
                <a:prstGeom prst="rect">
                  <a:avLst/>
                </a:prstGeom>
                <a:noFill/>
              </p:spPr>
              <p:txBody>
                <a:bodyPr wrap="square">
                  <a:spAutoFit/>
                </a:bodyPr>
                <a:lstStyle/>
                <a:p>
                  <a:pPr>
                    <a:lnSpc>
                      <a:spcPts val="2780"/>
                    </a:lnSpc>
                    <a:defRPr/>
                  </a:pP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・ローソン</a:t>
                  </a:r>
                  <a:endParaRPr kumimoji="1" lang="en-US" altLang="ja-JP" sz="150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780"/>
                    </a:lnSpc>
                    <a:defRPr/>
                  </a:pP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・ファミリーマート</a:t>
                  </a:r>
                  <a:endParaRPr kumimoji="1" lang="en-US" altLang="ja-JP" sz="15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sp>
          <p:nvSpPr>
            <p:cNvPr id="4" name="テキスト ボックス 3">
              <a:extLst>
                <a:ext uri="{FF2B5EF4-FFF2-40B4-BE49-F238E27FC236}">
                  <a16:creationId xmlns:a16="http://schemas.microsoft.com/office/drawing/2014/main" id="{779DA406-B7C4-87B7-019E-F61696B3CC9F}"/>
                </a:ext>
              </a:extLst>
            </p:cNvPr>
            <p:cNvSpPr txBox="1"/>
            <p:nvPr/>
          </p:nvSpPr>
          <p:spPr>
            <a:xfrm>
              <a:off x="5356901" y="1091065"/>
              <a:ext cx="4036481" cy="348813"/>
            </a:xfrm>
            <a:prstGeom prst="rect">
              <a:avLst/>
            </a:prstGeom>
            <a:noFill/>
          </p:spPr>
          <p:txBody>
            <a:bodyPr wrap="square">
              <a:spAutoFit/>
            </a:bodyPr>
            <a:lstStyle/>
            <a:p>
              <a:pPr>
                <a:lnSpc>
                  <a:spcPts val="2020"/>
                </a:lnSpc>
                <a:defRPr/>
              </a:pPr>
              <a:r>
                <a:rPr kumimoji="1" lang="ja-JP" altLang="en-US" sz="1700" b="1" spc="40">
                  <a:solidFill>
                    <a:schemeClr val="bg2">
                      <a:lumMod val="25000"/>
                    </a:schemeClr>
                  </a:solidFill>
                  <a:latin typeface="源ノ角ゴシック JP" panose="020B0500000000000000" pitchFamily="34" charset="-128"/>
                  <a:ea typeface="源ノ角ゴシック JP" panose="020B0500000000000000" pitchFamily="34" charset="-128"/>
                </a:rPr>
                <a:t>セブンイレブンの「対応」を評価</a:t>
              </a:r>
              <a:endParaRPr kumimoji="1" lang="en-US" altLang="ja-JP" sz="1700" b="1" spc="4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grpSp>
        <p:nvGrpSpPr>
          <p:cNvPr id="31" name="グループ化 30">
            <a:extLst>
              <a:ext uri="{FF2B5EF4-FFF2-40B4-BE49-F238E27FC236}">
                <a16:creationId xmlns:a16="http://schemas.microsoft.com/office/drawing/2014/main" id="{28A42AE9-8196-0C81-0201-6E0202100F67}"/>
              </a:ext>
            </a:extLst>
          </p:cNvPr>
          <p:cNvGrpSpPr/>
          <p:nvPr/>
        </p:nvGrpSpPr>
        <p:grpSpPr>
          <a:xfrm>
            <a:off x="1352669" y="4514600"/>
            <a:ext cx="9486662" cy="1913080"/>
            <a:chOff x="1230210" y="4476192"/>
            <a:chExt cx="9486662" cy="1913080"/>
          </a:xfrm>
        </p:grpSpPr>
        <p:sp>
          <p:nvSpPr>
            <p:cNvPr id="18" name="テキスト ボックス 17">
              <a:extLst>
                <a:ext uri="{FF2B5EF4-FFF2-40B4-BE49-F238E27FC236}">
                  <a16:creationId xmlns:a16="http://schemas.microsoft.com/office/drawing/2014/main" id="{FE6C6C62-DF61-E4F2-E852-9F1412947C32}"/>
                </a:ext>
              </a:extLst>
            </p:cNvPr>
            <p:cNvSpPr txBox="1"/>
            <p:nvPr/>
          </p:nvSpPr>
          <p:spPr>
            <a:xfrm>
              <a:off x="1230210" y="4476192"/>
              <a:ext cx="2048767" cy="381323"/>
            </a:xfrm>
            <a:prstGeom prst="rect">
              <a:avLst/>
            </a:prstGeom>
            <a:noFill/>
          </p:spPr>
          <p:txBody>
            <a:bodyPr wrap="square">
              <a:spAutoFit/>
            </a:bodyPr>
            <a:lstStyle/>
            <a:p>
              <a:pPr>
                <a:lnSpc>
                  <a:spcPts val="2380"/>
                </a:lnSpc>
                <a:defRPr/>
              </a:pPr>
              <a:r>
                <a:rPr kumimoji="1" lang="ja-JP" altLang="en-US" sz="1700" b="1">
                  <a:solidFill>
                    <a:srgbClr val="C00000"/>
                  </a:solidFill>
                  <a:latin typeface="源ノ角ゴシック JP" panose="020B0500000000000000" pitchFamily="34" charset="-128"/>
                  <a:ea typeface="源ノ角ゴシック JP" panose="020B0500000000000000" pitchFamily="34" charset="-128"/>
                </a:rPr>
                <a:t>特定された問題</a:t>
              </a:r>
              <a:endParaRPr kumimoji="1" lang="en-US" altLang="ja-JP" sz="1700" b="1" dirty="0">
                <a:solidFill>
                  <a:srgbClr val="C00000"/>
                </a:solidFill>
                <a:latin typeface="源ノ角ゴシック JP" panose="020B0500000000000000" pitchFamily="34" charset="-128"/>
                <a:ea typeface="源ノ角ゴシック JP" panose="020B0500000000000000" pitchFamily="34" charset="-128"/>
              </a:endParaRPr>
            </a:p>
          </p:txBody>
        </p:sp>
        <p:grpSp>
          <p:nvGrpSpPr>
            <p:cNvPr id="24" name="グループ化 23">
              <a:extLst>
                <a:ext uri="{FF2B5EF4-FFF2-40B4-BE49-F238E27FC236}">
                  <a16:creationId xmlns:a16="http://schemas.microsoft.com/office/drawing/2014/main" id="{E2763E9B-8F5D-ADF7-F8CF-5902BFB90D91}"/>
                </a:ext>
              </a:extLst>
            </p:cNvPr>
            <p:cNvGrpSpPr/>
            <p:nvPr/>
          </p:nvGrpSpPr>
          <p:grpSpPr>
            <a:xfrm>
              <a:off x="1317355" y="4859365"/>
              <a:ext cx="9399517" cy="1529907"/>
              <a:chOff x="1301690" y="5009437"/>
              <a:chExt cx="9399517" cy="1529907"/>
            </a:xfrm>
          </p:grpSpPr>
          <p:sp>
            <p:nvSpPr>
              <p:cNvPr id="15" name="角丸四角形 14">
                <a:extLst>
                  <a:ext uri="{FF2B5EF4-FFF2-40B4-BE49-F238E27FC236}">
                    <a16:creationId xmlns:a16="http://schemas.microsoft.com/office/drawing/2014/main" id="{68006638-DD77-38FE-8AB7-3CC8AB80DC52}"/>
                  </a:ext>
                </a:extLst>
              </p:cNvPr>
              <p:cNvSpPr/>
              <p:nvPr/>
            </p:nvSpPr>
            <p:spPr>
              <a:xfrm>
                <a:off x="1301690" y="5009437"/>
                <a:ext cx="9399517" cy="1529907"/>
              </a:xfrm>
              <a:prstGeom prst="roundRect">
                <a:avLst/>
              </a:prstGeom>
              <a:solidFill>
                <a:srgbClr val="CE4D44">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CD044B6F-1824-C97F-C6DA-0911DC16DE74}"/>
                  </a:ext>
                </a:extLst>
              </p:cNvPr>
              <p:cNvSpPr txBox="1"/>
              <p:nvPr/>
            </p:nvSpPr>
            <p:spPr>
              <a:xfrm>
                <a:off x="1459797" y="5134328"/>
                <a:ext cx="9018417" cy="1199303"/>
              </a:xfrm>
              <a:prstGeom prst="rect">
                <a:avLst/>
              </a:prstGeom>
              <a:noFill/>
            </p:spPr>
            <p:txBody>
              <a:bodyPr wrap="square">
                <a:spAutoFit/>
              </a:bodyPr>
              <a:lstStyle/>
              <a:p>
                <a:pPr>
                  <a:lnSpc>
                    <a:spcPts val="2980"/>
                  </a:lnSpc>
                  <a:defRPr/>
                </a:pP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・男女</a:t>
                </a:r>
                <a:r>
                  <a:rPr kumimoji="1" lang="en-US" altLang="ja-JP" sz="1550" spc="30" dirty="0">
                    <a:solidFill>
                      <a:srgbClr val="DCD8DC">
                        <a:lumMod val="25000"/>
                      </a:srgbClr>
                    </a:solidFill>
                    <a:latin typeface="源ノ角ゴシック JP" panose="020B0500000000000000" pitchFamily="34" charset="-128"/>
                    <a:ea typeface="源ノ角ゴシック JP" panose="020B0500000000000000" pitchFamily="34" charset="-128"/>
                  </a:rPr>
                  <a:t>20-30</a:t>
                </a: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代を中心に、「栄養バランスを</a:t>
                </a:r>
                <a:r>
                  <a:rPr kumimoji="1" lang="ja-JP" altLang="en-US" sz="1550" spc="30">
                    <a:solidFill>
                      <a:srgbClr val="599975"/>
                    </a:solidFill>
                    <a:latin typeface="源ノ角ゴシック JP" panose="020B0500000000000000" pitchFamily="34" charset="-128"/>
                    <a:ea typeface="源ノ角ゴシック JP" panose="020B0500000000000000" pitchFamily="34" charset="-128"/>
                  </a:rPr>
                  <a:t>調整したい</a:t>
                </a: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sz="1550" u="sng" spc="30">
                    <a:solidFill>
                      <a:srgbClr val="DCD8DC">
                        <a:lumMod val="25000"/>
                      </a:srgbClr>
                    </a:solidFill>
                    <a:latin typeface="源ノ角ゴシック JP" panose="020B0500000000000000" pitchFamily="34" charset="-128"/>
                    <a:ea typeface="源ノ角ゴシック JP" panose="020B0500000000000000" pitchFamily="34" charset="-128"/>
                  </a:rPr>
                  <a:t>適切さが低い</a:t>
                </a:r>
                <a:endParaRPr kumimoji="1" lang="en-US" altLang="ja-JP" sz="1550"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980"/>
                  </a:lnSpc>
                  <a:defRPr/>
                </a:pP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・男性</a:t>
                </a:r>
                <a:r>
                  <a:rPr kumimoji="1" lang="en-US" altLang="ja-JP" sz="1550" spc="30" dirty="0">
                    <a:solidFill>
                      <a:srgbClr val="DCD8DC">
                        <a:lumMod val="25000"/>
                      </a:srgbClr>
                    </a:solidFill>
                    <a:latin typeface="源ノ角ゴシック JP" panose="020B0500000000000000" pitchFamily="34" charset="-128"/>
                    <a:ea typeface="源ノ角ゴシック JP" panose="020B0500000000000000" pitchFamily="34" charset="-128"/>
                  </a:rPr>
                  <a:t>20-30</a:t>
                </a: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代において、「エネルギーを</a:t>
                </a:r>
                <a:r>
                  <a:rPr kumimoji="1" lang="ja-JP" altLang="en-US" sz="1550" spc="3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sz="1550" u="sng" spc="30">
                    <a:solidFill>
                      <a:srgbClr val="DCD8DC">
                        <a:lumMod val="25000"/>
                      </a:srgbClr>
                    </a:solidFill>
                    <a:latin typeface="源ノ角ゴシック JP" panose="020B0500000000000000" pitchFamily="34" charset="-128"/>
                    <a:ea typeface="源ノ角ゴシック JP" panose="020B0500000000000000" pitchFamily="34" charset="-128"/>
                  </a:rPr>
                  <a:t>適切さが低い</a:t>
                </a:r>
                <a:endParaRPr kumimoji="1" lang="en-US" altLang="ja-JP" sz="1550"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980"/>
                  </a:lnSpc>
                  <a:defRPr/>
                </a:pP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・属性を問わず、「脂質を</a:t>
                </a:r>
                <a:r>
                  <a:rPr kumimoji="1" lang="ja-JP" altLang="en-US" sz="1550" spc="3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sz="1550" u="sng" spc="30">
                    <a:solidFill>
                      <a:srgbClr val="DCD8DC">
                        <a:lumMod val="25000"/>
                      </a:srgbClr>
                    </a:solidFill>
                    <a:latin typeface="源ノ角ゴシック JP" panose="020B0500000000000000" pitchFamily="34" charset="-128"/>
                    <a:ea typeface="源ノ角ゴシック JP" panose="020B0500000000000000" pitchFamily="34" charset="-128"/>
                  </a:rPr>
                  <a:t>実施量が不十分である</a:t>
                </a:r>
                <a:endParaRPr kumimoji="1" lang="en-US" altLang="ja-JP" sz="1550"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spTree>
    <p:extLst>
      <p:ext uri="{BB962C8B-B14F-4D97-AF65-F5344CB8AC3E}">
        <p14:creationId xmlns:p14="http://schemas.microsoft.com/office/powerpoint/2010/main" val="29879098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EE4BF-B8D9-F50F-34F0-93C3323AC2D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B9F172A-80D8-A2B6-50C3-6FA13A7A5CA6}"/>
              </a:ext>
            </a:extLst>
          </p:cNvPr>
          <p:cNvSpPr txBox="1"/>
          <p:nvPr/>
        </p:nvSpPr>
        <p:spPr>
          <a:xfrm>
            <a:off x="223842" y="485067"/>
            <a:ext cx="913732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セブンイレブンでは、脂質への「対応」の実施量が不十分である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15" name="グループ化 14">
            <a:extLst>
              <a:ext uri="{FF2B5EF4-FFF2-40B4-BE49-F238E27FC236}">
                <a16:creationId xmlns:a16="http://schemas.microsoft.com/office/drawing/2014/main" id="{477CF042-9948-152A-98B8-404577750987}"/>
              </a:ext>
            </a:extLst>
          </p:cNvPr>
          <p:cNvGrpSpPr/>
          <p:nvPr/>
        </p:nvGrpSpPr>
        <p:grpSpPr>
          <a:xfrm>
            <a:off x="7694225" y="2173203"/>
            <a:ext cx="4291886" cy="1946362"/>
            <a:chOff x="7368506" y="1236005"/>
            <a:chExt cx="4291886" cy="1946362"/>
          </a:xfrm>
        </p:grpSpPr>
        <p:sp>
          <p:nvSpPr>
            <p:cNvPr id="3" name="テキスト ボックス 2">
              <a:extLst>
                <a:ext uri="{FF2B5EF4-FFF2-40B4-BE49-F238E27FC236}">
                  <a16:creationId xmlns:a16="http://schemas.microsoft.com/office/drawing/2014/main" id="{21E7E7FC-0A8F-EA79-F797-2A481B803FA8}"/>
                </a:ext>
              </a:extLst>
            </p:cNvPr>
            <p:cNvSpPr txBox="1"/>
            <p:nvPr/>
          </p:nvSpPr>
          <p:spPr>
            <a:xfrm>
              <a:off x="7368506" y="1236005"/>
              <a:ext cx="4291886" cy="697755"/>
            </a:xfrm>
            <a:prstGeom prst="rect">
              <a:avLst/>
            </a:prstGeom>
            <a:noFill/>
          </p:spPr>
          <p:txBody>
            <a:bodyPr wrap="square">
              <a:spAutoFit/>
            </a:bodyPr>
            <a:lstStyle/>
            <a:p>
              <a:pPr>
                <a:lnSpc>
                  <a:spcPts val="24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「対応」に該当する商品数に基づき、</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480"/>
                </a:lnSpc>
                <a:defRPr/>
              </a:pP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実施量を（</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十分</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450" spc="2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不十分</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）で評価した</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4" name="テキスト ボックス 13">
              <a:extLst>
                <a:ext uri="{FF2B5EF4-FFF2-40B4-BE49-F238E27FC236}">
                  <a16:creationId xmlns:a16="http://schemas.microsoft.com/office/drawing/2014/main" id="{C2E7253C-0F15-EE18-B457-EDB9CF27B8AD}"/>
                </a:ext>
              </a:extLst>
            </p:cNvPr>
            <p:cNvSpPr txBox="1"/>
            <p:nvPr/>
          </p:nvSpPr>
          <p:spPr>
            <a:xfrm>
              <a:off x="7471715" y="2128745"/>
              <a:ext cx="2098782" cy="1053622"/>
            </a:xfrm>
            <a:prstGeom prst="rect">
              <a:avLst/>
            </a:prstGeom>
            <a:noFill/>
          </p:spPr>
          <p:txBody>
            <a:bodyPr wrap="square">
              <a:spAutoFit/>
            </a:bodyPr>
            <a:lstStyle/>
            <a:p>
              <a:pPr>
                <a:lnSpc>
                  <a:spcPts val="2580"/>
                </a:lnSpc>
                <a:defRPr/>
              </a:pP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十分</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25</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商品以上</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580"/>
                </a:lnSpc>
                <a:defRPr/>
              </a:pP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10–24</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商品</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580"/>
                </a:lnSpc>
                <a:defRPr/>
              </a:pP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不十分</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0–9</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商品</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aphicFrame>
        <p:nvGraphicFramePr>
          <p:cNvPr id="22" name="表 21">
            <a:extLst>
              <a:ext uri="{FF2B5EF4-FFF2-40B4-BE49-F238E27FC236}">
                <a16:creationId xmlns:a16="http://schemas.microsoft.com/office/drawing/2014/main" id="{AC4E41ED-2C64-25B2-1892-5A12071D6C7B}"/>
              </a:ext>
            </a:extLst>
          </p:cNvPr>
          <p:cNvGraphicFramePr>
            <a:graphicFrameLocks noGrp="1"/>
          </p:cNvGraphicFramePr>
          <p:nvPr>
            <p:extLst>
              <p:ext uri="{D42A27DB-BD31-4B8C-83A1-F6EECF244321}">
                <p14:modId xmlns:p14="http://schemas.microsoft.com/office/powerpoint/2010/main" val="1329339436"/>
              </p:ext>
            </p:extLst>
          </p:nvPr>
        </p:nvGraphicFramePr>
        <p:xfrm>
          <a:off x="502192" y="1507363"/>
          <a:ext cx="6984000" cy="4716000"/>
        </p:xfrm>
        <a:graphic>
          <a:graphicData uri="http://schemas.openxmlformats.org/drawingml/2006/table">
            <a:tbl>
              <a:tblPr>
                <a:tableStyleId>{91EBBBCC-DAD2-459C-BE2E-F6DE35CF9A28}</a:tableStyleId>
              </a:tblPr>
              <a:tblGrid>
                <a:gridCol w="2736000">
                  <a:extLst>
                    <a:ext uri="{9D8B030D-6E8A-4147-A177-3AD203B41FA5}">
                      <a16:colId xmlns:a16="http://schemas.microsoft.com/office/drawing/2014/main" val="97736310"/>
                    </a:ext>
                  </a:extLst>
                </a:gridCol>
                <a:gridCol w="2736000">
                  <a:extLst>
                    <a:ext uri="{9D8B030D-6E8A-4147-A177-3AD203B41FA5}">
                      <a16:colId xmlns:a16="http://schemas.microsoft.com/office/drawing/2014/main" val="438668555"/>
                    </a:ext>
                  </a:extLst>
                </a:gridCol>
                <a:gridCol w="1512000">
                  <a:extLst>
                    <a:ext uri="{9D8B030D-6E8A-4147-A177-3AD203B41FA5}">
                      <a16:colId xmlns:a16="http://schemas.microsoft.com/office/drawing/2014/main" val="3330525109"/>
                    </a:ext>
                  </a:extLst>
                </a:gridCol>
              </a:tblGrid>
              <a:tr h="684000">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300">
                          <a:solidFill>
                            <a:schemeClr val="tx1">
                              <a:lumMod val="85000"/>
                              <a:lumOff val="15000"/>
                            </a:schemeClr>
                          </a:solidFill>
                          <a:latin typeface="Source Han Sans JP" panose="020B0500000000000000" pitchFamily="34" charset="-128"/>
                          <a:ea typeface="Source Han Sans JP" panose="020B0500000000000000" pitchFamily="34" charset="-128"/>
                        </a:rPr>
                        <a:t>栄養バランスを調整したい</a:t>
                      </a:r>
                      <a:endParaRPr kumimoji="1" lang="en-US" altLang="ja-JP" sz="13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300">
                          <a:solidFill>
                            <a:schemeClr val="tx1">
                              <a:lumMod val="85000"/>
                              <a:lumOff val="15000"/>
                            </a:schemeClr>
                          </a:solidFill>
                          <a:latin typeface="Source Han Sans JP" panose="020B0500000000000000" pitchFamily="34" charset="-128"/>
                          <a:ea typeface="Source Han Sans JP" panose="020B0500000000000000" pitchFamily="34" charset="-128"/>
                        </a:rPr>
                        <a:t>エネルギーを減らしたい</a:t>
                      </a:r>
                      <a:endParaRPr kumimoji="1" lang="en-US" altLang="ja-JP" sz="13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300">
                          <a:solidFill>
                            <a:schemeClr val="tx1">
                              <a:lumMod val="85000"/>
                              <a:lumOff val="15000"/>
                            </a:schemeClr>
                          </a:solidFill>
                          <a:latin typeface="Source Han Sans JP" panose="020B0500000000000000" pitchFamily="34" charset="-128"/>
                          <a:ea typeface="Source Han Sans JP" panose="020B0500000000000000" pitchFamily="34" charset="-128"/>
                        </a:rPr>
                        <a:t>脂質を減らしたい</a:t>
                      </a:r>
                      <a:endParaRPr kumimoji="1" lang="en-US" altLang="ja-JP" sz="13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BA453C"/>
                      </a:solidFill>
                      <a:prstDash val="solid"/>
                      <a:round/>
                      <a:headEnd type="none" w="med" len="med"/>
                      <a:tailEnd type="none" w="med" len="med"/>
                    </a:lnB>
                    <a:solidFill>
                      <a:srgbClr val="F5EDE9"/>
                    </a:solidFill>
                  </a:tcPr>
                </a:tc>
                <a:extLst>
                  <a:ext uri="{0D108BD9-81ED-4DB2-BD59-A6C34878D82A}">
                    <a16:rowId xmlns:a16="http://schemas.microsoft.com/office/drawing/2014/main" val="3096550131"/>
                  </a:ext>
                </a:extLst>
              </a:tr>
              <a:tr h="684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3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商品数：</a:t>
                      </a:r>
                      <a:r>
                        <a:rPr kumimoji="1" lang="en-US" altLang="ja-JP" sz="1300" b="0"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rPr>
                        <a:t>25</a:t>
                      </a:r>
                      <a:br>
                        <a:rPr kumimoji="1" lang="en-US" altLang="ja-JP" sz="13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3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十分</a:t>
                      </a:r>
                      <a:endParaRPr kumimoji="1" lang="en-US" altLang="ja-JP" sz="1300" b="0"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3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商品数：</a:t>
                      </a:r>
                      <a:r>
                        <a:rPr kumimoji="1" lang="en-US" altLang="ja-JP" sz="13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20</a:t>
                      </a:r>
                      <a:br>
                        <a:rPr kumimoji="1" lang="en-US" altLang="ja-JP" sz="13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3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3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9525" cap="flat" cmpd="sng" algn="ctr">
                      <a:solidFill>
                        <a:srgbClr val="BA453C"/>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3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商品数：</a:t>
                      </a:r>
                      <a:r>
                        <a:rPr kumimoji="1" lang="en-US" altLang="ja-JP" sz="13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a:t>
                      </a:r>
                      <a:br>
                        <a:rPr kumimoji="1" lang="en-US" altLang="ja-JP" sz="13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3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不十分</a:t>
                      </a:r>
                      <a:endParaRPr kumimoji="1" lang="en-US" altLang="ja-JP" sz="13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BA453C"/>
                      </a:solidFill>
                      <a:prstDash val="solid"/>
                      <a:round/>
                      <a:headEnd type="none" w="med" len="med"/>
                      <a:tailEnd type="none" w="med" len="med"/>
                    </a:lnL>
                    <a:lnR w="9525" cap="flat" cmpd="sng" algn="ctr">
                      <a:solidFill>
                        <a:srgbClr val="BA453C"/>
                      </a:solidFill>
                      <a:prstDash val="solid"/>
                      <a:round/>
                      <a:headEnd type="none" w="med" len="med"/>
                      <a:tailEnd type="none" w="med" len="med"/>
                    </a:lnR>
                    <a:lnT w="9525" cap="flat" cmpd="sng" algn="ctr">
                      <a:solidFill>
                        <a:srgbClr val="BA453C"/>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CE4D44">
                        <a:alpha val="15000"/>
                      </a:srgbClr>
                    </a:solidFill>
                  </a:tcPr>
                </a:tc>
                <a:extLst>
                  <a:ext uri="{0D108BD9-81ED-4DB2-BD59-A6C34878D82A}">
                    <a16:rowId xmlns:a16="http://schemas.microsoft.com/office/drawing/2014/main" val="1538559344"/>
                  </a:ext>
                </a:extLst>
              </a:tr>
              <a:tr h="3348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商品名：</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・健康応援</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日替り弁当</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1/2</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日分の野菜！</a:t>
                      </a:r>
                      <a:b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b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７種野菜のビビンバ丼</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1/2</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日分の野菜！</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ごろっと野菜カレー</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1/2</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日分の野菜！</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あんかけ焼きそば</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・１食分の野菜</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黄金生姜スープ</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・たっぷりトマトの彩り野菜サンド</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a:t>
                      </a:r>
                    </a:p>
                  </a:txBody>
                  <a:tcPr marT="126000">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商品名：</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・セブンプレミアム</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ゼロサイダートリプル</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・セブンプレミアム</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糖質</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0g</a:t>
                      </a: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低カロリー麺</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担々麺</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・セブンプレミアム</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豆腐スイーツバー</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ガトーショコラ</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・糖質を控えた</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チーズブレッド</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・糖質を控えた</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チョコブレッド</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・セブンプレミアム</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糖質</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65%</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オフ</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調製豆乳</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a:t>
                      </a:r>
                    </a:p>
                  </a:txBody>
                  <a:tcPr marT="126000">
                    <a:lnL w="6350" cap="flat" cmpd="sng" algn="ctr">
                      <a:solidFill>
                        <a:schemeClr val="tx1">
                          <a:lumMod val="50000"/>
                          <a:lumOff val="50000"/>
                        </a:schemeClr>
                      </a:solidFill>
                      <a:prstDash val="solid"/>
                      <a:round/>
                      <a:headEnd type="none" w="med" len="med"/>
                      <a:tailEnd type="none" w="med" len="med"/>
                    </a:lnL>
                    <a:lnR w="9525" cap="flat" cmpd="sng" algn="ctr">
                      <a:solidFill>
                        <a:srgbClr val="BA453C"/>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該当商品なし</a:t>
                      </a:r>
                      <a:endParaRPr kumimoji="1" lang="en-US" altLang="ja-JP" sz="1200" b="0" i="0" u="none" strike="noStrike" kern="1200" cap="none" spc="0" normalizeH="0" baseline="0" noProof="0" dirty="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endParaRPr>
                    </a:p>
                  </a:txBody>
                  <a:tcPr marT="126000">
                    <a:lnL w="9525" cap="flat" cmpd="sng" algn="ctr">
                      <a:solidFill>
                        <a:srgbClr val="BA453C"/>
                      </a:solidFill>
                      <a:prstDash val="solid"/>
                      <a:round/>
                      <a:headEnd type="none" w="med" len="med"/>
                      <a:tailEnd type="none" w="med" len="med"/>
                    </a:lnL>
                    <a:lnR w="9525" cap="flat" cmpd="sng" algn="ctr">
                      <a:solidFill>
                        <a:srgbClr val="BA453C"/>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9525" cap="flat" cmpd="sng" algn="ctr">
                      <a:solidFill>
                        <a:srgbClr val="BA453C"/>
                      </a:solidFill>
                      <a:prstDash val="solid"/>
                      <a:round/>
                      <a:headEnd type="none" w="med" len="med"/>
                      <a:tailEnd type="none" w="med" len="med"/>
                    </a:lnB>
                    <a:solidFill>
                      <a:srgbClr val="CE4D44">
                        <a:alpha val="15000"/>
                      </a:srgbClr>
                    </a:solidFill>
                  </a:tcPr>
                </a:tc>
                <a:extLst>
                  <a:ext uri="{0D108BD9-81ED-4DB2-BD59-A6C34878D82A}">
                    <a16:rowId xmlns:a16="http://schemas.microsoft.com/office/drawing/2014/main" val="1388052851"/>
                  </a:ext>
                </a:extLst>
              </a:tr>
            </a:tbl>
          </a:graphicData>
        </a:graphic>
      </p:graphicFrame>
      <p:sp>
        <p:nvSpPr>
          <p:cNvPr id="24" name="テキスト ボックス 23">
            <a:extLst>
              <a:ext uri="{FF2B5EF4-FFF2-40B4-BE49-F238E27FC236}">
                <a16:creationId xmlns:a16="http://schemas.microsoft.com/office/drawing/2014/main" id="{AC2144EA-36AE-C1A7-1D75-358ED5DFB965}"/>
              </a:ext>
            </a:extLst>
          </p:cNvPr>
          <p:cNvSpPr txBox="1"/>
          <p:nvPr/>
        </p:nvSpPr>
        <p:spPr>
          <a:xfrm>
            <a:off x="305487" y="1026175"/>
            <a:ext cx="5508169" cy="375167"/>
          </a:xfrm>
          <a:prstGeom prst="rect">
            <a:avLst/>
          </a:prstGeom>
          <a:noFill/>
        </p:spPr>
        <p:txBody>
          <a:bodyPr wrap="square">
            <a:spAutoFit/>
          </a:bodyPr>
          <a:lstStyle/>
          <a:p>
            <a:pPr>
              <a:lnSpc>
                <a:spcPts val="2380"/>
              </a:lnSpc>
              <a:defRPr/>
            </a:pP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「対応」に該当する商品を抽出し、実施量を評価した</a:t>
            </a:r>
            <a:endPar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25" name="テキスト ボックス 24">
            <a:extLst>
              <a:ext uri="{FF2B5EF4-FFF2-40B4-BE49-F238E27FC236}">
                <a16:creationId xmlns:a16="http://schemas.microsoft.com/office/drawing/2014/main" id="{58F75C7D-0DDA-9758-7D35-CA5B8FC050A0}"/>
              </a:ext>
            </a:extLst>
          </p:cNvPr>
          <p:cNvSpPr txBox="1"/>
          <p:nvPr/>
        </p:nvSpPr>
        <p:spPr>
          <a:xfrm>
            <a:off x="468445" y="6328197"/>
            <a:ext cx="4744721" cy="245260"/>
          </a:xfrm>
          <a:prstGeom prst="rect">
            <a:avLst/>
          </a:prstGeom>
          <a:noFill/>
        </p:spPr>
        <p:txBody>
          <a:bodyPr wrap="square">
            <a:spAutoFit/>
          </a:bodyPr>
          <a:lstStyle/>
          <a:p>
            <a:pPr>
              <a:lnSpc>
                <a:spcPts val="1280"/>
              </a:lnSpc>
              <a:defRPr/>
            </a:pPr>
            <a:r>
              <a:rPr kumimoji="1" lang="en-US" altLang="ja-JP" sz="9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[7–38] </a:t>
            </a:r>
            <a:r>
              <a:rPr kumimoji="1" lang="ja-JP" altLang="en-US" sz="9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セブン</a:t>
            </a:r>
            <a:r>
              <a:rPr kumimoji="1" lang="en-US" altLang="ja-JP" sz="9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r>
              <a:rPr kumimoji="1" lang="ja-JP" altLang="en-US" sz="9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イレブン／セブンプレミアム公式商品情報・ニュースリリース</a:t>
            </a:r>
            <a:endParaRPr kumimoji="1" lang="en-US" altLang="ja-JP" sz="9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endParaRPr>
          </a:p>
        </p:txBody>
      </p:sp>
      <p:grpSp>
        <p:nvGrpSpPr>
          <p:cNvPr id="32" name="グループ化 31">
            <a:extLst>
              <a:ext uri="{FF2B5EF4-FFF2-40B4-BE49-F238E27FC236}">
                <a16:creationId xmlns:a16="http://schemas.microsoft.com/office/drawing/2014/main" id="{EF83589A-A42B-D22D-9D76-3339D6581F06}"/>
              </a:ext>
            </a:extLst>
          </p:cNvPr>
          <p:cNvGrpSpPr/>
          <p:nvPr/>
        </p:nvGrpSpPr>
        <p:grpSpPr>
          <a:xfrm>
            <a:off x="9071299" y="485067"/>
            <a:ext cx="2732813" cy="1296599"/>
            <a:chOff x="8573825" y="4139880"/>
            <a:chExt cx="2732813" cy="1296599"/>
          </a:xfrm>
        </p:grpSpPr>
        <p:sp>
          <p:nvSpPr>
            <p:cNvPr id="31" name="角丸四角形 30">
              <a:extLst>
                <a:ext uri="{FF2B5EF4-FFF2-40B4-BE49-F238E27FC236}">
                  <a16:creationId xmlns:a16="http://schemas.microsoft.com/office/drawing/2014/main" id="{0EC0221F-9A08-6B4F-D5CA-9A86BB9610FF}"/>
                </a:ext>
              </a:extLst>
            </p:cNvPr>
            <p:cNvSpPr/>
            <p:nvPr/>
          </p:nvSpPr>
          <p:spPr>
            <a:xfrm>
              <a:off x="8649817" y="4463479"/>
              <a:ext cx="2656821" cy="973000"/>
            </a:xfrm>
            <a:prstGeom prst="roundRect">
              <a:avLst/>
            </a:prstGeom>
            <a:solidFill>
              <a:srgbClr val="CE4D44">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6" name="グループ化 25">
              <a:extLst>
                <a:ext uri="{FF2B5EF4-FFF2-40B4-BE49-F238E27FC236}">
                  <a16:creationId xmlns:a16="http://schemas.microsoft.com/office/drawing/2014/main" id="{183B89A3-6994-2B27-4A7B-77CECFE57D70}"/>
                </a:ext>
              </a:extLst>
            </p:cNvPr>
            <p:cNvGrpSpPr/>
            <p:nvPr/>
          </p:nvGrpSpPr>
          <p:grpSpPr>
            <a:xfrm>
              <a:off x="8573825" y="4139880"/>
              <a:ext cx="2648672" cy="1209798"/>
              <a:chOff x="656542" y="825372"/>
              <a:chExt cx="2648672" cy="1209798"/>
            </a:xfrm>
          </p:grpSpPr>
          <p:sp>
            <p:nvSpPr>
              <p:cNvPr id="28" name="テキスト ボックス 27">
                <a:extLst>
                  <a:ext uri="{FF2B5EF4-FFF2-40B4-BE49-F238E27FC236}">
                    <a16:creationId xmlns:a16="http://schemas.microsoft.com/office/drawing/2014/main" id="{C8E8B6A0-8297-553F-7BD4-65CD84BA1C9D}"/>
                  </a:ext>
                </a:extLst>
              </p:cNvPr>
              <p:cNvSpPr txBox="1"/>
              <p:nvPr/>
            </p:nvSpPr>
            <p:spPr>
              <a:xfrm>
                <a:off x="656542" y="825372"/>
                <a:ext cx="2586680" cy="327526"/>
              </a:xfrm>
              <a:prstGeom prst="rect">
                <a:avLst/>
              </a:prstGeom>
              <a:noFill/>
            </p:spPr>
            <p:txBody>
              <a:bodyPr wrap="square">
                <a:spAutoFit/>
              </a:bodyPr>
              <a:lstStyle/>
              <a:p>
                <a:pPr>
                  <a:lnSpc>
                    <a:spcPts val="2020"/>
                  </a:lnSpc>
                  <a:defRPr/>
                </a:pPr>
                <a:r>
                  <a:rPr kumimoji="1" lang="ja-JP" altLang="en-US" sz="1250" spc="40">
                    <a:solidFill>
                      <a:srgbClr val="CE4D44"/>
                    </a:solidFill>
                    <a:latin typeface="源ノ角ゴシック JP" panose="020B0500000000000000" pitchFamily="34" charset="-128"/>
                    <a:ea typeface="源ノ角ゴシック JP" panose="020B0500000000000000" pitchFamily="34" charset="-128"/>
                  </a:rPr>
                  <a:t>特定された問題</a:t>
                </a:r>
                <a:endParaRPr kumimoji="1" lang="en-US" altLang="ja-JP" sz="1250" spc="40" dirty="0">
                  <a:solidFill>
                    <a:srgbClr val="CE4D44"/>
                  </a:solidFill>
                  <a:latin typeface="源ノ角ゴシック JP" panose="020B0500000000000000" pitchFamily="34" charset="-128"/>
                  <a:ea typeface="源ノ角ゴシック JP" panose="020B0500000000000000" pitchFamily="34" charset="-128"/>
                </a:endParaRPr>
              </a:p>
            </p:txBody>
          </p:sp>
          <p:sp>
            <p:nvSpPr>
              <p:cNvPr id="30" name="テキスト ボックス 29">
                <a:extLst>
                  <a:ext uri="{FF2B5EF4-FFF2-40B4-BE49-F238E27FC236}">
                    <a16:creationId xmlns:a16="http://schemas.microsoft.com/office/drawing/2014/main" id="{1BCA6DF9-F275-65E3-3E46-0577C8F5CA2D}"/>
                  </a:ext>
                </a:extLst>
              </p:cNvPr>
              <p:cNvSpPr txBox="1"/>
              <p:nvPr/>
            </p:nvSpPr>
            <p:spPr>
              <a:xfrm>
                <a:off x="834232" y="1202313"/>
                <a:ext cx="2470982" cy="832857"/>
              </a:xfrm>
              <a:prstGeom prst="rect">
                <a:avLst/>
              </a:prstGeom>
              <a:noFill/>
            </p:spPr>
            <p:txBody>
              <a:bodyPr wrap="square">
                <a:spAutoFit/>
              </a:bodyPr>
              <a:lstStyle/>
              <a:p>
                <a:pPr>
                  <a:lnSpc>
                    <a:spcPts val="1980"/>
                  </a:lnSpc>
                  <a:defRPr/>
                </a:pPr>
                <a:r>
                  <a:rPr kumimoji="1" lang="ja-JP" altLang="en-US" sz="115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・栄養バランスへの対応について</a:t>
                </a:r>
                <a:endParaRPr kumimoji="1" lang="en-US" altLang="ja-JP" sz="1150"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・エネルギーへの対応について</a:t>
                </a:r>
                <a:endParaRPr kumimoji="1" lang="en-US" altLang="ja-JP" sz="1150"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b="1">
                    <a:solidFill>
                      <a:srgbClr val="DCD8DC">
                        <a:lumMod val="25000"/>
                      </a:srgbClr>
                    </a:solidFill>
                    <a:latin typeface="源ノ角ゴシック JP" panose="020B0500000000000000" pitchFamily="34" charset="-128"/>
                    <a:ea typeface="源ノ角ゴシック JP" panose="020B0500000000000000" pitchFamily="34" charset="-128"/>
                  </a:rPr>
                  <a:t>・脂質への対応について</a:t>
                </a:r>
                <a:endParaRPr kumimoji="1" lang="en-US" altLang="ja-JP" sz="1150" b="1"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sp>
        <p:nvSpPr>
          <p:cNvPr id="33" name="テキスト ボックス 32">
            <a:extLst>
              <a:ext uri="{FF2B5EF4-FFF2-40B4-BE49-F238E27FC236}">
                <a16:creationId xmlns:a16="http://schemas.microsoft.com/office/drawing/2014/main" id="{3A8CF33A-3519-0ADC-04FE-9925DB7EC6B5}"/>
              </a:ext>
            </a:extLst>
          </p:cNvPr>
          <p:cNvSpPr txBox="1"/>
          <p:nvPr/>
        </p:nvSpPr>
        <p:spPr>
          <a:xfrm>
            <a:off x="7694226" y="5303462"/>
            <a:ext cx="4291885" cy="697755"/>
          </a:xfrm>
          <a:prstGeom prst="rect">
            <a:avLst/>
          </a:prstGeom>
          <a:noFill/>
        </p:spPr>
        <p:txBody>
          <a:bodyPr wrap="square">
            <a:spAutoFit/>
          </a:bodyPr>
          <a:lstStyle/>
          <a:p>
            <a:pPr>
              <a:lnSpc>
                <a:spcPts val="2480"/>
              </a:lnSpc>
              <a:defRPr/>
            </a:pPr>
            <a:r>
              <a:rPr kumimoji="1" lang="ja-JP" altLang="en-US" sz="1450" spc="20">
                <a:solidFill>
                  <a:srgbClr val="C00000"/>
                </a:solidFill>
                <a:latin typeface="源ノ角ゴシック JP" panose="020B0500000000000000" pitchFamily="34" charset="-128"/>
                <a:ea typeface="源ノ角ゴシック JP" panose="020B0500000000000000" pitchFamily="34" charset="-128"/>
              </a:rPr>
              <a:t>脂質への「対応」の実施量が不十分であるという問題は、</a:t>
            </a:r>
            <a:r>
              <a:rPr kumimoji="1" lang="ja-JP" altLang="en-US" sz="1450" u="sng" spc="20">
                <a:solidFill>
                  <a:srgbClr val="C00000"/>
                </a:solidFill>
                <a:latin typeface="源ノ角ゴシック JP" panose="020B0500000000000000" pitchFamily="34" charset="-128"/>
                <a:ea typeface="源ノ角ゴシック JP" panose="020B0500000000000000" pitchFamily="34" charset="-128"/>
              </a:rPr>
              <a:t>他社においても確認された</a:t>
            </a:r>
            <a:endParaRPr kumimoji="1" lang="en-US" altLang="ja-JP" sz="1450" u="sng" spc="20" dirty="0">
              <a:solidFill>
                <a:srgbClr val="C00000"/>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22929199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E77C3CC-7A85-5068-C95B-C0E45CD9A369}"/>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23929258-74F4-4FF4-D6BB-D10E8AB60815}"/>
              </a:ext>
            </a:extLst>
          </p:cNvPr>
          <p:cNvSpPr txBox="1"/>
          <p:nvPr/>
        </p:nvSpPr>
        <p:spPr>
          <a:xfrm>
            <a:off x="223842" y="468738"/>
            <a:ext cx="913732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セブンイレブンでは、脂質への「対応」の実施量が不十分である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2" name="グループ化 1">
            <a:extLst>
              <a:ext uri="{FF2B5EF4-FFF2-40B4-BE49-F238E27FC236}">
                <a16:creationId xmlns:a16="http://schemas.microsoft.com/office/drawing/2014/main" id="{7F6A7DE2-E202-5546-9203-C58E7333CA35}"/>
              </a:ext>
            </a:extLst>
          </p:cNvPr>
          <p:cNvGrpSpPr/>
          <p:nvPr/>
        </p:nvGrpSpPr>
        <p:grpSpPr>
          <a:xfrm>
            <a:off x="524467" y="1061300"/>
            <a:ext cx="7813460" cy="1914829"/>
            <a:chOff x="332220" y="2642264"/>
            <a:chExt cx="7813460" cy="1914829"/>
          </a:xfrm>
        </p:grpSpPr>
        <p:sp>
          <p:nvSpPr>
            <p:cNvPr id="6" name="テキスト ボックス 5">
              <a:extLst>
                <a:ext uri="{FF2B5EF4-FFF2-40B4-BE49-F238E27FC236}">
                  <a16:creationId xmlns:a16="http://schemas.microsoft.com/office/drawing/2014/main" id="{734DE010-C4E0-86DD-C7C8-B7A3151EDE6C}"/>
                </a:ext>
              </a:extLst>
            </p:cNvPr>
            <p:cNvSpPr txBox="1"/>
            <p:nvPr/>
          </p:nvSpPr>
          <p:spPr>
            <a:xfrm>
              <a:off x="332220" y="2642264"/>
              <a:ext cx="4868430" cy="333681"/>
            </a:xfrm>
            <a:prstGeom prst="rect">
              <a:avLst/>
            </a:prstGeom>
            <a:noFill/>
          </p:spPr>
          <p:txBody>
            <a:bodyPr wrap="square">
              <a:spAutoFit/>
            </a:bodyPr>
            <a:lstStyle/>
            <a:p>
              <a:pPr>
                <a:lnSpc>
                  <a:spcPts val="2020"/>
                </a:lnSpc>
                <a:defRPr/>
              </a:pPr>
              <a:r>
                <a:rPr kumimoji="1" lang="ja-JP" altLang="en-US" sz="1600" b="1" spc="30">
                  <a:solidFill>
                    <a:schemeClr val="bg2">
                      <a:lumMod val="25000"/>
                    </a:schemeClr>
                  </a:solidFill>
                  <a:latin typeface="源ノ角ゴシック JP" panose="020B0500000000000000" pitchFamily="34" charset="-128"/>
                  <a:ea typeface="源ノ角ゴシック JP" panose="020B0500000000000000" pitchFamily="34" charset="-128"/>
                </a:rPr>
                <a:t>「対応」に該当する商品の抽出方法</a:t>
              </a:r>
              <a:endParaRPr kumimoji="1" lang="en-US" altLang="ja-JP" sz="1600" b="1" spc="3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nvGrpSpPr>
            <p:cNvPr id="7" name="グループ化 6">
              <a:extLst>
                <a:ext uri="{FF2B5EF4-FFF2-40B4-BE49-F238E27FC236}">
                  <a16:creationId xmlns:a16="http://schemas.microsoft.com/office/drawing/2014/main" id="{720BBE32-7D96-B4E1-C263-E1FDDC75512B}"/>
                </a:ext>
              </a:extLst>
            </p:cNvPr>
            <p:cNvGrpSpPr/>
            <p:nvPr/>
          </p:nvGrpSpPr>
          <p:grpSpPr>
            <a:xfrm>
              <a:off x="453590" y="3010620"/>
              <a:ext cx="7692090" cy="622412"/>
              <a:chOff x="453590" y="2999190"/>
              <a:chExt cx="7692090" cy="622412"/>
            </a:xfrm>
          </p:grpSpPr>
          <p:sp>
            <p:nvSpPr>
              <p:cNvPr id="20" name="テキスト ボックス 19">
                <a:extLst>
                  <a:ext uri="{FF2B5EF4-FFF2-40B4-BE49-F238E27FC236}">
                    <a16:creationId xmlns:a16="http://schemas.microsoft.com/office/drawing/2014/main" id="{5C0905D0-6729-8D7B-14E1-5864DDF8823A}"/>
                  </a:ext>
                </a:extLst>
              </p:cNvPr>
              <p:cNvSpPr txBox="1"/>
              <p:nvPr/>
            </p:nvSpPr>
            <p:spPr>
              <a:xfrm>
                <a:off x="453590" y="2999190"/>
                <a:ext cx="7033060" cy="334066"/>
              </a:xfrm>
              <a:prstGeom prst="rect">
                <a:avLst/>
              </a:prstGeom>
              <a:noFill/>
            </p:spPr>
            <p:txBody>
              <a:bodyPr wrap="square">
                <a:spAutoFit/>
              </a:bodyPr>
              <a:lstStyle/>
              <a:p>
                <a:pPr>
                  <a:lnSpc>
                    <a:spcPts val="2080"/>
                  </a:lnSpc>
                  <a:defRPr/>
                </a:pP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手順１：</a:t>
                </a: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2010</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年ごろから現在までに、新しく発売されたコンビニオリジナル商品を列挙する</a:t>
                </a:r>
                <a:endPar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21" name="テキスト ボックス 20">
                <a:extLst>
                  <a:ext uri="{FF2B5EF4-FFF2-40B4-BE49-F238E27FC236}">
                    <a16:creationId xmlns:a16="http://schemas.microsoft.com/office/drawing/2014/main" id="{27E7B905-F673-E68E-5551-BF5D64DFBB1A}"/>
                  </a:ext>
                </a:extLst>
              </p:cNvPr>
              <p:cNvSpPr txBox="1"/>
              <p:nvPr/>
            </p:nvSpPr>
            <p:spPr>
              <a:xfrm>
                <a:off x="1112620" y="3287536"/>
                <a:ext cx="7033060" cy="334066"/>
              </a:xfrm>
              <a:prstGeom prst="rect">
                <a:avLst/>
              </a:prstGeom>
              <a:noFill/>
            </p:spPr>
            <p:txBody>
              <a:bodyPr wrap="square">
                <a:spAutoFit/>
              </a:bodyPr>
              <a:lstStyle/>
              <a:p>
                <a:pPr>
                  <a:lnSpc>
                    <a:spcPts val="2080"/>
                  </a:lnSpc>
                  <a:defRPr/>
                </a:pP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 セブンイレブン</a:t>
                </a: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1102</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商品、ローソン</a:t>
                </a: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1215</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商品、ファミリーマート</a:t>
                </a: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2996</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商品を得た</a:t>
                </a:r>
                <a:endPar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nvGrpSpPr>
            <p:cNvPr id="8" name="グループ化 7">
              <a:extLst>
                <a:ext uri="{FF2B5EF4-FFF2-40B4-BE49-F238E27FC236}">
                  <a16:creationId xmlns:a16="http://schemas.microsoft.com/office/drawing/2014/main" id="{3900528F-A438-1DCD-CEDA-CCF039CA282C}"/>
                </a:ext>
              </a:extLst>
            </p:cNvPr>
            <p:cNvGrpSpPr/>
            <p:nvPr/>
          </p:nvGrpSpPr>
          <p:grpSpPr>
            <a:xfrm>
              <a:off x="453590" y="3658686"/>
              <a:ext cx="7692090" cy="898407"/>
              <a:chOff x="453590" y="3663010"/>
              <a:chExt cx="7692090" cy="898407"/>
            </a:xfrm>
          </p:grpSpPr>
          <p:sp>
            <p:nvSpPr>
              <p:cNvPr id="10" name="テキスト ボックス 9">
                <a:extLst>
                  <a:ext uri="{FF2B5EF4-FFF2-40B4-BE49-F238E27FC236}">
                    <a16:creationId xmlns:a16="http://schemas.microsoft.com/office/drawing/2014/main" id="{300B4D70-A361-9F13-7FD4-92FC24469952}"/>
                  </a:ext>
                </a:extLst>
              </p:cNvPr>
              <p:cNvSpPr txBox="1"/>
              <p:nvPr/>
            </p:nvSpPr>
            <p:spPr>
              <a:xfrm>
                <a:off x="453590" y="3663010"/>
                <a:ext cx="7577790" cy="603370"/>
              </a:xfrm>
              <a:prstGeom prst="rect">
                <a:avLst/>
              </a:prstGeom>
              <a:noFill/>
            </p:spPr>
            <p:txBody>
              <a:bodyPr wrap="square">
                <a:spAutoFit/>
              </a:bodyPr>
              <a:lstStyle/>
              <a:p>
                <a:pPr>
                  <a:lnSpc>
                    <a:spcPts val="2080"/>
                  </a:lnSpc>
                  <a:defRPr/>
                </a:pP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手順２：得られたすべての商品に対して、上記３つのニーズとの関連度</a:t>
                </a:r>
                <a:r>
                  <a:rPr kumimoji="1" lang="ja-JP" altLang="en-US" sz="1300" b="1">
                    <a:solidFill>
                      <a:schemeClr val="tx1">
                        <a:lumMod val="75000"/>
                        <a:lumOff val="25000"/>
                      </a:schemeClr>
                    </a:solidFill>
                    <a:latin typeface="源ノ角ゴシック JP" panose="020B0500000000000000" pitchFamily="34" charset="-128"/>
                    <a:ea typeface="源ノ角ゴシック JP" panose="020B0500000000000000" pitchFamily="34" charset="-128"/>
                  </a:rPr>
                  <a:t>「当てはまり度」</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を算出し、</a:t>
                </a:r>
                <a:endPar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080"/>
                  </a:lnSpc>
                  <a:defRPr/>
                </a:pP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　　　　値が</a:t>
                </a: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60</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以上の商品を、「対応」に該当する商品として抽出した</a:t>
                </a:r>
                <a:endPar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3" name="テキスト ボックス 12">
                <a:extLst>
                  <a:ext uri="{FF2B5EF4-FFF2-40B4-BE49-F238E27FC236}">
                    <a16:creationId xmlns:a16="http://schemas.microsoft.com/office/drawing/2014/main" id="{2A347E9D-D461-7EF2-0B38-567C8FDA11A3}"/>
                  </a:ext>
                </a:extLst>
              </p:cNvPr>
              <p:cNvSpPr txBox="1"/>
              <p:nvPr/>
            </p:nvSpPr>
            <p:spPr>
              <a:xfrm>
                <a:off x="1112620" y="4221259"/>
                <a:ext cx="7033060" cy="340158"/>
              </a:xfrm>
              <a:prstGeom prst="rect">
                <a:avLst/>
              </a:prstGeom>
              <a:noFill/>
            </p:spPr>
            <p:txBody>
              <a:bodyPr wrap="square">
                <a:spAutoFit/>
              </a:bodyPr>
              <a:lstStyle/>
              <a:p>
                <a:pPr>
                  <a:lnSpc>
                    <a:spcPts val="2080"/>
                  </a:lnSpc>
                  <a:defRPr/>
                </a:pP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 この際、</a:t>
                </a:r>
                <a:r>
                  <a:rPr kumimoji="1" lang="ja-JP" altLang="en-US" sz="1300">
                    <a:solidFill>
                      <a:srgbClr val="C00000"/>
                    </a:solidFill>
                    <a:latin typeface="源ノ角ゴシック JP" panose="020B0500000000000000" pitchFamily="34" charset="-128"/>
                    <a:ea typeface="源ノ角ゴシック JP" panose="020B0500000000000000" pitchFamily="34" charset="-128"/>
                  </a:rPr>
                  <a:t>各商品の公式情報（特に商品名や商品開発の目的）</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を参照した</a:t>
                </a:r>
                <a:endPar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pic>
        <p:nvPicPr>
          <p:cNvPr id="23" name="図 22">
            <a:extLst>
              <a:ext uri="{FF2B5EF4-FFF2-40B4-BE49-F238E27FC236}">
                <a16:creationId xmlns:a16="http://schemas.microsoft.com/office/drawing/2014/main" id="{62D24087-B622-C05A-819A-85F0AD740C5E}"/>
              </a:ext>
            </a:extLst>
          </p:cNvPr>
          <p:cNvPicPr>
            <a:picLocks noChangeAspect="1"/>
          </p:cNvPicPr>
          <p:nvPr/>
        </p:nvPicPr>
        <p:blipFill>
          <a:blip r:embed="rId3"/>
          <a:srcRect l="2046" t="3123" r="2941" b="3123"/>
          <a:stretch>
            <a:fillRect/>
          </a:stretch>
        </p:blipFill>
        <p:spPr>
          <a:xfrm>
            <a:off x="5131677" y="3266501"/>
            <a:ext cx="6384364" cy="3144923"/>
          </a:xfrm>
          <a:prstGeom prst="rect">
            <a:avLst/>
          </a:prstGeom>
          <a:effectLst>
            <a:glow rad="12700">
              <a:schemeClr val="tx1">
                <a:lumMod val="50000"/>
                <a:lumOff val="50000"/>
              </a:schemeClr>
            </a:glow>
          </a:effectLst>
        </p:spPr>
      </p:pic>
      <p:pic>
        <p:nvPicPr>
          <p:cNvPr id="24" name="図 23">
            <a:extLst>
              <a:ext uri="{FF2B5EF4-FFF2-40B4-BE49-F238E27FC236}">
                <a16:creationId xmlns:a16="http://schemas.microsoft.com/office/drawing/2014/main" id="{3D4705A6-7D7A-651C-DBF6-60B6A55C8516}"/>
              </a:ext>
            </a:extLst>
          </p:cNvPr>
          <p:cNvPicPr>
            <a:picLocks noChangeAspect="1"/>
          </p:cNvPicPr>
          <p:nvPr/>
        </p:nvPicPr>
        <p:blipFill>
          <a:blip r:embed="rId4"/>
          <a:srcRect l="3477" t="2697" r="7371" b="5378"/>
          <a:stretch>
            <a:fillRect/>
          </a:stretch>
        </p:blipFill>
        <p:spPr>
          <a:xfrm>
            <a:off x="628950" y="3266501"/>
            <a:ext cx="4149488" cy="1765916"/>
          </a:xfrm>
          <a:prstGeom prst="rect">
            <a:avLst/>
          </a:prstGeom>
          <a:effectLst>
            <a:glow rad="12700">
              <a:schemeClr val="tx1">
                <a:lumMod val="50000"/>
                <a:lumOff val="50000"/>
              </a:schemeClr>
            </a:glow>
          </a:effectLst>
        </p:spPr>
      </p:pic>
    </p:spTree>
    <p:extLst>
      <p:ext uri="{BB962C8B-B14F-4D97-AF65-F5344CB8AC3E}">
        <p14:creationId xmlns:p14="http://schemas.microsoft.com/office/powerpoint/2010/main" val="29426020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63B5AC11-567D-C824-3A5C-440EE5C1DC5E}"/>
              </a:ext>
            </a:extLst>
          </p:cNvPr>
          <p:cNvSpPr txBox="1"/>
          <p:nvPr/>
        </p:nvSpPr>
        <p:spPr>
          <a:xfrm>
            <a:off x="223842" y="485067"/>
            <a:ext cx="913732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「対応」に該当する商品の購買記録数を算出する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15" name="グループ化 14">
            <a:extLst>
              <a:ext uri="{FF2B5EF4-FFF2-40B4-BE49-F238E27FC236}">
                <a16:creationId xmlns:a16="http://schemas.microsoft.com/office/drawing/2014/main" id="{523F612F-17C6-C74F-EF7A-1F8607F0F58C}"/>
              </a:ext>
            </a:extLst>
          </p:cNvPr>
          <p:cNvGrpSpPr/>
          <p:nvPr/>
        </p:nvGrpSpPr>
        <p:grpSpPr>
          <a:xfrm>
            <a:off x="703739" y="1153853"/>
            <a:ext cx="7262376" cy="743431"/>
            <a:chOff x="522056" y="1047981"/>
            <a:chExt cx="7262376" cy="743431"/>
          </a:xfrm>
        </p:grpSpPr>
        <p:sp>
          <p:nvSpPr>
            <p:cNvPr id="7" name="テキスト ボックス 6">
              <a:extLst>
                <a:ext uri="{FF2B5EF4-FFF2-40B4-BE49-F238E27FC236}">
                  <a16:creationId xmlns:a16="http://schemas.microsoft.com/office/drawing/2014/main" id="{443D114A-D7C2-4A78-6111-2EF35F71439B}"/>
                </a:ext>
              </a:extLst>
            </p:cNvPr>
            <p:cNvSpPr txBox="1"/>
            <p:nvPr/>
          </p:nvSpPr>
          <p:spPr>
            <a:xfrm>
              <a:off x="522056" y="1047981"/>
              <a:ext cx="7262376" cy="372090"/>
            </a:xfrm>
            <a:prstGeom prst="rect">
              <a:avLst/>
            </a:prstGeom>
            <a:noFill/>
          </p:spPr>
          <p:txBody>
            <a:bodyPr wrap="square">
              <a:spAutoFit/>
            </a:bodyPr>
            <a:lstStyle/>
            <a:p>
              <a:pPr>
                <a:lnSpc>
                  <a:spcPts val="2380"/>
                </a:lnSpc>
                <a:defRPr/>
              </a:pP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「対応」に該当する商品がどのくらい多く購入されたかを定量的に確認する</a:t>
              </a:r>
              <a:endPar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2" name="テキスト ボックス 11">
              <a:extLst>
                <a:ext uri="{FF2B5EF4-FFF2-40B4-BE49-F238E27FC236}">
                  <a16:creationId xmlns:a16="http://schemas.microsoft.com/office/drawing/2014/main" id="{FC38DA2E-B774-EB35-B468-EB76677DDDC2}"/>
                </a:ext>
              </a:extLst>
            </p:cNvPr>
            <p:cNvSpPr txBox="1"/>
            <p:nvPr/>
          </p:nvSpPr>
          <p:spPr>
            <a:xfrm>
              <a:off x="708769" y="1419322"/>
              <a:ext cx="4406264" cy="372090"/>
            </a:xfrm>
            <a:prstGeom prst="rect">
              <a:avLst/>
            </a:prstGeom>
            <a:noFill/>
          </p:spPr>
          <p:txBody>
            <a:bodyPr wrap="square">
              <a:spAutoFit/>
            </a:bodyPr>
            <a:lstStyle/>
            <a:p>
              <a:pPr>
                <a:lnSpc>
                  <a:spcPts val="2380"/>
                </a:lnSpc>
                <a:defRPr/>
              </a:pP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 購買記録数というオリジナル指標を用いる</a:t>
              </a:r>
              <a:endPar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nvGrpSpPr>
          <p:cNvPr id="38" name="グループ化 37">
            <a:extLst>
              <a:ext uri="{FF2B5EF4-FFF2-40B4-BE49-F238E27FC236}">
                <a16:creationId xmlns:a16="http://schemas.microsoft.com/office/drawing/2014/main" id="{03815178-297C-C9D4-F216-237D8C820F5C}"/>
              </a:ext>
            </a:extLst>
          </p:cNvPr>
          <p:cNvGrpSpPr/>
          <p:nvPr/>
        </p:nvGrpSpPr>
        <p:grpSpPr>
          <a:xfrm>
            <a:off x="1322160" y="3283100"/>
            <a:ext cx="9547680" cy="988152"/>
            <a:chOff x="391575" y="2603222"/>
            <a:chExt cx="9547680" cy="988152"/>
          </a:xfrm>
        </p:grpSpPr>
        <p:sp>
          <p:nvSpPr>
            <p:cNvPr id="14" name="テキスト ボックス 13">
              <a:extLst>
                <a:ext uri="{FF2B5EF4-FFF2-40B4-BE49-F238E27FC236}">
                  <a16:creationId xmlns:a16="http://schemas.microsoft.com/office/drawing/2014/main" id="{167058BE-3569-F2FA-B313-0265821101AA}"/>
                </a:ext>
              </a:extLst>
            </p:cNvPr>
            <p:cNvSpPr txBox="1"/>
            <p:nvPr/>
          </p:nvSpPr>
          <p:spPr>
            <a:xfrm>
              <a:off x="391575" y="2913587"/>
              <a:ext cx="3596048" cy="352019"/>
            </a:xfrm>
            <a:prstGeom prst="rect">
              <a:avLst/>
            </a:prstGeom>
            <a:noFill/>
          </p:spPr>
          <p:txBody>
            <a:bodyPr wrap="square">
              <a:spAutoFit/>
            </a:bodyPr>
            <a:lstStyle/>
            <a:p>
              <a:pPr>
                <a:lnSpc>
                  <a:spcPts val="2020"/>
                </a:lnSpc>
                <a:defRPr/>
              </a:pPr>
              <a:r>
                <a:rPr kumimoji="1" lang="ja-JP" altLang="en-US" sz="2200" b="1">
                  <a:solidFill>
                    <a:schemeClr val="tx1">
                      <a:lumMod val="65000"/>
                      <a:lumOff val="35000"/>
                    </a:schemeClr>
                  </a:solidFill>
                  <a:latin typeface="源ノ角ゴシック JP" panose="020B0500000000000000" pitchFamily="34" charset="-128"/>
                  <a:ea typeface="源ノ角ゴシック JP" panose="020B0500000000000000" pitchFamily="34" charset="-128"/>
                </a:rPr>
                <a:t>購買記録数（件</a:t>
              </a: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 / 1000</a:t>
              </a:r>
              <a:r>
                <a:rPr kumimoji="1" lang="ja-JP" altLang="en-US" sz="2200" b="1">
                  <a:solidFill>
                    <a:schemeClr val="tx1">
                      <a:lumMod val="65000"/>
                      <a:lumOff val="35000"/>
                    </a:schemeClr>
                  </a:solidFill>
                  <a:latin typeface="源ノ角ゴシック JP" panose="020B0500000000000000" pitchFamily="34" charset="-128"/>
                  <a:ea typeface="源ノ角ゴシック JP" panose="020B0500000000000000" pitchFamily="34" charset="-128"/>
                </a:rPr>
                <a:t>人）</a:t>
              </a:r>
              <a:endPar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9" name="テキスト ボックス 8">
              <a:extLst>
                <a:ext uri="{FF2B5EF4-FFF2-40B4-BE49-F238E27FC236}">
                  <a16:creationId xmlns:a16="http://schemas.microsoft.com/office/drawing/2014/main" id="{BAE8F615-A11B-4291-20C2-E0A97747EEB8}"/>
                </a:ext>
              </a:extLst>
            </p:cNvPr>
            <p:cNvSpPr txBox="1"/>
            <p:nvPr/>
          </p:nvSpPr>
          <p:spPr>
            <a:xfrm>
              <a:off x="4651646" y="2603222"/>
              <a:ext cx="3507385" cy="348813"/>
            </a:xfrm>
            <a:prstGeom prst="rect">
              <a:avLst/>
            </a:prstGeom>
            <a:noFill/>
          </p:spPr>
          <p:txBody>
            <a:bodyPr wrap="square">
              <a:spAutoFit/>
            </a:bodyPr>
            <a:lstStyle/>
            <a:p>
              <a:pPr algn="ctr">
                <a:lnSpc>
                  <a:spcPts val="2020"/>
                </a:lnSpc>
                <a:defRPr/>
              </a:pPr>
              <a:r>
                <a:rPr kumimoji="1" lang="ja-JP" altLang="en-US" sz="2000" b="1">
                  <a:solidFill>
                    <a:schemeClr val="tx1">
                      <a:lumMod val="65000"/>
                      <a:lumOff val="35000"/>
                    </a:schemeClr>
                  </a:solidFill>
                  <a:latin typeface="源ノ角ゴシック JP" panose="020B0500000000000000" pitchFamily="34" charset="-128"/>
                  <a:ea typeface="源ノ角ゴシック JP" panose="020B0500000000000000" pitchFamily="34" charset="-128"/>
                </a:rPr>
                <a:t>商品の購買記録の総数（件）</a:t>
              </a:r>
              <a:endParaRPr kumimoji="1" lang="en-US" altLang="ja-JP" sz="20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31" name="テキスト ボックス 30">
              <a:extLst>
                <a:ext uri="{FF2B5EF4-FFF2-40B4-BE49-F238E27FC236}">
                  <a16:creationId xmlns:a16="http://schemas.microsoft.com/office/drawing/2014/main" id="{B197A109-A7FC-3234-6F0C-B8C487BC89A4}"/>
                </a:ext>
              </a:extLst>
            </p:cNvPr>
            <p:cNvSpPr txBox="1"/>
            <p:nvPr/>
          </p:nvSpPr>
          <p:spPr>
            <a:xfrm>
              <a:off x="4411006" y="3242561"/>
              <a:ext cx="4047492" cy="348813"/>
            </a:xfrm>
            <a:prstGeom prst="rect">
              <a:avLst/>
            </a:prstGeom>
            <a:noFill/>
          </p:spPr>
          <p:txBody>
            <a:bodyPr wrap="square">
              <a:spAutoFit/>
            </a:bodyPr>
            <a:lstStyle/>
            <a:p>
              <a:pPr algn="ctr">
                <a:lnSpc>
                  <a:spcPts val="2020"/>
                </a:lnSpc>
                <a:defRPr/>
              </a:pPr>
              <a:r>
                <a:rPr kumimoji="1" lang="ja-JP" altLang="en-US" sz="2000" b="1">
                  <a:solidFill>
                    <a:schemeClr val="tx1">
                      <a:lumMod val="65000"/>
                      <a:lumOff val="35000"/>
                    </a:schemeClr>
                  </a:solidFill>
                  <a:latin typeface="源ノ角ゴシック JP" panose="020B0500000000000000" pitchFamily="34" charset="-128"/>
                  <a:ea typeface="源ノ角ゴシック JP" panose="020B0500000000000000" pitchFamily="34" charset="-128"/>
                </a:rPr>
                <a:t>対象属性のセブン利用者数（人）</a:t>
              </a:r>
              <a:endParaRPr kumimoji="1" lang="en-US" altLang="ja-JP" sz="20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32" name="テキスト ボックス 31">
              <a:extLst>
                <a:ext uri="{FF2B5EF4-FFF2-40B4-BE49-F238E27FC236}">
                  <a16:creationId xmlns:a16="http://schemas.microsoft.com/office/drawing/2014/main" id="{376C17FD-10E3-6C74-DF0F-7869B78C16AA}"/>
                </a:ext>
              </a:extLst>
            </p:cNvPr>
            <p:cNvSpPr txBox="1"/>
            <p:nvPr/>
          </p:nvSpPr>
          <p:spPr>
            <a:xfrm>
              <a:off x="3865287" y="2938843"/>
              <a:ext cx="451562" cy="361189"/>
            </a:xfrm>
            <a:prstGeom prst="rect">
              <a:avLst/>
            </a:prstGeom>
            <a:noFill/>
          </p:spPr>
          <p:txBody>
            <a:bodyPr wrap="square">
              <a:spAutoFit/>
            </a:bodyPr>
            <a:lstStyle/>
            <a:p>
              <a:pPr>
                <a:lnSpc>
                  <a:spcPts val="2020"/>
                </a:lnSpc>
                <a:defRPr/>
              </a:pP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p>
          </p:txBody>
        </p:sp>
        <p:cxnSp>
          <p:nvCxnSpPr>
            <p:cNvPr id="34" name="直線コネクタ 33">
              <a:extLst>
                <a:ext uri="{FF2B5EF4-FFF2-40B4-BE49-F238E27FC236}">
                  <a16:creationId xmlns:a16="http://schemas.microsoft.com/office/drawing/2014/main" id="{8C80B4E9-00D9-CED5-7196-D07C2DB415AF}"/>
                </a:ext>
              </a:extLst>
            </p:cNvPr>
            <p:cNvCxnSpPr>
              <a:cxnSpLocks/>
            </p:cNvCxnSpPr>
            <p:nvPr/>
          </p:nvCxnSpPr>
          <p:spPr>
            <a:xfrm>
              <a:off x="4350846" y="3055282"/>
              <a:ext cx="4035165" cy="0"/>
            </a:xfrm>
            <a:prstGeom prst="line">
              <a:avLst/>
            </a:prstGeom>
            <a:ln w="381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36" name="テキスト ボックス 35">
              <a:extLst>
                <a:ext uri="{FF2B5EF4-FFF2-40B4-BE49-F238E27FC236}">
                  <a16:creationId xmlns:a16="http://schemas.microsoft.com/office/drawing/2014/main" id="{8A1D9E3B-A188-ED6B-3337-129A853ADA2E}"/>
                </a:ext>
              </a:extLst>
            </p:cNvPr>
            <p:cNvSpPr txBox="1"/>
            <p:nvPr/>
          </p:nvSpPr>
          <p:spPr>
            <a:xfrm>
              <a:off x="8497098" y="2941948"/>
              <a:ext cx="451562" cy="361189"/>
            </a:xfrm>
            <a:prstGeom prst="rect">
              <a:avLst/>
            </a:prstGeom>
            <a:noFill/>
          </p:spPr>
          <p:txBody>
            <a:bodyPr wrap="square">
              <a:spAutoFit/>
            </a:bodyPr>
            <a:lstStyle/>
            <a:p>
              <a:pPr>
                <a:lnSpc>
                  <a:spcPts val="2020"/>
                </a:lnSpc>
                <a:defRPr/>
              </a:pP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p>
          </p:txBody>
        </p:sp>
        <p:sp>
          <p:nvSpPr>
            <p:cNvPr id="37" name="テキスト ボックス 36">
              <a:extLst>
                <a:ext uri="{FF2B5EF4-FFF2-40B4-BE49-F238E27FC236}">
                  <a16:creationId xmlns:a16="http://schemas.microsoft.com/office/drawing/2014/main" id="{3892E6E9-FBCE-0B35-A2A1-A603875DD034}"/>
                </a:ext>
              </a:extLst>
            </p:cNvPr>
            <p:cNvSpPr txBox="1"/>
            <p:nvPr/>
          </p:nvSpPr>
          <p:spPr>
            <a:xfrm>
              <a:off x="8939427" y="2924094"/>
              <a:ext cx="999828" cy="361189"/>
            </a:xfrm>
            <a:prstGeom prst="rect">
              <a:avLst/>
            </a:prstGeom>
            <a:noFill/>
          </p:spPr>
          <p:txBody>
            <a:bodyPr wrap="square">
              <a:spAutoFit/>
            </a:bodyPr>
            <a:lstStyle/>
            <a:p>
              <a:pPr>
                <a:lnSpc>
                  <a:spcPts val="2020"/>
                </a:lnSpc>
                <a:defRPr/>
              </a:pP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1000</a:t>
              </a:r>
            </a:p>
          </p:txBody>
        </p:sp>
      </p:grpSp>
      <p:sp>
        <p:nvSpPr>
          <p:cNvPr id="39" name="テキスト ボックス 38">
            <a:extLst>
              <a:ext uri="{FF2B5EF4-FFF2-40B4-BE49-F238E27FC236}">
                <a16:creationId xmlns:a16="http://schemas.microsoft.com/office/drawing/2014/main" id="{92055F61-FFE3-FC96-2EA9-CB7B3796EB16}"/>
              </a:ext>
            </a:extLst>
          </p:cNvPr>
          <p:cNvSpPr txBox="1"/>
          <p:nvPr/>
        </p:nvSpPr>
        <p:spPr>
          <a:xfrm>
            <a:off x="860956" y="2502822"/>
            <a:ext cx="3754947" cy="372090"/>
          </a:xfrm>
          <a:prstGeom prst="rect">
            <a:avLst/>
          </a:prstGeom>
          <a:noFill/>
        </p:spPr>
        <p:txBody>
          <a:bodyPr wrap="square">
            <a:spAutoFit/>
          </a:bodyPr>
          <a:lstStyle/>
          <a:p>
            <a:pPr>
              <a:lnSpc>
                <a:spcPts val="2380"/>
              </a:lnSpc>
              <a:defRPr/>
            </a:pPr>
            <a:r>
              <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 性別</a:t>
            </a:r>
            <a:r>
              <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年代</a:t>
            </a:r>
            <a:r>
              <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の属性ごとに算出する</a:t>
            </a:r>
            <a:endPar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nvGrpSpPr>
          <p:cNvPr id="42" name="グループ化 41">
            <a:extLst>
              <a:ext uri="{FF2B5EF4-FFF2-40B4-BE49-F238E27FC236}">
                <a16:creationId xmlns:a16="http://schemas.microsoft.com/office/drawing/2014/main" id="{53342857-B317-12CC-BF43-0C37E4DA0791}"/>
              </a:ext>
            </a:extLst>
          </p:cNvPr>
          <p:cNvGrpSpPr/>
          <p:nvPr/>
        </p:nvGrpSpPr>
        <p:grpSpPr>
          <a:xfrm>
            <a:off x="1263306" y="4872754"/>
            <a:ext cx="9665388" cy="1419927"/>
            <a:chOff x="1014186" y="4879534"/>
            <a:chExt cx="9665388" cy="1419927"/>
          </a:xfrm>
        </p:grpSpPr>
        <p:sp>
          <p:nvSpPr>
            <p:cNvPr id="40" name="テキスト ボックス 39">
              <a:extLst>
                <a:ext uri="{FF2B5EF4-FFF2-40B4-BE49-F238E27FC236}">
                  <a16:creationId xmlns:a16="http://schemas.microsoft.com/office/drawing/2014/main" id="{B33837FF-1BFB-BD61-3CB6-6FF9B952F473}"/>
                </a:ext>
              </a:extLst>
            </p:cNvPr>
            <p:cNvSpPr txBox="1"/>
            <p:nvPr/>
          </p:nvSpPr>
          <p:spPr>
            <a:xfrm>
              <a:off x="1014186" y="4879534"/>
              <a:ext cx="9665388" cy="823752"/>
            </a:xfrm>
            <a:prstGeom prst="rect">
              <a:avLst/>
            </a:prstGeom>
            <a:noFill/>
          </p:spPr>
          <p:txBody>
            <a:bodyPr wrap="square">
              <a:spAutoFit/>
            </a:bodyPr>
            <a:lstStyle/>
            <a:p>
              <a:pPr>
                <a:lnSpc>
                  <a:spcPts val="2980"/>
                </a:lnSpc>
                <a:defRPr/>
              </a:pPr>
              <a:r>
                <a:rPr kumimoji="1" lang="ja-JP" altLang="en-US" sz="1900" spc="30">
                  <a:solidFill>
                    <a:srgbClr val="C00000"/>
                  </a:solidFill>
                  <a:latin typeface="源ノ角ゴシック JP" panose="020B0500000000000000" pitchFamily="34" charset="-128"/>
                  <a:ea typeface="源ノ角ゴシック JP" panose="020B0500000000000000" pitchFamily="34" charset="-128"/>
                </a:rPr>
                <a:t>購買記録数は、</a:t>
              </a:r>
              <a:endParaRPr kumimoji="1" lang="en-US" altLang="ja-JP" sz="1900" spc="30" dirty="0">
                <a:solidFill>
                  <a:srgbClr val="C00000"/>
                </a:solidFill>
                <a:latin typeface="源ノ角ゴシック JP" panose="020B0500000000000000" pitchFamily="34" charset="-128"/>
                <a:ea typeface="源ノ角ゴシック JP" panose="020B0500000000000000" pitchFamily="34" charset="-128"/>
              </a:endParaRPr>
            </a:p>
            <a:p>
              <a:pPr>
                <a:lnSpc>
                  <a:spcPts val="2980"/>
                </a:lnSpc>
                <a:defRPr/>
              </a:pPr>
              <a:r>
                <a:rPr kumimoji="1" lang="ja-JP" altLang="en-US" sz="1900" spc="30">
                  <a:solidFill>
                    <a:srgbClr val="C00000"/>
                  </a:solidFill>
                  <a:latin typeface="源ノ角ゴシック JP" panose="020B0500000000000000" pitchFamily="34" charset="-128"/>
                  <a:ea typeface="源ノ角ゴシック JP" panose="020B0500000000000000" pitchFamily="34" charset="-128"/>
                </a:rPr>
                <a:t>対象属性のセブンイレブン利用者</a:t>
              </a:r>
              <a:r>
                <a:rPr kumimoji="1" lang="en-US" altLang="ja-JP" sz="1900" spc="30" dirty="0">
                  <a:solidFill>
                    <a:srgbClr val="C00000"/>
                  </a:solidFill>
                  <a:latin typeface="源ノ角ゴシック JP" panose="020B0500000000000000" pitchFamily="34" charset="-128"/>
                  <a:ea typeface="源ノ角ゴシック JP" panose="020B0500000000000000" pitchFamily="34" charset="-128"/>
                </a:rPr>
                <a:t>1000</a:t>
              </a:r>
              <a:r>
                <a:rPr kumimoji="1" lang="ja-JP" altLang="en-US" sz="1900" spc="30">
                  <a:solidFill>
                    <a:srgbClr val="C00000"/>
                  </a:solidFill>
                  <a:latin typeface="源ノ角ゴシック JP" panose="020B0500000000000000" pitchFamily="34" charset="-128"/>
                  <a:ea typeface="源ノ角ゴシック JP" panose="020B0500000000000000" pitchFamily="34" charset="-128"/>
                </a:rPr>
                <a:t>人あたり、その商品が何回購買されたかを示す</a:t>
              </a:r>
              <a:endParaRPr kumimoji="1" lang="en-US" altLang="ja-JP" sz="1900" spc="30" dirty="0">
                <a:solidFill>
                  <a:srgbClr val="C00000"/>
                </a:solidFill>
                <a:latin typeface="源ノ角ゴシック JP" panose="020B0500000000000000" pitchFamily="34" charset="-128"/>
                <a:ea typeface="源ノ角ゴシック JP" panose="020B0500000000000000" pitchFamily="34" charset="-128"/>
              </a:endParaRPr>
            </a:p>
          </p:txBody>
        </p:sp>
        <p:sp>
          <p:nvSpPr>
            <p:cNvPr id="41" name="テキスト ボックス 40">
              <a:extLst>
                <a:ext uri="{FF2B5EF4-FFF2-40B4-BE49-F238E27FC236}">
                  <a16:creationId xmlns:a16="http://schemas.microsoft.com/office/drawing/2014/main" id="{213917CC-8885-8CE6-E117-5B465B6BF6A3}"/>
                </a:ext>
              </a:extLst>
            </p:cNvPr>
            <p:cNvSpPr txBox="1"/>
            <p:nvPr/>
          </p:nvSpPr>
          <p:spPr>
            <a:xfrm>
              <a:off x="1043682" y="5918138"/>
              <a:ext cx="7172912" cy="381323"/>
            </a:xfrm>
            <a:prstGeom prst="rect">
              <a:avLst/>
            </a:prstGeom>
            <a:noFill/>
          </p:spPr>
          <p:txBody>
            <a:bodyPr wrap="square">
              <a:spAutoFit/>
            </a:bodyPr>
            <a:lstStyle/>
            <a:p>
              <a:pPr>
                <a:lnSpc>
                  <a:spcPts val="2380"/>
                </a:lnSpc>
                <a:defRPr/>
              </a:pPr>
              <a:r>
                <a:rPr kumimoji="1" lang="ja-JP" altLang="en-US" sz="19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 その値が大きいほど、「対応」の適切さが高いと評価される</a:t>
              </a:r>
              <a:endParaRPr kumimoji="1" lang="en-US" altLang="ja-JP" sz="19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grpSp>
      <p:grpSp>
        <p:nvGrpSpPr>
          <p:cNvPr id="50" name="グループ化 49">
            <a:extLst>
              <a:ext uri="{FF2B5EF4-FFF2-40B4-BE49-F238E27FC236}">
                <a16:creationId xmlns:a16="http://schemas.microsoft.com/office/drawing/2014/main" id="{DA645772-983F-DAF0-CF65-961A1F762D93}"/>
              </a:ext>
            </a:extLst>
          </p:cNvPr>
          <p:cNvGrpSpPr/>
          <p:nvPr/>
        </p:nvGrpSpPr>
        <p:grpSpPr>
          <a:xfrm>
            <a:off x="9071299" y="485067"/>
            <a:ext cx="2732813" cy="1296599"/>
            <a:chOff x="8573825" y="4139880"/>
            <a:chExt cx="2732813" cy="1296599"/>
          </a:xfrm>
        </p:grpSpPr>
        <p:sp>
          <p:nvSpPr>
            <p:cNvPr id="51" name="角丸四角形 50">
              <a:extLst>
                <a:ext uri="{FF2B5EF4-FFF2-40B4-BE49-F238E27FC236}">
                  <a16:creationId xmlns:a16="http://schemas.microsoft.com/office/drawing/2014/main" id="{2EFF691A-E5BD-AA8D-1509-835E71D12974}"/>
                </a:ext>
              </a:extLst>
            </p:cNvPr>
            <p:cNvSpPr/>
            <p:nvPr/>
          </p:nvSpPr>
          <p:spPr>
            <a:xfrm>
              <a:off x="8649817" y="4463479"/>
              <a:ext cx="2656821" cy="973000"/>
            </a:xfrm>
            <a:prstGeom prst="roundRect">
              <a:avLst/>
            </a:prstGeom>
            <a:solidFill>
              <a:srgbClr val="CE4D44">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2" name="グループ化 51">
              <a:extLst>
                <a:ext uri="{FF2B5EF4-FFF2-40B4-BE49-F238E27FC236}">
                  <a16:creationId xmlns:a16="http://schemas.microsoft.com/office/drawing/2014/main" id="{594A9BE5-BA6F-669A-63A5-550250EBC3F5}"/>
                </a:ext>
              </a:extLst>
            </p:cNvPr>
            <p:cNvGrpSpPr/>
            <p:nvPr/>
          </p:nvGrpSpPr>
          <p:grpSpPr>
            <a:xfrm>
              <a:off x="8573825" y="4139880"/>
              <a:ext cx="2648672" cy="1209798"/>
              <a:chOff x="656542" y="825372"/>
              <a:chExt cx="2648672" cy="1209798"/>
            </a:xfrm>
          </p:grpSpPr>
          <p:sp>
            <p:nvSpPr>
              <p:cNvPr id="53" name="テキスト ボックス 52">
                <a:extLst>
                  <a:ext uri="{FF2B5EF4-FFF2-40B4-BE49-F238E27FC236}">
                    <a16:creationId xmlns:a16="http://schemas.microsoft.com/office/drawing/2014/main" id="{14C3877B-B12E-D9B2-820F-9F730E37B76E}"/>
                  </a:ext>
                </a:extLst>
              </p:cNvPr>
              <p:cNvSpPr txBox="1"/>
              <p:nvPr/>
            </p:nvSpPr>
            <p:spPr>
              <a:xfrm>
                <a:off x="656542" y="825372"/>
                <a:ext cx="2586680" cy="327526"/>
              </a:xfrm>
              <a:prstGeom prst="rect">
                <a:avLst/>
              </a:prstGeom>
              <a:noFill/>
            </p:spPr>
            <p:txBody>
              <a:bodyPr wrap="square">
                <a:spAutoFit/>
              </a:bodyPr>
              <a:lstStyle/>
              <a:p>
                <a:pPr>
                  <a:lnSpc>
                    <a:spcPts val="2020"/>
                  </a:lnSpc>
                  <a:defRPr/>
                </a:pPr>
                <a:r>
                  <a:rPr kumimoji="1" lang="ja-JP" altLang="en-US" sz="1250" spc="40">
                    <a:solidFill>
                      <a:srgbClr val="CE4D44"/>
                    </a:solidFill>
                    <a:latin typeface="源ノ角ゴシック JP" panose="020B0500000000000000" pitchFamily="34" charset="-128"/>
                    <a:ea typeface="源ノ角ゴシック JP" panose="020B0500000000000000" pitchFamily="34" charset="-128"/>
                  </a:rPr>
                  <a:t>特定された問題</a:t>
                </a:r>
                <a:endParaRPr kumimoji="1" lang="en-US" altLang="ja-JP" sz="1250" spc="40" dirty="0">
                  <a:solidFill>
                    <a:srgbClr val="CE4D44"/>
                  </a:solidFill>
                  <a:latin typeface="源ノ角ゴシック JP" panose="020B0500000000000000" pitchFamily="34" charset="-128"/>
                  <a:ea typeface="源ノ角ゴシック JP" panose="020B0500000000000000" pitchFamily="34" charset="-128"/>
                </a:endParaRPr>
              </a:p>
            </p:txBody>
          </p:sp>
          <p:sp>
            <p:nvSpPr>
              <p:cNvPr id="54" name="テキスト ボックス 53">
                <a:extLst>
                  <a:ext uri="{FF2B5EF4-FFF2-40B4-BE49-F238E27FC236}">
                    <a16:creationId xmlns:a16="http://schemas.microsoft.com/office/drawing/2014/main" id="{2A0BB6B4-B961-5234-6072-2A28C743736D}"/>
                  </a:ext>
                </a:extLst>
              </p:cNvPr>
              <p:cNvSpPr txBox="1"/>
              <p:nvPr/>
            </p:nvSpPr>
            <p:spPr>
              <a:xfrm>
                <a:off x="834232" y="1202313"/>
                <a:ext cx="2470982" cy="832857"/>
              </a:xfrm>
              <a:prstGeom prst="rect">
                <a:avLst/>
              </a:prstGeom>
              <a:noFill/>
            </p:spPr>
            <p:txBody>
              <a:bodyPr wrap="square">
                <a:spAutoFit/>
              </a:bodyPr>
              <a:lstStyle/>
              <a:p>
                <a:pPr>
                  <a:lnSpc>
                    <a:spcPts val="1980"/>
                  </a:lnSpc>
                  <a:defRPr/>
                </a:pPr>
                <a:r>
                  <a:rPr kumimoji="1" lang="ja-JP" altLang="en-US" sz="1150">
                    <a:solidFill>
                      <a:srgbClr val="DCD8DC">
                        <a:lumMod val="25000"/>
                      </a:srgbClr>
                    </a:solidFill>
                    <a:latin typeface="源ノ角ゴシック JP" panose="020B0500000000000000" pitchFamily="34" charset="-128"/>
                    <a:ea typeface="源ノ角ゴシック JP" panose="020B0500000000000000" pitchFamily="34" charset="-128"/>
                  </a:rPr>
                  <a:t>・栄養バランスへの対応について</a:t>
                </a:r>
                <a:endParaRPr kumimoji="1" lang="en-US" altLang="ja-JP" sz="11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a:solidFill>
                      <a:srgbClr val="DCD8DC">
                        <a:lumMod val="25000"/>
                      </a:srgbClr>
                    </a:solidFill>
                    <a:latin typeface="源ノ角ゴシック JP" panose="020B0500000000000000" pitchFamily="34" charset="-128"/>
                    <a:ea typeface="源ノ角ゴシック JP" panose="020B0500000000000000" pitchFamily="34" charset="-128"/>
                  </a:rPr>
                  <a:t>・エネルギーへの対応について</a:t>
                </a:r>
                <a:endParaRPr kumimoji="1" lang="en-US" altLang="ja-JP" sz="11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strike="sngStrike">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・脂質への対応について</a:t>
                </a:r>
                <a:endParaRPr kumimoji="1" lang="en-US" altLang="ja-JP" sz="1150" strike="sngStrike"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p:txBody>
          </p:sp>
        </p:grpSp>
      </p:grpSp>
    </p:spTree>
    <p:extLst>
      <p:ext uri="{BB962C8B-B14F-4D97-AF65-F5344CB8AC3E}">
        <p14:creationId xmlns:p14="http://schemas.microsoft.com/office/powerpoint/2010/main" val="39096911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AF8F9CEB-9208-BC35-6A01-B0C25A8346ED}"/>
              </a:ext>
            </a:extLst>
          </p:cNvPr>
          <p:cNvSpPr txBox="1"/>
          <p:nvPr/>
        </p:nvSpPr>
        <p:spPr>
          <a:xfrm>
            <a:off x="223842" y="479786"/>
            <a:ext cx="8504320" cy="88721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lnSpc>
                <a:spcPts val="2820"/>
              </a:lnSpc>
              <a:defRPr/>
            </a:pPr>
            <a:r>
              <a:rPr lang="ja-JP" altLang="en-US" sz="2100" b="1" spc="50">
                <a:solidFill>
                  <a:srgbClr val="42557A"/>
                </a:solidFill>
                <a:latin typeface="源ノ角ゴシック JP" panose="020B0500000000000000" pitchFamily="34" charset="-128"/>
                <a:ea typeface="源ノ角ゴシック JP" panose="020B0500000000000000" pitchFamily="34" charset="-128"/>
              </a:rPr>
              <a:t>セブンイレブンでは、若年層を中心に栄養バランスへの「対応」の</a:t>
            </a:r>
            <a:endParaRPr lang="en-US" altLang="ja-JP" sz="2100" b="1" spc="50" dirty="0">
              <a:solidFill>
                <a:srgbClr val="42557A"/>
              </a:solidFill>
              <a:latin typeface="源ノ角ゴシック JP" panose="020B0500000000000000" pitchFamily="34" charset="-128"/>
              <a:ea typeface="源ノ角ゴシック JP" panose="020B0500000000000000" pitchFamily="34" charset="-128"/>
            </a:endParaRPr>
          </a:p>
          <a:p>
            <a:pPr indent="66714" defTabSz="438410" hangingPunct="0">
              <a:lnSpc>
                <a:spcPts val="2820"/>
              </a:lnSpc>
              <a:defRPr/>
            </a:pPr>
            <a:r>
              <a:rPr lang="ja-JP" altLang="en-US" sz="2100" b="1" spc="50">
                <a:solidFill>
                  <a:srgbClr val="42557A"/>
                </a:solidFill>
                <a:latin typeface="源ノ角ゴシック JP" panose="020B0500000000000000" pitchFamily="34" charset="-128"/>
                <a:ea typeface="源ノ角ゴシック JP" panose="020B0500000000000000" pitchFamily="34" charset="-128"/>
              </a:rPr>
              <a:t>適切さが低い</a:t>
            </a:r>
            <a:endParaRPr lang="en-US" altLang="ja-JP" sz="2100" b="1" spc="50" dirty="0">
              <a:solidFill>
                <a:srgbClr val="42557A"/>
              </a:solidFill>
              <a:latin typeface="源ノ角ゴシック JP" panose="020B0500000000000000" pitchFamily="34" charset="-128"/>
              <a:ea typeface="源ノ角ゴシック JP" panose="020B0500000000000000" pitchFamily="34" charset="-128"/>
            </a:endParaRPr>
          </a:p>
        </p:txBody>
      </p:sp>
      <p:graphicFrame>
        <p:nvGraphicFramePr>
          <p:cNvPr id="7" name="表 6">
            <a:extLst>
              <a:ext uri="{FF2B5EF4-FFF2-40B4-BE49-F238E27FC236}">
                <a16:creationId xmlns:a16="http://schemas.microsoft.com/office/drawing/2014/main" id="{F1178628-0C2D-64BD-20AD-D3E80FC4DD3E}"/>
              </a:ext>
            </a:extLst>
          </p:cNvPr>
          <p:cNvGraphicFramePr>
            <a:graphicFrameLocks noGrp="1"/>
          </p:cNvGraphicFramePr>
          <p:nvPr>
            <p:extLst>
              <p:ext uri="{D42A27DB-BD31-4B8C-83A1-F6EECF244321}">
                <p14:modId xmlns:p14="http://schemas.microsoft.com/office/powerpoint/2010/main" val="4234563336"/>
              </p:ext>
            </p:extLst>
          </p:nvPr>
        </p:nvGraphicFramePr>
        <p:xfrm>
          <a:off x="462074" y="2911448"/>
          <a:ext cx="7992000" cy="1188000"/>
        </p:xfrm>
        <a:graphic>
          <a:graphicData uri="http://schemas.openxmlformats.org/drawingml/2006/table">
            <a:tbl>
              <a:tblPr>
                <a:tableStyleId>{91EBBBCC-DAD2-459C-BE2E-F6DE35CF9A28}</a:tableStyleId>
              </a:tblPr>
              <a:tblGrid>
                <a:gridCol w="1296000">
                  <a:extLst>
                    <a:ext uri="{9D8B030D-6E8A-4147-A177-3AD203B41FA5}">
                      <a16:colId xmlns:a16="http://schemas.microsoft.com/office/drawing/2014/main" val="97736310"/>
                    </a:ext>
                  </a:extLst>
                </a:gridCol>
                <a:gridCol w="1116000">
                  <a:extLst>
                    <a:ext uri="{9D8B030D-6E8A-4147-A177-3AD203B41FA5}">
                      <a16:colId xmlns:a16="http://schemas.microsoft.com/office/drawing/2014/main" val="438668555"/>
                    </a:ext>
                  </a:extLst>
                </a:gridCol>
                <a:gridCol w="1116000">
                  <a:extLst>
                    <a:ext uri="{9D8B030D-6E8A-4147-A177-3AD203B41FA5}">
                      <a16:colId xmlns:a16="http://schemas.microsoft.com/office/drawing/2014/main" val="3330525109"/>
                    </a:ext>
                  </a:extLst>
                </a:gridCol>
                <a:gridCol w="1116000">
                  <a:extLst>
                    <a:ext uri="{9D8B030D-6E8A-4147-A177-3AD203B41FA5}">
                      <a16:colId xmlns:a16="http://schemas.microsoft.com/office/drawing/2014/main" val="3073032139"/>
                    </a:ext>
                  </a:extLst>
                </a:gridCol>
                <a:gridCol w="1116000">
                  <a:extLst>
                    <a:ext uri="{9D8B030D-6E8A-4147-A177-3AD203B41FA5}">
                      <a16:colId xmlns:a16="http://schemas.microsoft.com/office/drawing/2014/main" val="3799934641"/>
                    </a:ext>
                  </a:extLst>
                </a:gridCol>
                <a:gridCol w="1116000">
                  <a:extLst>
                    <a:ext uri="{9D8B030D-6E8A-4147-A177-3AD203B41FA5}">
                      <a16:colId xmlns:a16="http://schemas.microsoft.com/office/drawing/2014/main" val="1753694010"/>
                    </a:ext>
                  </a:extLst>
                </a:gridCol>
                <a:gridCol w="1116000">
                  <a:extLst>
                    <a:ext uri="{9D8B030D-6E8A-4147-A177-3AD203B41FA5}">
                      <a16:colId xmlns:a16="http://schemas.microsoft.com/office/drawing/2014/main" val="2065399664"/>
                    </a:ext>
                  </a:extLst>
                </a:gridCol>
              </a:tblGrid>
              <a:tr h="468000">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健康ニーズ</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20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30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40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50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60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70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extLst>
                  <a:ext uri="{0D108BD9-81ED-4DB2-BD59-A6C34878D82A}">
                    <a16:rowId xmlns:a16="http://schemas.microsoft.com/office/drawing/2014/main" val="3096550131"/>
                  </a:ext>
                </a:extLst>
              </a:tr>
              <a:tr h="720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栄養バランスを調整したい</a:t>
                      </a:r>
                      <a:endParaRPr kumimoji="1" lang="en-US" altLang="ja-JP" sz="1200" b="0" i="0" u="none" strike="noStrike" kern="1200" cap="none" spc="0" normalizeH="0" baseline="0" noProof="0" dirty="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0.53</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CE4D44">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0.76</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CE4D44">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3.00</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2.15</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2.40</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1.04</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538559344"/>
                  </a:ext>
                </a:extLst>
              </a:tr>
            </a:tbl>
          </a:graphicData>
        </a:graphic>
      </p:graphicFrame>
      <p:graphicFrame>
        <p:nvGraphicFramePr>
          <p:cNvPr id="8" name="表 7">
            <a:extLst>
              <a:ext uri="{FF2B5EF4-FFF2-40B4-BE49-F238E27FC236}">
                <a16:creationId xmlns:a16="http://schemas.microsoft.com/office/drawing/2014/main" id="{A2CC18A8-ABF3-1A32-8205-D70A83FBC98F}"/>
              </a:ext>
            </a:extLst>
          </p:cNvPr>
          <p:cNvGraphicFramePr>
            <a:graphicFrameLocks noGrp="1"/>
          </p:cNvGraphicFramePr>
          <p:nvPr>
            <p:extLst>
              <p:ext uri="{D42A27DB-BD31-4B8C-83A1-F6EECF244321}">
                <p14:modId xmlns:p14="http://schemas.microsoft.com/office/powerpoint/2010/main" val="1618017131"/>
              </p:ext>
            </p:extLst>
          </p:nvPr>
        </p:nvGraphicFramePr>
        <p:xfrm>
          <a:off x="462074" y="4645415"/>
          <a:ext cx="7992000" cy="1188000"/>
        </p:xfrm>
        <a:graphic>
          <a:graphicData uri="http://schemas.openxmlformats.org/drawingml/2006/table">
            <a:tbl>
              <a:tblPr>
                <a:tableStyleId>{91EBBBCC-DAD2-459C-BE2E-F6DE35CF9A28}</a:tableStyleId>
              </a:tblPr>
              <a:tblGrid>
                <a:gridCol w="1296000">
                  <a:extLst>
                    <a:ext uri="{9D8B030D-6E8A-4147-A177-3AD203B41FA5}">
                      <a16:colId xmlns:a16="http://schemas.microsoft.com/office/drawing/2014/main" val="97736310"/>
                    </a:ext>
                  </a:extLst>
                </a:gridCol>
                <a:gridCol w="1116000">
                  <a:extLst>
                    <a:ext uri="{9D8B030D-6E8A-4147-A177-3AD203B41FA5}">
                      <a16:colId xmlns:a16="http://schemas.microsoft.com/office/drawing/2014/main" val="438668555"/>
                    </a:ext>
                  </a:extLst>
                </a:gridCol>
                <a:gridCol w="1116000">
                  <a:extLst>
                    <a:ext uri="{9D8B030D-6E8A-4147-A177-3AD203B41FA5}">
                      <a16:colId xmlns:a16="http://schemas.microsoft.com/office/drawing/2014/main" val="3330525109"/>
                    </a:ext>
                  </a:extLst>
                </a:gridCol>
                <a:gridCol w="1116000">
                  <a:extLst>
                    <a:ext uri="{9D8B030D-6E8A-4147-A177-3AD203B41FA5}">
                      <a16:colId xmlns:a16="http://schemas.microsoft.com/office/drawing/2014/main" val="3073032139"/>
                    </a:ext>
                  </a:extLst>
                </a:gridCol>
                <a:gridCol w="1116000">
                  <a:extLst>
                    <a:ext uri="{9D8B030D-6E8A-4147-A177-3AD203B41FA5}">
                      <a16:colId xmlns:a16="http://schemas.microsoft.com/office/drawing/2014/main" val="3799934641"/>
                    </a:ext>
                  </a:extLst>
                </a:gridCol>
                <a:gridCol w="1116000">
                  <a:extLst>
                    <a:ext uri="{9D8B030D-6E8A-4147-A177-3AD203B41FA5}">
                      <a16:colId xmlns:a16="http://schemas.microsoft.com/office/drawing/2014/main" val="1753694010"/>
                    </a:ext>
                  </a:extLst>
                </a:gridCol>
                <a:gridCol w="1116000">
                  <a:extLst>
                    <a:ext uri="{9D8B030D-6E8A-4147-A177-3AD203B41FA5}">
                      <a16:colId xmlns:a16="http://schemas.microsoft.com/office/drawing/2014/main" val="2065399664"/>
                    </a:ext>
                  </a:extLst>
                </a:gridCol>
              </a:tblGrid>
              <a:tr h="468000">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健康ニーズ</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20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30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40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50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60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70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extLst>
                  <a:ext uri="{0D108BD9-81ED-4DB2-BD59-A6C34878D82A}">
                    <a16:rowId xmlns:a16="http://schemas.microsoft.com/office/drawing/2014/main" val="3096550131"/>
                  </a:ext>
                </a:extLst>
              </a:tr>
              <a:tr h="720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栄養バランスを調整したい</a:t>
                      </a:r>
                      <a:endParaRPr kumimoji="1" lang="en-US" altLang="ja-JP" sz="1200" b="0" i="0" u="none" strike="noStrike" kern="1200" cap="none" spc="0" normalizeH="0" baseline="0" noProof="0" dirty="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1.02</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CE4D44">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1.01</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CE4D44">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1.45</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1.38</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1.02</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0.57</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538559344"/>
                  </a:ext>
                </a:extLst>
              </a:tr>
            </a:tbl>
          </a:graphicData>
        </a:graphic>
      </p:graphicFrame>
      <p:grpSp>
        <p:nvGrpSpPr>
          <p:cNvPr id="9" name="グループ化 8">
            <a:extLst>
              <a:ext uri="{FF2B5EF4-FFF2-40B4-BE49-F238E27FC236}">
                <a16:creationId xmlns:a16="http://schemas.microsoft.com/office/drawing/2014/main" id="{4695AC57-4FDC-18BE-2028-4D27FE3F5274}"/>
              </a:ext>
            </a:extLst>
          </p:cNvPr>
          <p:cNvGrpSpPr/>
          <p:nvPr/>
        </p:nvGrpSpPr>
        <p:grpSpPr>
          <a:xfrm>
            <a:off x="462074" y="1523112"/>
            <a:ext cx="4129710" cy="842369"/>
            <a:chOff x="408000" y="1066441"/>
            <a:chExt cx="4129710" cy="842369"/>
          </a:xfrm>
        </p:grpSpPr>
        <p:sp>
          <p:nvSpPr>
            <p:cNvPr id="10" name="正方形/長方形 9">
              <a:extLst>
                <a:ext uri="{FF2B5EF4-FFF2-40B4-BE49-F238E27FC236}">
                  <a16:creationId xmlns:a16="http://schemas.microsoft.com/office/drawing/2014/main" id="{19208D39-3D34-DE3E-BA47-0F4B032A654B}"/>
                </a:ext>
              </a:extLst>
            </p:cNvPr>
            <p:cNvSpPr/>
            <p:nvPr/>
          </p:nvSpPr>
          <p:spPr>
            <a:xfrm>
              <a:off x="408000" y="1066441"/>
              <a:ext cx="4129710" cy="842369"/>
            </a:xfrm>
            <a:prstGeom prst="rect">
              <a:avLst/>
            </a:prstGeom>
            <a:solidFill>
              <a:schemeClr val="bg1">
                <a:lumMod val="95000"/>
                <a:alpha val="30000"/>
              </a:schemeClr>
            </a:solidFill>
            <a:ln w="12700">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n>
                  <a:solidFill>
                    <a:schemeClr val="tx1">
                      <a:lumMod val="50000"/>
                      <a:lumOff val="50000"/>
                    </a:schemeClr>
                  </a:solidFill>
                </a:ln>
              </a:endParaRPr>
            </a:p>
          </p:txBody>
        </p:sp>
        <p:sp>
          <p:nvSpPr>
            <p:cNvPr id="11" name="テキスト ボックス 10">
              <a:extLst>
                <a:ext uri="{FF2B5EF4-FFF2-40B4-BE49-F238E27FC236}">
                  <a16:creationId xmlns:a16="http://schemas.microsoft.com/office/drawing/2014/main" id="{CE1D2EFD-6BC5-3C41-1193-F478411C84D4}"/>
                </a:ext>
              </a:extLst>
            </p:cNvPr>
            <p:cNvSpPr txBox="1"/>
            <p:nvPr/>
          </p:nvSpPr>
          <p:spPr>
            <a:xfrm>
              <a:off x="477988" y="1183807"/>
              <a:ext cx="395685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購買記録数（件</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1000</a:t>
              </a: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人）：</a:t>
              </a:r>
              <a:endPar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2" name="テキスト ボックス 11">
              <a:extLst>
                <a:ext uri="{FF2B5EF4-FFF2-40B4-BE49-F238E27FC236}">
                  <a16:creationId xmlns:a16="http://schemas.microsoft.com/office/drawing/2014/main" id="{8F9DA2BC-5415-6095-CDB9-A02F23981A03}"/>
                </a:ext>
              </a:extLst>
            </p:cNvPr>
            <p:cNvSpPr txBox="1"/>
            <p:nvPr/>
          </p:nvSpPr>
          <p:spPr>
            <a:xfrm>
              <a:off x="477988" y="1515745"/>
              <a:ext cx="380826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適切さの評価：</a:t>
              </a:r>
              <a:r>
                <a:rPr kumimoji="1" lang="ja-JP" altLang="en-US" sz="1350">
                  <a:solidFill>
                    <a:srgbClr val="599975"/>
                  </a:solidFill>
                  <a:latin typeface="源ノ角ゴシック JP" panose="020B0500000000000000" pitchFamily="34" charset="-128"/>
                  <a:ea typeface="源ノ角ゴシック JP" panose="020B0500000000000000" pitchFamily="34" charset="-128"/>
                </a:rPr>
                <a:t>高い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35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35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a:solidFill>
                    <a:srgbClr val="CE4D44"/>
                  </a:solidFill>
                  <a:latin typeface="源ノ角ゴシック JP" panose="020B0500000000000000" pitchFamily="34" charset="-128"/>
                  <a:ea typeface="源ノ角ゴシック JP" panose="020B0500000000000000" pitchFamily="34" charset="-128"/>
                </a:rPr>
                <a:t>低い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p>
          </p:txBody>
        </p:sp>
      </p:grpSp>
      <p:grpSp>
        <p:nvGrpSpPr>
          <p:cNvPr id="13" name="グループ化 12">
            <a:extLst>
              <a:ext uri="{FF2B5EF4-FFF2-40B4-BE49-F238E27FC236}">
                <a16:creationId xmlns:a16="http://schemas.microsoft.com/office/drawing/2014/main" id="{D5F922D9-0494-8471-B071-5025D0967CA0}"/>
              </a:ext>
            </a:extLst>
          </p:cNvPr>
          <p:cNvGrpSpPr/>
          <p:nvPr/>
        </p:nvGrpSpPr>
        <p:grpSpPr>
          <a:xfrm>
            <a:off x="8696413" y="2316571"/>
            <a:ext cx="3308742" cy="1824442"/>
            <a:chOff x="7368506" y="1263715"/>
            <a:chExt cx="3308742" cy="1824442"/>
          </a:xfrm>
        </p:grpSpPr>
        <p:sp>
          <p:nvSpPr>
            <p:cNvPr id="14" name="テキスト ボックス 13">
              <a:extLst>
                <a:ext uri="{FF2B5EF4-FFF2-40B4-BE49-F238E27FC236}">
                  <a16:creationId xmlns:a16="http://schemas.microsoft.com/office/drawing/2014/main" id="{F42FFF10-14BE-6736-C60B-A4E517B6784C}"/>
                </a:ext>
              </a:extLst>
            </p:cNvPr>
            <p:cNvSpPr txBox="1"/>
            <p:nvPr/>
          </p:nvSpPr>
          <p:spPr>
            <a:xfrm>
              <a:off x="7368506" y="1263715"/>
              <a:ext cx="3308742" cy="652871"/>
            </a:xfrm>
            <a:prstGeom prst="rect">
              <a:avLst/>
            </a:prstGeom>
            <a:noFill/>
          </p:spPr>
          <p:txBody>
            <a:bodyPr wrap="square">
              <a:spAutoFit/>
            </a:bodyPr>
            <a:lstStyle/>
            <a:p>
              <a:pPr>
                <a:lnSpc>
                  <a:spcPts val="22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購買記録数に基づき、適切さを</a:t>
              </a:r>
              <a:b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b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高い</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450" spc="2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低い</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）で評価した</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5" name="テキスト ボックス 14">
              <a:extLst>
                <a:ext uri="{FF2B5EF4-FFF2-40B4-BE49-F238E27FC236}">
                  <a16:creationId xmlns:a16="http://schemas.microsoft.com/office/drawing/2014/main" id="{06670A60-243D-B077-E002-4BE2F43751A2}"/>
                </a:ext>
              </a:extLst>
            </p:cNvPr>
            <p:cNvSpPr txBox="1"/>
            <p:nvPr/>
          </p:nvSpPr>
          <p:spPr>
            <a:xfrm>
              <a:off x="7471715" y="2034535"/>
              <a:ext cx="2196360" cy="1053622"/>
            </a:xfrm>
            <a:prstGeom prst="rect">
              <a:avLst/>
            </a:prstGeom>
            <a:noFill/>
          </p:spPr>
          <p:txBody>
            <a:bodyPr wrap="square">
              <a:spAutoFit/>
            </a:bodyPr>
            <a:lstStyle/>
            <a:p>
              <a:pPr>
                <a:lnSpc>
                  <a:spcPts val="2580"/>
                </a:lnSpc>
                <a:defRPr/>
              </a:pP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高い</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3.01</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以上</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580"/>
                </a:lnSpc>
                <a:defRPr/>
              </a:pP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1.04–3.00</a:t>
              </a:r>
            </a:p>
            <a:p>
              <a:pPr>
                <a:lnSpc>
                  <a:spcPts val="2580"/>
                </a:lnSpc>
                <a:defRPr/>
              </a:pP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低い</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0–1.03</a:t>
              </a:r>
            </a:p>
          </p:txBody>
        </p:sp>
      </p:grpSp>
      <p:sp>
        <p:nvSpPr>
          <p:cNvPr id="16" name="テキスト ボックス 15">
            <a:extLst>
              <a:ext uri="{FF2B5EF4-FFF2-40B4-BE49-F238E27FC236}">
                <a16:creationId xmlns:a16="http://schemas.microsoft.com/office/drawing/2014/main" id="{693ABEA6-92AC-0CA2-D3F9-EEBEBEA81C20}"/>
              </a:ext>
            </a:extLst>
          </p:cNvPr>
          <p:cNvSpPr txBox="1"/>
          <p:nvPr/>
        </p:nvSpPr>
        <p:spPr>
          <a:xfrm>
            <a:off x="4792772" y="2510855"/>
            <a:ext cx="3771925" cy="362920"/>
          </a:xfrm>
          <a:prstGeom prst="rect">
            <a:avLst/>
          </a:prstGeom>
          <a:noFill/>
        </p:spPr>
        <p:txBody>
          <a:bodyPr wrap="square">
            <a:spAutoFit/>
          </a:bodyPr>
          <a:lstStyle/>
          <a:p>
            <a:pPr>
              <a:lnSpc>
                <a:spcPts val="2380"/>
              </a:lnSpc>
              <a:defRPr/>
            </a:pPr>
            <a:r>
              <a:rPr kumimoji="1" lang="en-US" altLang="ja-JP" sz="1300" spc="2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300" spc="20">
                <a:solidFill>
                  <a:srgbClr val="DCD8DC">
                    <a:lumMod val="25000"/>
                  </a:srgbClr>
                </a:solidFill>
                <a:latin typeface="源ノ角ゴシック JP" panose="020B0500000000000000" pitchFamily="34" charset="-128"/>
                <a:ea typeface="源ノ角ゴシック JP" panose="020B0500000000000000" pitchFamily="34" charset="-128"/>
              </a:rPr>
              <a:t> 属性ごとに、商品間で購買記録数を平均した</a:t>
            </a:r>
            <a:endParaRPr kumimoji="1" lang="en-US" altLang="ja-JP" sz="130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7" name="テキスト ボックス 16">
            <a:extLst>
              <a:ext uri="{FF2B5EF4-FFF2-40B4-BE49-F238E27FC236}">
                <a16:creationId xmlns:a16="http://schemas.microsoft.com/office/drawing/2014/main" id="{6B72AD0A-505B-4876-4F93-572370621702}"/>
              </a:ext>
            </a:extLst>
          </p:cNvPr>
          <p:cNvSpPr txBox="1"/>
          <p:nvPr/>
        </p:nvSpPr>
        <p:spPr>
          <a:xfrm>
            <a:off x="415094" y="2537138"/>
            <a:ext cx="577884" cy="377155"/>
          </a:xfrm>
          <a:prstGeom prst="rect">
            <a:avLst/>
          </a:prstGeom>
          <a:noFill/>
        </p:spPr>
        <p:txBody>
          <a:bodyPr wrap="square">
            <a:spAutoFit/>
          </a:bodyPr>
          <a:lstStyle/>
          <a:p>
            <a:pPr>
              <a:lnSpc>
                <a:spcPts val="24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男性</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8" name="テキスト ボックス 17">
            <a:extLst>
              <a:ext uri="{FF2B5EF4-FFF2-40B4-BE49-F238E27FC236}">
                <a16:creationId xmlns:a16="http://schemas.microsoft.com/office/drawing/2014/main" id="{6E377507-CA21-8DF0-6FF4-4B0DC92D4ACA}"/>
              </a:ext>
            </a:extLst>
          </p:cNvPr>
          <p:cNvSpPr txBox="1"/>
          <p:nvPr/>
        </p:nvSpPr>
        <p:spPr>
          <a:xfrm>
            <a:off x="415094" y="4268260"/>
            <a:ext cx="577884" cy="377155"/>
          </a:xfrm>
          <a:prstGeom prst="rect">
            <a:avLst/>
          </a:prstGeom>
          <a:noFill/>
        </p:spPr>
        <p:txBody>
          <a:bodyPr wrap="square">
            <a:spAutoFit/>
          </a:bodyPr>
          <a:lstStyle/>
          <a:p>
            <a:pPr>
              <a:lnSpc>
                <a:spcPts val="24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女性</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26" name="テキスト ボックス 25">
            <a:extLst>
              <a:ext uri="{FF2B5EF4-FFF2-40B4-BE49-F238E27FC236}">
                <a16:creationId xmlns:a16="http://schemas.microsoft.com/office/drawing/2014/main" id="{37688B8B-7BDF-B7B5-A3D5-8B62DD4D0D3F}"/>
              </a:ext>
            </a:extLst>
          </p:cNvPr>
          <p:cNvSpPr txBox="1"/>
          <p:nvPr/>
        </p:nvSpPr>
        <p:spPr>
          <a:xfrm>
            <a:off x="2586109" y="6132507"/>
            <a:ext cx="7019782" cy="387863"/>
          </a:xfrm>
          <a:prstGeom prst="rect">
            <a:avLst/>
          </a:prstGeom>
          <a:noFill/>
        </p:spPr>
        <p:txBody>
          <a:bodyPr wrap="square">
            <a:spAutoFit/>
          </a:bodyPr>
          <a:lstStyle/>
          <a:p>
            <a:pPr>
              <a:lnSpc>
                <a:spcPts val="2480"/>
              </a:lnSpc>
              <a:defRPr/>
            </a:pPr>
            <a:r>
              <a:rPr kumimoji="1" lang="ja-JP" altLang="en-US" spc="40">
                <a:solidFill>
                  <a:srgbClr val="C00000"/>
                </a:solidFill>
                <a:latin typeface="源ノ角ゴシック JP" panose="020B0500000000000000" pitchFamily="34" charset="-128"/>
                <a:ea typeface="源ノ角ゴシック JP" panose="020B0500000000000000" pitchFamily="34" charset="-128"/>
              </a:rPr>
              <a:t>一方で、他社では、若年層における「対応」の適切さは高かった</a:t>
            </a:r>
            <a:endParaRPr kumimoji="1" lang="en-US" altLang="ja-JP" spc="40" dirty="0">
              <a:solidFill>
                <a:srgbClr val="C00000"/>
              </a:solidFill>
              <a:latin typeface="源ノ角ゴシック JP" panose="020B0500000000000000" pitchFamily="34" charset="-128"/>
              <a:ea typeface="源ノ角ゴシック JP" panose="020B0500000000000000" pitchFamily="34" charset="-128"/>
            </a:endParaRPr>
          </a:p>
        </p:txBody>
      </p:sp>
      <p:grpSp>
        <p:nvGrpSpPr>
          <p:cNvPr id="27" name="グループ化 26">
            <a:extLst>
              <a:ext uri="{FF2B5EF4-FFF2-40B4-BE49-F238E27FC236}">
                <a16:creationId xmlns:a16="http://schemas.microsoft.com/office/drawing/2014/main" id="{AD229AE5-200D-5027-208E-4C63C5F296C3}"/>
              </a:ext>
            </a:extLst>
          </p:cNvPr>
          <p:cNvGrpSpPr/>
          <p:nvPr/>
        </p:nvGrpSpPr>
        <p:grpSpPr>
          <a:xfrm>
            <a:off x="9071299" y="485067"/>
            <a:ext cx="2732813" cy="1296599"/>
            <a:chOff x="8573825" y="4139880"/>
            <a:chExt cx="2732813" cy="1296599"/>
          </a:xfrm>
        </p:grpSpPr>
        <p:sp>
          <p:nvSpPr>
            <p:cNvPr id="28" name="角丸四角形 27">
              <a:extLst>
                <a:ext uri="{FF2B5EF4-FFF2-40B4-BE49-F238E27FC236}">
                  <a16:creationId xmlns:a16="http://schemas.microsoft.com/office/drawing/2014/main" id="{E72A9432-F88B-9810-0B9A-1E98CD1E8AC0}"/>
                </a:ext>
              </a:extLst>
            </p:cNvPr>
            <p:cNvSpPr/>
            <p:nvPr/>
          </p:nvSpPr>
          <p:spPr>
            <a:xfrm>
              <a:off x="8649817" y="4463479"/>
              <a:ext cx="2656821" cy="973000"/>
            </a:xfrm>
            <a:prstGeom prst="roundRect">
              <a:avLst/>
            </a:prstGeom>
            <a:solidFill>
              <a:srgbClr val="CE4D44">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9" name="グループ化 28">
              <a:extLst>
                <a:ext uri="{FF2B5EF4-FFF2-40B4-BE49-F238E27FC236}">
                  <a16:creationId xmlns:a16="http://schemas.microsoft.com/office/drawing/2014/main" id="{1E2F0582-B3D1-AACE-48C4-04A644FDD73C}"/>
                </a:ext>
              </a:extLst>
            </p:cNvPr>
            <p:cNvGrpSpPr/>
            <p:nvPr/>
          </p:nvGrpSpPr>
          <p:grpSpPr>
            <a:xfrm>
              <a:off x="8573825" y="4139880"/>
              <a:ext cx="2648672" cy="1209798"/>
              <a:chOff x="656542" y="825372"/>
              <a:chExt cx="2648672" cy="1209798"/>
            </a:xfrm>
          </p:grpSpPr>
          <p:sp>
            <p:nvSpPr>
              <p:cNvPr id="30" name="テキスト ボックス 29">
                <a:extLst>
                  <a:ext uri="{FF2B5EF4-FFF2-40B4-BE49-F238E27FC236}">
                    <a16:creationId xmlns:a16="http://schemas.microsoft.com/office/drawing/2014/main" id="{F5826BF4-36C6-CD60-F744-C75F76DFE901}"/>
                  </a:ext>
                </a:extLst>
              </p:cNvPr>
              <p:cNvSpPr txBox="1"/>
              <p:nvPr/>
            </p:nvSpPr>
            <p:spPr>
              <a:xfrm>
                <a:off x="656542" y="825372"/>
                <a:ext cx="2586680" cy="327526"/>
              </a:xfrm>
              <a:prstGeom prst="rect">
                <a:avLst/>
              </a:prstGeom>
              <a:noFill/>
            </p:spPr>
            <p:txBody>
              <a:bodyPr wrap="square">
                <a:spAutoFit/>
              </a:bodyPr>
              <a:lstStyle/>
              <a:p>
                <a:pPr>
                  <a:lnSpc>
                    <a:spcPts val="2020"/>
                  </a:lnSpc>
                  <a:defRPr/>
                </a:pPr>
                <a:r>
                  <a:rPr kumimoji="1" lang="ja-JP" altLang="en-US" sz="1250" spc="40">
                    <a:solidFill>
                      <a:srgbClr val="CE4D44"/>
                    </a:solidFill>
                    <a:latin typeface="源ノ角ゴシック JP" panose="020B0500000000000000" pitchFamily="34" charset="-128"/>
                    <a:ea typeface="源ノ角ゴシック JP" panose="020B0500000000000000" pitchFamily="34" charset="-128"/>
                  </a:rPr>
                  <a:t>特定された問題</a:t>
                </a:r>
                <a:endParaRPr kumimoji="1" lang="en-US" altLang="ja-JP" sz="1250" spc="40" dirty="0">
                  <a:solidFill>
                    <a:srgbClr val="CE4D44"/>
                  </a:solidFill>
                  <a:latin typeface="源ノ角ゴシック JP" panose="020B0500000000000000" pitchFamily="34" charset="-128"/>
                  <a:ea typeface="源ノ角ゴシック JP" panose="020B0500000000000000" pitchFamily="34" charset="-128"/>
                </a:endParaRPr>
              </a:p>
            </p:txBody>
          </p:sp>
          <p:sp>
            <p:nvSpPr>
              <p:cNvPr id="31" name="テキスト ボックス 30">
                <a:extLst>
                  <a:ext uri="{FF2B5EF4-FFF2-40B4-BE49-F238E27FC236}">
                    <a16:creationId xmlns:a16="http://schemas.microsoft.com/office/drawing/2014/main" id="{C8E03D0C-3C4B-F905-D808-78DC0A61605B}"/>
                  </a:ext>
                </a:extLst>
              </p:cNvPr>
              <p:cNvSpPr txBox="1"/>
              <p:nvPr/>
            </p:nvSpPr>
            <p:spPr>
              <a:xfrm>
                <a:off x="834232" y="1202313"/>
                <a:ext cx="2470982" cy="832857"/>
              </a:xfrm>
              <a:prstGeom prst="rect">
                <a:avLst/>
              </a:prstGeom>
              <a:noFill/>
            </p:spPr>
            <p:txBody>
              <a:bodyPr wrap="square">
                <a:spAutoFit/>
              </a:bodyPr>
              <a:lstStyle/>
              <a:p>
                <a:pPr>
                  <a:lnSpc>
                    <a:spcPts val="1980"/>
                  </a:lnSpc>
                  <a:defRPr/>
                </a:pPr>
                <a:r>
                  <a:rPr kumimoji="1" lang="ja-JP" altLang="en-US" sz="1150" b="1">
                    <a:solidFill>
                      <a:srgbClr val="DCD8DC">
                        <a:lumMod val="25000"/>
                      </a:srgbClr>
                    </a:solidFill>
                    <a:latin typeface="源ノ角ゴシック JP" panose="020B0500000000000000" pitchFamily="34" charset="-128"/>
                    <a:ea typeface="源ノ角ゴシック JP" panose="020B0500000000000000" pitchFamily="34" charset="-128"/>
                  </a:rPr>
                  <a:t>・栄養バランスへの対応について</a:t>
                </a:r>
                <a:endParaRPr kumimoji="1" lang="en-US" altLang="ja-JP" sz="1150" b="1"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・エネルギーへの対応について</a:t>
                </a:r>
                <a:endParaRPr kumimoji="1" lang="en-US" altLang="ja-JP" sz="1150"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strike="sngStrike">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・脂質への対応について</a:t>
                </a:r>
                <a:endParaRPr kumimoji="1" lang="en-US" altLang="ja-JP" sz="1150" strike="sngStrike"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p:txBody>
          </p:sp>
        </p:grpSp>
      </p:grpSp>
      <p:graphicFrame>
        <p:nvGraphicFramePr>
          <p:cNvPr id="33" name="表 32">
            <a:extLst>
              <a:ext uri="{FF2B5EF4-FFF2-40B4-BE49-F238E27FC236}">
                <a16:creationId xmlns:a16="http://schemas.microsoft.com/office/drawing/2014/main" id="{020F1FA8-0F37-A680-E6FA-BBACD91E0602}"/>
              </a:ext>
            </a:extLst>
          </p:cNvPr>
          <p:cNvGraphicFramePr>
            <a:graphicFrameLocks noGrp="1"/>
          </p:cNvGraphicFramePr>
          <p:nvPr>
            <p:extLst>
              <p:ext uri="{D42A27DB-BD31-4B8C-83A1-F6EECF244321}">
                <p14:modId xmlns:p14="http://schemas.microsoft.com/office/powerpoint/2010/main" val="1376548614"/>
              </p:ext>
            </p:extLst>
          </p:nvPr>
        </p:nvGraphicFramePr>
        <p:xfrm>
          <a:off x="8927263" y="4465415"/>
          <a:ext cx="1116000" cy="1368000"/>
        </p:xfrm>
        <a:graphic>
          <a:graphicData uri="http://schemas.openxmlformats.org/drawingml/2006/table">
            <a:tbl>
              <a:tblPr>
                <a:tableStyleId>{91EBBBCC-DAD2-459C-BE2E-F6DE35CF9A28}</a:tableStyleId>
              </a:tblPr>
              <a:tblGrid>
                <a:gridCol w="1116000">
                  <a:extLst>
                    <a:ext uri="{9D8B030D-6E8A-4147-A177-3AD203B41FA5}">
                      <a16:colId xmlns:a16="http://schemas.microsoft.com/office/drawing/2014/main" val="438668555"/>
                    </a:ext>
                  </a:extLst>
                </a:gridCol>
              </a:tblGrid>
              <a:tr h="648000">
                <a:tc>
                  <a:txBody>
                    <a:bodyPr/>
                    <a:lstStyle/>
                    <a:p>
                      <a:pPr marL="0" marR="0" lvl="0" indent="0" algn="ctr"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ローソン</a:t>
                      </a:r>
                      <a:b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b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30</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txBody>
                  <a:tcPr anchor="ctr">
                    <a:lnL w="1270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75000"/>
                          <a:lumOff val="25000"/>
                        </a:schemeClr>
                      </a:solidFill>
                      <a:prstDash val="solid"/>
                      <a:round/>
                      <a:headEnd type="none" w="med" len="med"/>
                      <a:tailEnd type="none" w="med" len="med"/>
                    </a:lnB>
                    <a:solidFill>
                      <a:schemeClr val="bg1">
                        <a:lumMod val="95000"/>
                        <a:alpha val="82345"/>
                      </a:schemeClr>
                    </a:solidFill>
                  </a:tcPr>
                </a:tc>
                <a:extLst>
                  <a:ext uri="{0D108BD9-81ED-4DB2-BD59-A6C34878D82A}">
                    <a16:rowId xmlns:a16="http://schemas.microsoft.com/office/drawing/2014/main" val="3096550131"/>
                  </a:ext>
                </a:extLst>
              </a:tr>
              <a:tr h="720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rPr>
                        <a:t>5.76</a:t>
                      </a:r>
                      <a:br>
                        <a:rPr kumimoji="1" lang="en-US" altLang="ja-JP" sz="1200" b="1"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高い</a:t>
                      </a:r>
                      <a:endParaRPr kumimoji="1" lang="en-US" altLang="ja-JP" sz="1200" b="0"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75000"/>
                          <a:lumOff val="2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538559344"/>
                  </a:ext>
                </a:extLst>
              </a:tr>
            </a:tbl>
          </a:graphicData>
        </a:graphic>
      </p:graphicFrame>
      <p:graphicFrame>
        <p:nvGraphicFramePr>
          <p:cNvPr id="34" name="表 33">
            <a:extLst>
              <a:ext uri="{FF2B5EF4-FFF2-40B4-BE49-F238E27FC236}">
                <a16:creationId xmlns:a16="http://schemas.microsoft.com/office/drawing/2014/main" id="{2AE6C666-80E4-F72C-BDF7-D37877660758}"/>
              </a:ext>
            </a:extLst>
          </p:cNvPr>
          <p:cNvGraphicFramePr>
            <a:graphicFrameLocks noGrp="1"/>
          </p:cNvGraphicFramePr>
          <p:nvPr>
            <p:extLst>
              <p:ext uri="{D42A27DB-BD31-4B8C-83A1-F6EECF244321}">
                <p14:modId xmlns:p14="http://schemas.microsoft.com/office/powerpoint/2010/main" val="1648613305"/>
              </p:ext>
            </p:extLst>
          </p:nvPr>
        </p:nvGraphicFramePr>
        <p:xfrm>
          <a:off x="10267834" y="4456837"/>
          <a:ext cx="1404000" cy="1368000"/>
        </p:xfrm>
        <a:graphic>
          <a:graphicData uri="http://schemas.openxmlformats.org/drawingml/2006/table">
            <a:tbl>
              <a:tblPr>
                <a:tableStyleId>{91EBBBCC-DAD2-459C-BE2E-F6DE35CF9A28}</a:tableStyleId>
              </a:tblPr>
              <a:tblGrid>
                <a:gridCol w="1404000">
                  <a:extLst>
                    <a:ext uri="{9D8B030D-6E8A-4147-A177-3AD203B41FA5}">
                      <a16:colId xmlns:a16="http://schemas.microsoft.com/office/drawing/2014/main" val="438668555"/>
                    </a:ext>
                  </a:extLst>
                </a:gridCol>
              </a:tblGrid>
              <a:tr h="648000">
                <a:tc>
                  <a:txBody>
                    <a:bodyPr/>
                    <a:lstStyle/>
                    <a:p>
                      <a:pPr marL="0" marR="0" lvl="0" indent="0" algn="ctr"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ファミリーマート</a:t>
                      </a:r>
                      <a:b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b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30</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txBody>
                  <a:tcPr anchor="ctr">
                    <a:lnL w="1270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75000"/>
                          <a:lumOff val="25000"/>
                        </a:schemeClr>
                      </a:solidFill>
                      <a:prstDash val="solid"/>
                      <a:round/>
                      <a:headEnd type="none" w="med" len="med"/>
                      <a:tailEnd type="none" w="med" len="med"/>
                    </a:lnB>
                    <a:solidFill>
                      <a:schemeClr val="bg1">
                        <a:lumMod val="95000"/>
                        <a:alpha val="82345"/>
                      </a:schemeClr>
                    </a:solidFill>
                  </a:tcPr>
                </a:tc>
                <a:extLst>
                  <a:ext uri="{0D108BD9-81ED-4DB2-BD59-A6C34878D82A}">
                    <a16:rowId xmlns:a16="http://schemas.microsoft.com/office/drawing/2014/main" val="3096550131"/>
                  </a:ext>
                </a:extLst>
              </a:tr>
              <a:tr h="720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rPr>
                        <a:t>14.93</a:t>
                      </a:r>
                      <a:br>
                        <a:rPr kumimoji="1" lang="en-US" altLang="ja-JP" sz="1200" b="1"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高い</a:t>
                      </a:r>
                      <a:endParaRPr kumimoji="1" lang="en-US" altLang="ja-JP" sz="1200" b="0"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75000"/>
                          <a:lumOff val="2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538559344"/>
                  </a:ext>
                </a:extLst>
              </a:tr>
            </a:tbl>
          </a:graphicData>
        </a:graphic>
      </p:graphicFrame>
    </p:spTree>
    <p:extLst>
      <p:ext uri="{BB962C8B-B14F-4D97-AF65-F5344CB8AC3E}">
        <p14:creationId xmlns:p14="http://schemas.microsoft.com/office/powerpoint/2010/main" val="1621319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500"/>
                                        <p:tgtEl>
                                          <p:spTgt spid="33"/>
                                        </p:tgtEl>
                                      </p:cBhvr>
                                    </p:animEffect>
                                  </p:childTnLst>
                                </p:cTn>
                              </p:par>
                              <p:par>
                                <p:cTn id="8" presetID="10" presetClass="entr" presetSubtype="0" fill="hold" nodeType="withEffect">
                                  <p:stCondLst>
                                    <p:cond delay="0"/>
                                  </p:stCondLst>
                                  <p:childTnLst>
                                    <p:set>
                                      <p:cBhvr>
                                        <p:cTn id="9" dur="1" fill="hold">
                                          <p:stCondLst>
                                            <p:cond delay="0"/>
                                          </p:stCondLst>
                                        </p:cTn>
                                        <p:tgtEl>
                                          <p:spTgt spid="34"/>
                                        </p:tgtEl>
                                        <p:attrNameLst>
                                          <p:attrName>style.visibility</p:attrName>
                                        </p:attrNameLst>
                                      </p:cBhvr>
                                      <p:to>
                                        <p:strVal val="visible"/>
                                      </p:to>
                                    </p:set>
                                    <p:animEffect transition="in" filter="fade">
                                      <p:cBhvr>
                                        <p:cTn id="10"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F8CA6D-EB94-87A4-B2A0-3B49EA096311}"/>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02733B25-BC1F-7BA6-DE69-815637B2EAD2}"/>
              </a:ext>
            </a:extLst>
          </p:cNvPr>
          <p:cNvSpPr txBox="1"/>
          <p:nvPr/>
        </p:nvSpPr>
        <p:spPr>
          <a:xfrm>
            <a:off x="223842" y="479786"/>
            <a:ext cx="8504320" cy="88721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lnSpc>
                <a:spcPts val="2820"/>
              </a:lnSpc>
              <a:defRPr/>
            </a:pPr>
            <a:r>
              <a:rPr lang="ja-JP" altLang="en-US" sz="2100" b="1" spc="50">
                <a:solidFill>
                  <a:srgbClr val="42557A"/>
                </a:solidFill>
                <a:latin typeface="源ノ角ゴシック JP" panose="020B0500000000000000" pitchFamily="34" charset="-128"/>
                <a:ea typeface="源ノ角ゴシック JP" panose="020B0500000000000000" pitchFamily="34" charset="-128"/>
              </a:rPr>
              <a:t>セブンイレブンでは、若年男性においてエネルギーへの「対応」の</a:t>
            </a:r>
            <a:endParaRPr lang="en-US" altLang="ja-JP" sz="2100" b="1" spc="50" dirty="0">
              <a:solidFill>
                <a:srgbClr val="42557A"/>
              </a:solidFill>
              <a:latin typeface="源ノ角ゴシック JP" panose="020B0500000000000000" pitchFamily="34" charset="-128"/>
              <a:ea typeface="源ノ角ゴシック JP" panose="020B0500000000000000" pitchFamily="34" charset="-128"/>
            </a:endParaRPr>
          </a:p>
          <a:p>
            <a:pPr indent="66714" defTabSz="438410" hangingPunct="0">
              <a:lnSpc>
                <a:spcPts val="2820"/>
              </a:lnSpc>
              <a:defRPr/>
            </a:pPr>
            <a:r>
              <a:rPr lang="ja-JP" altLang="en-US" sz="2100" b="1" spc="50">
                <a:solidFill>
                  <a:srgbClr val="42557A"/>
                </a:solidFill>
                <a:latin typeface="源ノ角ゴシック JP" panose="020B0500000000000000" pitchFamily="34" charset="-128"/>
                <a:ea typeface="源ノ角ゴシック JP" panose="020B0500000000000000" pitchFamily="34" charset="-128"/>
              </a:rPr>
              <a:t>適切さが低い</a:t>
            </a:r>
            <a:endParaRPr lang="en-US" altLang="ja-JP" sz="2100" b="1" spc="50" dirty="0">
              <a:solidFill>
                <a:srgbClr val="42557A"/>
              </a:solidFill>
              <a:latin typeface="源ノ角ゴシック JP" panose="020B0500000000000000" pitchFamily="34" charset="-128"/>
              <a:ea typeface="源ノ角ゴシック JP" panose="020B0500000000000000" pitchFamily="34" charset="-128"/>
            </a:endParaRPr>
          </a:p>
        </p:txBody>
      </p:sp>
      <p:graphicFrame>
        <p:nvGraphicFramePr>
          <p:cNvPr id="7" name="表 6">
            <a:extLst>
              <a:ext uri="{FF2B5EF4-FFF2-40B4-BE49-F238E27FC236}">
                <a16:creationId xmlns:a16="http://schemas.microsoft.com/office/drawing/2014/main" id="{DEB243F7-D47E-483A-DB0F-60BC191FAE67}"/>
              </a:ext>
            </a:extLst>
          </p:cNvPr>
          <p:cNvGraphicFramePr>
            <a:graphicFrameLocks noGrp="1"/>
          </p:cNvGraphicFramePr>
          <p:nvPr>
            <p:extLst>
              <p:ext uri="{D42A27DB-BD31-4B8C-83A1-F6EECF244321}">
                <p14:modId xmlns:p14="http://schemas.microsoft.com/office/powerpoint/2010/main" val="3377033384"/>
              </p:ext>
            </p:extLst>
          </p:nvPr>
        </p:nvGraphicFramePr>
        <p:xfrm>
          <a:off x="462074" y="2911448"/>
          <a:ext cx="7992000" cy="1188000"/>
        </p:xfrm>
        <a:graphic>
          <a:graphicData uri="http://schemas.openxmlformats.org/drawingml/2006/table">
            <a:tbl>
              <a:tblPr>
                <a:tableStyleId>{91EBBBCC-DAD2-459C-BE2E-F6DE35CF9A28}</a:tableStyleId>
              </a:tblPr>
              <a:tblGrid>
                <a:gridCol w="1296000">
                  <a:extLst>
                    <a:ext uri="{9D8B030D-6E8A-4147-A177-3AD203B41FA5}">
                      <a16:colId xmlns:a16="http://schemas.microsoft.com/office/drawing/2014/main" val="97736310"/>
                    </a:ext>
                  </a:extLst>
                </a:gridCol>
                <a:gridCol w="1116000">
                  <a:extLst>
                    <a:ext uri="{9D8B030D-6E8A-4147-A177-3AD203B41FA5}">
                      <a16:colId xmlns:a16="http://schemas.microsoft.com/office/drawing/2014/main" val="438668555"/>
                    </a:ext>
                  </a:extLst>
                </a:gridCol>
                <a:gridCol w="1116000">
                  <a:extLst>
                    <a:ext uri="{9D8B030D-6E8A-4147-A177-3AD203B41FA5}">
                      <a16:colId xmlns:a16="http://schemas.microsoft.com/office/drawing/2014/main" val="3330525109"/>
                    </a:ext>
                  </a:extLst>
                </a:gridCol>
                <a:gridCol w="1116000">
                  <a:extLst>
                    <a:ext uri="{9D8B030D-6E8A-4147-A177-3AD203B41FA5}">
                      <a16:colId xmlns:a16="http://schemas.microsoft.com/office/drawing/2014/main" val="3073032139"/>
                    </a:ext>
                  </a:extLst>
                </a:gridCol>
                <a:gridCol w="1116000">
                  <a:extLst>
                    <a:ext uri="{9D8B030D-6E8A-4147-A177-3AD203B41FA5}">
                      <a16:colId xmlns:a16="http://schemas.microsoft.com/office/drawing/2014/main" val="3799934641"/>
                    </a:ext>
                  </a:extLst>
                </a:gridCol>
                <a:gridCol w="1116000">
                  <a:extLst>
                    <a:ext uri="{9D8B030D-6E8A-4147-A177-3AD203B41FA5}">
                      <a16:colId xmlns:a16="http://schemas.microsoft.com/office/drawing/2014/main" val="1753694010"/>
                    </a:ext>
                  </a:extLst>
                </a:gridCol>
                <a:gridCol w="1116000">
                  <a:extLst>
                    <a:ext uri="{9D8B030D-6E8A-4147-A177-3AD203B41FA5}">
                      <a16:colId xmlns:a16="http://schemas.microsoft.com/office/drawing/2014/main" val="2065399664"/>
                    </a:ext>
                  </a:extLst>
                </a:gridCol>
              </a:tblGrid>
              <a:tr h="468000">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健康ニーズ</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20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30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40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50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60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70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extLst>
                  <a:ext uri="{0D108BD9-81ED-4DB2-BD59-A6C34878D82A}">
                    <a16:rowId xmlns:a16="http://schemas.microsoft.com/office/drawing/2014/main" val="3096550131"/>
                  </a:ext>
                </a:extLst>
              </a:tr>
              <a:tr h="720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エネルギーを</a:t>
                      </a:r>
                      <a:endParaRPr kumimoji="1" lang="en-US" altLang="ja-JP" sz="1200" b="0" i="0" u="none" strike="noStrike" kern="1200" cap="none" spc="0" normalizeH="0" baseline="0" noProof="0" dirty="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減らしたい</a:t>
                      </a:r>
                      <a:endParaRPr kumimoji="1" lang="en-US" altLang="ja-JP" sz="1200" b="0" i="0" u="none" strike="noStrike" kern="1200" cap="none" spc="0" normalizeH="0" baseline="0" noProof="0" dirty="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0.48</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CE4D44">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0.90</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CE4D44">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2.29</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2.01</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1.61</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rPr>
                        <a:t>3.22</a:t>
                      </a:r>
                      <a:br>
                        <a:rPr kumimoji="1" lang="en-US" altLang="ja-JP" sz="1200" b="1"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高い</a:t>
                      </a:r>
                      <a:endParaRPr kumimoji="1" lang="en-US" altLang="ja-JP" sz="1200" b="0"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538559344"/>
                  </a:ext>
                </a:extLst>
              </a:tr>
            </a:tbl>
          </a:graphicData>
        </a:graphic>
      </p:graphicFrame>
      <p:grpSp>
        <p:nvGrpSpPr>
          <p:cNvPr id="9" name="グループ化 8">
            <a:extLst>
              <a:ext uri="{FF2B5EF4-FFF2-40B4-BE49-F238E27FC236}">
                <a16:creationId xmlns:a16="http://schemas.microsoft.com/office/drawing/2014/main" id="{5D226054-24DD-E096-2F22-7E3489AC41EA}"/>
              </a:ext>
            </a:extLst>
          </p:cNvPr>
          <p:cNvGrpSpPr/>
          <p:nvPr/>
        </p:nvGrpSpPr>
        <p:grpSpPr>
          <a:xfrm>
            <a:off x="462074" y="1523112"/>
            <a:ext cx="4129710" cy="842369"/>
            <a:chOff x="408000" y="1066441"/>
            <a:chExt cx="4129710" cy="842369"/>
          </a:xfrm>
        </p:grpSpPr>
        <p:sp>
          <p:nvSpPr>
            <p:cNvPr id="10" name="正方形/長方形 9">
              <a:extLst>
                <a:ext uri="{FF2B5EF4-FFF2-40B4-BE49-F238E27FC236}">
                  <a16:creationId xmlns:a16="http://schemas.microsoft.com/office/drawing/2014/main" id="{E4C16E64-DB85-B6B1-1BBC-BA6A564DC845}"/>
                </a:ext>
              </a:extLst>
            </p:cNvPr>
            <p:cNvSpPr/>
            <p:nvPr/>
          </p:nvSpPr>
          <p:spPr>
            <a:xfrm>
              <a:off x="408000" y="1066441"/>
              <a:ext cx="4129710" cy="842369"/>
            </a:xfrm>
            <a:prstGeom prst="rect">
              <a:avLst/>
            </a:prstGeom>
            <a:solidFill>
              <a:schemeClr val="bg1">
                <a:lumMod val="95000"/>
                <a:alpha val="30000"/>
              </a:schemeClr>
            </a:solidFill>
            <a:ln w="12700">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n>
                  <a:solidFill>
                    <a:schemeClr val="tx1">
                      <a:lumMod val="50000"/>
                      <a:lumOff val="50000"/>
                    </a:schemeClr>
                  </a:solidFill>
                </a:ln>
              </a:endParaRPr>
            </a:p>
          </p:txBody>
        </p:sp>
        <p:sp>
          <p:nvSpPr>
            <p:cNvPr id="11" name="テキスト ボックス 10">
              <a:extLst>
                <a:ext uri="{FF2B5EF4-FFF2-40B4-BE49-F238E27FC236}">
                  <a16:creationId xmlns:a16="http://schemas.microsoft.com/office/drawing/2014/main" id="{40BBB2C4-3849-C0F5-F7BD-FD8F33743170}"/>
                </a:ext>
              </a:extLst>
            </p:cNvPr>
            <p:cNvSpPr txBox="1"/>
            <p:nvPr/>
          </p:nvSpPr>
          <p:spPr>
            <a:xfrm>
              <a:off x="477988" y="1183807"/>
              <a:ext cx="395685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購買記録数（件</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1000</a:t>
              </a: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人）：</a:t>
              </a:r>
              <a:endPar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2" name="テキスト ボックス 11">
              <a:extLst>
                <a:ext uri="{FF2B5EF4-FFF2-40B4-BE49-F238E27FC236}">
                  <a16:creationId xmlns:a16="http://schemas.microsoft.com/office/drawing/2014/main" id="{67D27D74-FEE4-662D-CB61-6EB607EEDF00}"/>
                </a:ext>
              </a:extLst>
            </p:cNvPr>
            <p:cNvSpPr txBox="1"/>
            <p:nvPr/>
          </p:nvSpPr>
          <p:spPr>
            <a:xfrm>
              <a:off x="477988" y="1515745"/>
              <a:ext cx="380826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適切さの評価：</a:t>
              </a:r>
              <a:r>
                <a:rPr kumimoji="1" lang="ja-JP" altLang="en-US" sz="1350">
                  <a:solidFill>
                    <a:srgbClr val="599975"/>
                  </a:solidFill>
                  <a:latin typeface="源ノ角ゴシック JP" panose="020B0500000000000000" pitchFamily="34" charset="-128"/>
                  <a:ea typeface="源ノ角ゴシック JP" panose="020B0500000000000000" pitchFamily="34" charset="-128"/>
                </a:rPr>
                <a:t>高い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35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35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a:solidFill>
                    <a:srgbClr val="CE4D44"/>
                  </a:solidFill>
                  <a:latin typeface="源ノ角ゴシック JP" panose="020B0500000000000000" pitchFamily="34" charset="-128"/>
                  <a:ea typeface="源ノ角ゴシック JP" panose="020B0500000000000000" pitchFamily="34" charset="-128"/>
                </a:rPr>
                <a:t>低い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p>
          </p:txBody>
        </p:sp>
      </p:grpSp>
      <p:sp>
        <p:nvSpPr>
          <p:cNvPr id="17" name="テキスト ボックス 16">
            <a:extLst>
              <a:ext uri="{FF2B5EF4-FFF2-40B4-BE49-F238E27FC236}">
                <a16:creationId xmlns:a16="http://schemas.microsoft.com/office/drawing/2014/main" id="{1E2CA1AA-ECDD-2849-5E1A-0AA760461664}"/>
              </a:ext>
            </a:extLst>
          </p:cNvPr>
          <p:cNvSpPr txBox="1"/>
          <p:nvPr/>
        </p:nvSpPr>
        <p:spPr>
          <a:xfrm>
            <a:off x="415094" y="2534293"/>
            <a:ext cx="577884" cy="377155"/>
          </a:xfrm>
          <a:prstGeom prst="rect">
            <a:avLst/>
          </a:prstGeom>
          <a:noFill/>
        </p:spPr>
        <p:txBody>
          <a:bodyPr wrap="square">
            <a:spAutoFit/>
          </a:bodyPr>
          <a:lstStyle/>
          <a:p>
            <a:pPr>
              <a:lnSpc>
                <a:spcPts val="24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男性</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26" name="テキスト ボックス 25">
            <a:extLst>
              <a:ext uri="{FF2B5EF4-FFF2-40B4-BE49-F238E27FC236}">
                <a16:creationId xmlns:a16="http://schemas.microsoft.com/office/drawing/2014/main" id="{A71B4500-A967-A5C4-E553-DB0722A99324}"/>
              </a:ext>
            </a:extLst>
          </p:cNvPr>
          <p:cNvSpPr txBox="1"/>
          <p:nvPr/>
        </p:nvSpPr>
        <p:spPr>
          <a:xfrm>
            <a:off x="2119631" y="6132506"/>
            <a:ext cx="7952738" cy="387863"/>
          </a:xfrm>
          <a:prstGeom prst="rect">
            <a:avLst/>
          </a:prstGeom>
          <a:noFill/>
        </p:spPr>
        <p:txBody>
          <a:bodyPr wrap="square">
            <a:spAutoFit/>
          </a:bodyPr>
          <a:lstStyle/>
          <a:p>
            <a:pPr>
              <a:lnSpc>
                <a:spcPts val="2480"/>
              </a:lnSpc>
              <a:defRPr/>
            </a:pPr>
            <a:r>
              <a:rPr kumimoji="1" lang="ja-JP" altLang="en-US" spc="40">
                <a:solidFill>
                  <a:srgbClr val="C00000"/>
                </a:solidFill>
                <a:latin typeface="源ノ角ゴシック JP" panose="020B0500000000000000" pitchFamily="34" charset="-128"/>
                <a:ea typeface="源ノ角ゴシック JP" panose="020B0500000000000000" pitchFamily="34" charset="-128"/>
              </a:rPr>
              <a:t>若年男性において適切さが低いという問題は、他社においても確認された</a:t>
            </a:r>
            <a:endParaRPr kumimoji="1" lang="en-US" altLang="ja-JP" spc="40" dirty="0">
              <a:solidFill>
                <a:srgbClr val="C00000"/>
              </a:solidFill>
              <a:latin typeface="源ノ角ゴシック JP" panose="020B0500000000000000" pitchFamily="34" charset="-128"/>
              <a:ea typeface="源ノ角ゴシック JP" panose="020B0500000000000000" pitchFamily="34" charset="-128"/>
            </a:endParaRPr>
          </a:p>
        </p:txBody>
      </p:sp>
      <p:sp>
        <p:nvSpPr>
          <p:cNvPr id="25" name="テキスト ボックス 24">
            <a:extLst>
              <a:ext uri="{FF2B5EF4-FFF2-40B4-BE49-F238E27FC236}">
                <a16:creationId xmlns:a16="http://schemas.microsoft.com/office/drawing/2014/main" id="{5CDCF0BB-B53B-92F4-387F-950F2CAFD098}"/>
              </a:ext>
            </a:extLst>
          </p:cNvPr>
          <p:cNvSpPr txBox="1"/>
          <p:nvPr/>
        </p:nvSpPr>
        <p:spPr>
          <a:xfrm>
            <a:off x="4792772" y="2510855"/>
            <a:ext cx="3771925" cy="362920"/>
          </a:xfrm>
          <a:prstGeom prst="rect">
            <a:avLst/>
          </a:prstGeom>
          <a:noFill/>
        </p:spPr>
        <p:txBody>
          <a:bodyPr wrap="square">
            <a:spAutoFit/>
          </a:bodyPr>
          <a:lstStyle/>
          <a:p>
            <a:pPr>
              <a:lnSpc>
                <a:spcPts val="2380"/>
              </a:lnSpc>
              <a:defRPr/>
            </a:pPr>
            <a:r>
              <a:rPr kumimoji="1" lang="en-US" altLang="ja-JP" sz="1300" spc="2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300" spc="20">
                <a:solidFill>
                  <a:srgbClr val="DCD8DC">
                    <a:lumMod val="25000"/>
                  </a:srgbClr>
                </a:solidFill>
                <a:latin typeface="源ノ角ゴシック JP" panose="020B0500000000000000" pitchFamily="34" charset="-128"/>
                <a:ea typeface="源ノ角ゴシック JP" panose="020B0500000000000000" pitchFamily="34" charset="-128"/>
              </a:rPr>
              <a:t> 属性ごとに、商品間で購買記録数を平均した</a:t>
            </a:r>
            <a:endParaRPr kumimoji="1" lang="en-US" altLang="ja-JP" sz="130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nvGrpSpPr>
          <p:cNvPr id="27" name="グループ化 26">
            <a:extLst>
              <a:ext uri="{FF2B5EF4-FFF2-40B4-BE49-F238E27FC236}">
                <a16:creationId xmlns:a16="http://schemas.microsoft.com/office/drawing/2014/main" id="{DA587192-2829-9C11-CE41-5132A1A7AC81}"/>
              </a:ext>
            </a:extLst>
          </p:cNvPr>
          <p:cNvGrpSpPr/>
          <p:nvPr/>
        </p:nvGrpSpPr>
        <p:grpSpPr>
          <a:xfrm>
            <a:off x="9071299" y="485067"/>
            <a:ext cx="2732813" cy="1296599"/>
            <a:chOff x="8573825" y="4139880"/>
            <a:chExt cx="2732813" cy="1296599"/>
          </a:xfrm>
        </p:grpSpPr>
        <p:sp>
          <p:nvSpPr>
            <p:cNvPr id="28" name="角丸四角形 27">
              <a:extLst>
                <a:ext uri="{FF2B5EF4-FFF2-40B4-BE49-F238E27FC236}">
                  <a16:creationId xmlns:a16="http://schemas.microsoft.com/office/drawing/2014/main" id="{D93FE0CE-CF5B-B11F-5811-CAA285FA59F8}"/>
                </a:ext>
              </a:extLst>
            </p:cNvPr>
            <p:cNvSpPr/>
            <p:nvPr/>
          </p:nvSpPr>
          <p:spPr>
            <a:xfrm>
              <a:off x="8649817" y="4463479"/>
              <a:ext cx="2656821" cy="973000"/>
            </a:xfrm>
            <a:prstGeom prst="roundRect">
              <a:avLst/>
            </a:prstGeom>
            <a:solidFill>
              <a:srgbClr val="CE4D44">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9" name="グループ化 28">
              <a:extLst>
                <a:ext uri="{FF2B5EF4-FFF2-40B4-BE49-F238E27FC236}">
                  <a16:creationId xmlns:a16="http://schemas.microsoft.com/office/drawing/2014/main" id="{1D870C9B-0B2E-1F23-8FC5-94B96CE6553D}"/>
                </a:ext>
              </a:extLst>
            </p:cNvPr>
            <p:cNvGrpSpPr/>
            <p:nvPr/>
          </p:nvGrpSpPr>
          <p:grpSpPr>
            <a:xfrm>
              <a:off x="8573825" y="4139880"/>
              <a:ext cx="2648672" cy="1209798"/>
              <a:chOff x="656542" y="825372"/>
              <a:chExt cx="2648672" cy="1209798"/>
            </a:xfrm>
          </p:grpSpPr>
          <p:sp>
            <p:nvSpPr>
              <p:cNvPr id="30" name="テキスト ボックス 29">
                <a:extLst>
                  <a:ext uri="{FF2B5EF4-FFF2-40B4-BE49-F238E27FC236}">
                    <a16:creationId xmlns:a16="http://schemas.microsoft.com/office/drawing/2014/main" id="{89A7799D-BF2E-E839-F7EC-A6F6D259C88B}"/>
                  </a:ext>
                </a:extLst>
              </p:cNvPr>
              <p:cNvSpPr txBox="1"/>
              <p:nvPr/>
            </p:nvSpPr>
            <p:spPr>
              <a:xfrm>
                <a:off x="656542" y="825372"/>
                <a:ext cx="2586680" cy="327526"/>
              </a:xfrm>
              <a:prstGeom prst="rect">
                <a:avLst/>
              </a:prstGeom>
              <a:noFill/>
            </p:spPr>
            <p:txBody>
              <a:bodyPr wrap="square">
                <a:spAutoFit/>
              </a:bodyPr>
              <a:lstStyle/>
              <a:p>
                <a:pPr>
                  <a:lnSpc>
                    <a:spcPts val="2020"/>
                  </a:lnSpc>
                  <a:defRPr/>
                </a:pPr>
                <a:r>
                  <a:rPr kumimoji="1" lang="ja-JP" altLang="en-US" sz="1250" spc="40">
                    <a:solidFill>
                      <a:srgbClr val="CE4D44"/>
                    </a:solidFill>
                    <a:latin typeface="源ノ角ゴシック JP" panose="020B0500000000000000" pitchFamily="34" charset="-128"/>
                    <a:ea typeface="源ノ角ゴシック JP" panose="020B0500000000000000" pitchFamily="34" charset="-128"/>
                  </a:rPr>
                  <a:t>特定された問題</a:t>
                </a:r>
                <a:endParaRPr kumimoji="1" lang="en-US" altLang="ja-JP" sz="1250" spc="40" dirty="0">
                  <a:solidFill>
                    <a:srgbClr val="CE4D44"/>
                  </a:solidFill>
                  <a:latin typeface="源ノ角ゴシック JP" panose="020B0500000000000000" pitchFamily="34" charset="-128"/>
                  <a:ea typeface="源ノ角ゴシック JP" panose="020B0500000000000000" pitchFamily="34" charset="-128"/>
                </a:endParaRPr>
              </a:p>
            </p:txBody>
          </p:sp>
          <p:sp>
            <p:nvSpPr>
              <p:cNvPr id="31" name="テキスト ボックス 30">
                <a:extLst>
                  <a:ext uri="{FF2B5EF4-FFF2-40B4-BE49-F238E27FC236}">
                    <a16:creationId xmlns:a16="http://schemas.microsoft.com/office/drawing/2014/main" id="{F146F9A2-075F-8FA5-341D-D10AAECD4F68}"/>
                  </a:ext>
                </a:extLst>
              </p:cNvPr>
              <p:cNvSpPr txBox="1"/>
              <p:nvPr/>
            </p:nvSpPr>
            <p:spPr>
              <a:xfrm>
                <a:off x="834232" y="1202313"/>
                <a:ext cx="2470982" cy="832857"/>
              </a:xfrm>
              <a:prstGeom prst="rect">
                <a:avLst/>
              </a:prstGeom>
              <a:noFill/>
            </p:spPr>
            <p:txBody>
              <a:bodyPr wrap="square">
                <a:spAutoFit/>
              </a:bodyPr>
              <a:lstStyle/>
              <a:p>
                <a:pPr>
                  <a:lnSpc>
                    <a:spcPts val="1980"/>
                  </a:lnSpc>
                  <a:defRPr/>
                </a:pPr>
                <a:r>
                  <a:rPr kumimoji="1" lang="ja-JP" altLang="en-US" sz="1150" strike="sngStrike">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・栄養バランスへの対応について</a:t>
                </a:r>
                <a:endParaRPr kumimoji="1" lang="en-US" altLang="ja-JP" sz="1150" strike="sngStrike"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b="1">
                    <a:solidFill>
                      <a:schemeClr val="tx1">
                        <a:lumMod val="75000"/>
                        <a:lumOff val="25000"/>
                      </a:schemeClr>
                    </a:solidFill>
                    <a:latin typeface="源ノ角ゴシック JP" panose="020B0500000000000000" pitchFamily="34" charset="-128"/>
                    <a:ea typeface="源ノ角ゴシック JP" panose="020B0500000000000000" pitchFamily="34" charset="-128"/>
                  </a:rPr>
                  <a:t>・エネルギーへの対応について</a:t>
                </a:r>
                <a:endParaRPr kumimoji="1" lang="en-US" altLang="ja-JP" sz="1150" b="1"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strike="sngStrike">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・脂質への対応について</a:t>
                </a:r>
                <a:endParaRPr kumimoji="1" lang="en-US" altLang="ja-JP" sz="1150" strike="sngStrike"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p:txBody>
          </p:sp>
        </p:grpSp>
      </p:grpSp>
      <p:grpSp>
        <p:nvGrpSpPr>
          <p:cNvPr id="38" name="グループ化 37">
            <a:extLst>
              <a:ext uri="{FF2B5EF4-FFF2-40B4-BE49-F238E27FC236}">
                <a16:creationId xmlns:a16="http://schemas.microsoft.com/office/drawing/2014/main" id="{EDFE28B0-1DB7-B74C-62D7-8FE9120205AE}"/>
              </a:ext>
            </a:extLst>
          </p:cNvPr>
          <p:cNvGrpSpPr/>
          <p:nvPr/>
        </p:nvGrpSpPr>
        <p:grpSpPr>
          <a:xfrm>
            <a:off x="8696413" y="2316571"/>
            <a:ext cx="3308742" cy="1824442"/>
            <a:chOff x="7368506" y="1263715"/>
            <a:chExt cx="3308742" cy="1824442"/>
          </a:xfrm>
        </p:grpSpPr>
        <p:sp>
          <p:nvSpPr>
            <p:cNvPr id="39" name="テキスト ボックス 38">
              <a:extLst>
                <a:ext uri="{FF2B5EF4-FFF2-40B4-BE49-F238E27FC236}">
                  <a16:creationId xmlns:a16="http://schemas.microsoft.com/office/drawing/2014/main" id="{1F66D9C3-DE67-3740-1A82-9CE56203F443}"/>
                </a:ext>
              </a:extLst>
            </p:cNvPr>
            <p:cNvSpPr txBox="1"/>
            <p:nvPr/>
          </p:nvSpPr>
          <p:spPr>
            <a:xfrm>
              <a:off x="7368506" y="1263715"/>
              <a:ext cx="3308742" cy="652871"/>
            </a:xfrm>
            <a:prstGeom prst="rect">
              <a:avLst/>
            </a:prstGeom>
            <a:noFill/>
          </p:spPr>
          <p:txBody>
            <a:bodyPr wrap="square">
              <a:spAutoFit/>
            </a:bodyPr>
            <a:lstStyle/>
            <a:p>
              <a:pPr>
                <a:lnSpc>
                  <a:spcPts val="22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購買記録数に基づき、適切さを</a:t>
              </a:r>
              <a:b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b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高い</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450" spc="2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低い</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）で評価した</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40" name="テキスト ボックス 39">
              <a:extLst>
                <a:ext uri="{FF2B5EF4-FFF2-40B4-BE49-F238E27FC236}">
                  <a16:creationId xmlns:a16="http://schemas.microsoft.com/office/drawing/2014/main" id="{A06DC151-977E-4C00-E047-DDB985F7FB90}"/>
                </a:ext>
              </a:extLst>
            </p:cNvPr>
            <p:cNvSpPr txBox="1"/>
            <p:nvPr/>
          </p:nvSpPr>
          <p:spPr>
            <a:xfrm>
              <a:off x="7471715" y="2034535"/>
              <a:ext cx="2196360" cy="1053622"/>
            </a:xfrm>
            <a:prstGeom prst="rect">
              <a:avLst/>
            </a:prstGeom>
            <a:noFill/>
          </p:spPr>
          <p:txBody>
            <a:bodyPr wrap="square">
              <a:spAutoFit/>
            </a:bodyPr>
            <a:lstStyle/>
            <a:p>
              <a:pPr>
                <a:lnSpc>
                  <a:spcPts val="2580"/>
                </a:lnSpc>
                <a:defRPr/>
              </a:pP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高い</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3.01</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以上</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580"/>
                </a:lnSpc>
                <a:defRPr/>
              </a:pP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1.04–3.00</a:t>
              </a:r>
            </a:p>
            <a:p>
              <a:pPr>
                <a:lnSpc>
                  <a:spcPts val="2580"/>
                </a:lnSpc>
                <a:defRPr/>
              </a:pP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低い</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0–1.03</a:t>
              </a:r>
            </a:p>
          </p:txBody>
        </p:sp>
      </p:grpSp>
    </p:spTree>
    <p:extLst>
      <p:ext uri="{BB962C8B-B14F-4D97-AF65-F5344CB8AC3E}">
        <p14:creationId xmlns:p14="http://schemas.microsoft.com/office/powerpoint/2010/main" val="16987157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B2A6D37A-0794-157A-EE17-7F03905AE52A}"/>
              </a:ext>
            </a:extLst>
          </p:cNvPr>
          <p:cNvSpPr txBox="1"/>
          <p:nvPr/>
        </p:nvSpPr>
        <p:spPr>
          <a:xfrm>
            <a:off x="223842" y="485067"/>
            <a:ext cx="10624972"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健康ニーズに対するセブンイレブンの「対応」について３つの問題が特定された</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sp>
        <p:nvSpPr>
          <p:cNvPr id="5" name="テキスト ボックス 4">
            <a:extLst>
              <a:ext uri="{FF2B5EF4-FFF2-40B4-BE49-F238E27FC236}">
                <a16:creationId xmlns:a16="http://schemas.microsoft.com/office/drawing/2014/main" id="{6FFECFE2-14CE-7C50-AADB-2AA94C789FF2}"/>
              </a:ext>
            </a:extLst>
          </p:cNvPr>
          <p:cNvSpPr txBox="1"/>
          <p:nvPr/>
        </p:nvSpPr>
        <p:spPr>
          <a:xfrm>
            <a:off x="1286701" y="3429000"/>
            <a:ext cx="9618598" cy="435953"/>
          </a:xfrm>
          <a:prstGeom prst="rect">
            <a:avLst/>
          </a:prstGeom>
          <a:noFill/>
        </p:spPr>
        <p:txBody>
          <a:bodyPr wrap="square">
            <a:spAutoFit/>
          </a:bodyPr>
          <a:lstStyle/>
          <a:p>
            <a:pPr>
              <a:lnSpc>
                <a:spcPts val="2980"/>
              </a:lnSpc>
              <a:defRPr/>
            </a:pP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・若年男性において「エネルギーを</a:t>
            </a:r>
            <a:r>
              <a:rPr kumimoji="1" lang="ja-JP" altLang="en-US" spc="3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u="sng" spc="30">
                <a:solidFill>
                  <a:srgbClr val="DCD8DC">
                    <a:lumMod val="25000"/>
                  </a:srgbClr>
                </a:solidFill>
                <a:latin typeface="源ノ角ゴシック JP" panose="020B0500000000000000" pitchFamily="34" charset="-128"/>
                <a:ea typeface="源ノ角ゴシック JP" panose="020B0500000000000000" pitchFamily="34" charset="-128"/>
              </a:rPr>
              <a:t>適切さが低い</a:t>
            </a:r>
            <a:endParaRPr kumimoji="1" lang="en-US" altLang="ja-JP"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6" name="テキスト ボックス 5">
            <a:extLst>
              <a:ext uri="{FF2B5EF4-FFF2-40B4-BE49-F238E27FC236}">
                <a16:creationId xmlns:a16="http://schemas.microsoft.com/office/drawing/2014/main" id="{C4CBA6AF-F184-C66E-4542-D1DBAEF3E499}"/>
              </a:ext>
            </a:extLst>
          </p:cNvPr>
          <p:cNvSpPr txBox="1"/>
          <p:nvPr/>
        </p:nvSpPr>
        <p:spPr>
          <a:xfrm>
            <a:off x="1286701" y="5672132"/>
            <a:ext cx="9618598" cy="435953"/>
          </a:xfrm>
          <a:prstGeom prst="rect">
            <a:avLst/>
          </a:prstGeom>
          <a:noFill/>
        </p:spPr>
        <p:txBody>
          <a:bodyPr wrap="square">
            <a:spAutoFit/>
          </a:bodyPr>
          <a:lstStyle/>
          <a:p>
            <a:pPr>
              <a:lnSpc>
                <a:spcPts val="2980"/>
              </a:lnSpc>
              <a:defRPr/>
            </a:pP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・属性を問わず「脂質を</a:t>
            </a:r>
            <a:r>
              <a:rPr kumimoji="1" lang="ja-JP" altLang="en-US" spc="3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u="sng" spc="30">
                <a:solidFill>
                  <a:srgbClr val="DCD8DC">
                    <a:lumMod val="25000"/>
                  </a:srgbClr>
                </a:solidFill>
                <a:latin typeface="源ノ角ゴシック JP" panose="020B0500000000000000" pitchFamily="34" charset="-128"/>
                <a:ea typeface="源ノ角ゴシック JP" panose="020B0500000000000000" pitchFamily="34" charset="-128"/>
              </a:rPr>
              <a:t>実施量が不十分である</a:t>
            </a:r>
            <a:endParaRPr kumimoji="1" lang="en-US" altLang="ja-JP"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4" name="テキスト ボックス 3">
            <a:extLst>
              <a:ext uri="{FF2B5EF4-FFF2-40B4-BE49-F238E27FC236}">
                <a16:creationId xmlns:a16="http://schemas.microsoft.com/office/drawing/2014/main" id="{B4816487-7B0C-CEAA-8529-30E810EE04D6}"/>
              </a:ext>
            </a:extLst>
          </p:cNvPr>
          <p:cNvSpPr txBox="1"/>
          <p:nvPr/>
        </p:nvSpPr>
        <p:spPr>
          <a:xfrm>
            <a:off x="1286701" y="1185868"/>
            <a:ext cx="9618598" cy="435953"/>
          </a:xfrm>
          <a:prstGeom prst="rect">
            <a:avLst/>
          </a:prstGeom>
          <a:noFill/>
        </p:spPr>
        <p:txBody>
          <a:bodyPr wrap="square">
            <a:spAutoFit/>
          </a:bodyPr>
          <a:lstStyle/>
          <a:p>
            <a:pPr>
              <a:lnSpc>
                <a:spcPts val="2980"/>
              </a:lnSpc>
              <a:defRPr/>
            </a:pP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・若年層を中心に「栄養バランスを</a:t>
            </a:r>
            <a:r>
              <a:rPr kumimoji="1" lang="ja-JP" altLang="en-US" spc="30">
                <a:solidFill>
                  <a:srgbClr val="599975"/>
                </a:solidFill>
                <a:latin typeface="源ノ角ゴシック JP" panose="020B0500000000000000" pitchFamily="34" charset="-128"/>
                <a:ea typeface="源ノ角ゴシック JP" panose="020B0500000000000000" pitchFamily="34" charset="-128"/>
              </a:rPr>
              <a:t>調整したい</a:t>
            </a: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u="sng" spc="30">
                <a:solidFill>
                  <a:srgbClr val="DCD8DC">
                    <a:lumMod val="25000"/>
                  </a:srgbClr>
                </a:solidFill>
                <a:latin typeface="源ノ角ゴシック JP" panose="020B0500000000000000" pitchFamily="34" charset="-128"/>
                <a:ea typeface="源ノ角ゴシック JP" panose="020B0500000000000000" pitchFamily="34" charset="-128"/>
              </a:rPr>
              <a:t>適切さが低い</a:t>
            </a:r>
            <a:endParaRPr kumimoji="1" lang="en-US" altLang="ja-JP"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7" name="テキスト ボックス 6">
            <a:extLst>
              <a:ext uri="{FF2B5EF4-FFF2-40B4-BE49-F238E27FC236}">
                <a16:creationId xmlns:a16="http://schemas.microsoft.com/office/drawing/2014/main" id="{8D1DAC61-AAAA-3E61-3D1F-4BB4C2D2D928}"/>
              </a:ext>
            </a:extLst>
          </p:cNvPr>
          <p:cNvSpPr txBox="1"/>
          <p:nvPr/>
        </p:nvSpPr>
        <p:spPr>
          <a:xfrm>
            <a:off x="1527829" y="1724997"/>
            <a:ext cx="6262394" cy="368627"/>
          </a:xfrm>
          <a:prstGeom prst="rect">
            <a:avLst/>
          </a:prstGeom>
          <a:noFill/>
        </p:spPr>
        <p:txBody>
          <a:bodyPr wrap="square">
            <a:spAutoFit/>
          </a:bodyPr>
          <a:lstStyle/>
          <a:p>
            <a:pPr>
              <a:lnSpc>
                <a:spcPts val="2280"/>
              </a:lnSpc>
              <a:defRPr/>
            </a:pPr>
            <a:r>
              <a:rPr kumimoji="1" lang="ja-JP" altLang="en-US"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一方で、他社では若年層に対する「対応」の適切さが高い</a:t>
            </a:r>
            <a:endParaRPr kumimoji="1" lang="en-US" altLang="ja-JP"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8" name="テキスト ボックス 7">
            <a:extLst>
              <a:ext uri="{FF2B5EF4-FFF2-40B4-BE49-F238E27FC236}">
                <a16:creationId xmlns:a16="http://schemas.microsoft.com/office/drawing/2014/main" id="{97461F15-C905-3C70-5EB3-1BAB03CED7A8}"/>
              </a:ext>
            </a:extLst>
          </p:cNvPr>
          <p:cNvSpPr txBox="1"/>
          <p:nvPr/>
        </p:nvSpPr>
        <p:spPr>
          <a:xfrm>
            <a:off x="1532368" y="2212298"/>
            <a:ext cx="7945927" cy="368627"/>
          </a:xfrm>
          <a:prstGeom prst="rect">
            <a:avLst/>
          </a:prstGeom>
          <a:noFill/>
        </p:spPr>
        <p:txBody>
          <a:bodyPr wrap="square">
            <a:spAutoFit/>
          </a:bodyPr>
          <a:lstStyle/>
          <a:p>
            <a:pPr>
              <a:lnSpc>
                <a:spcPts val="2280"/>
              </a:lnSpc>
              <a:defRPr/>
            </a:pPr>
            <a:r>
              <a:rPr kumimoji="1" lang="ja-JP" altLang="en-US" spc="30">
                <a:solidFill>
                  <a:srgbClr val="C00000"/>
                </a:solidFill>
                <a:latin typeface="源ノ角ゴシック JP" panose="020B0500000000000000" pitchFamily="34" charset="-128"/>
                <a:ea typeface="源ノ角ゴシック JP" panose="020B0500000000000000" pitchFamily="34" charset="-128"/>
              </a:rPr>
              <a:t>→</a:t>
            </a:r>
            <a:r>
              <a:rPr kumimoji="1" lang="en-US" altLang="ja-JP" spc="30" dirty="0">
                <a:solidFill>
                  <a:srgbClr val="C00000"/>
                </a:solidFill>
                <a:latin typeface="源ノ角ゴシック JP" panose="020B0500000000000000" pitchFamily="34" charset="-128"/>
                <a:ea typeface="源ノ角ゴシック JP" panose="020B0500000000000000" pitchFamily="34" charset="-128"/>
              </a:rPr>
              <a:t> </a:t>
            </a:r>
            <a:r>
              <a:rPr kumimoji="1" lang="ja-JP" altLang="en-US" spc="30">
                <a:solidFill>
                  <a:srgbClr val="C00000"/>
                </a:solidFill>
                <a:latin typeface="源ノ角ゴシック JP" panose="020B0500000000000000" pitchFamily="34" charset="-128"/>
                <a:ea typeface="源ノ角ゴシック JP" panose="020B0500000000000000" pitchFamily="34" charset="-128"/>
              </a:rPr>
              <a:t>「対応」の適切さを改善し、</a:t>
            </a:r>
            <a:r>
              <a:rPr kumimoji="1" lang="ja-JP" altLang="en-US" u="sng" spc="30">
                <a:solidFill>
                  <a:srgbClr val="C00000"/>
                </a:solidFill>
                <a:latin typeface="源ノ角ゴシック JP" panose="020B0500000000000000" pitchFamily="34" charset="-128"/>
                <a:ea typeface="源ノ角ゴシック JP" panose="020B0500000000000000" pitchFamily="34" charset="-128"/>
              </a:rPr>
              <a:t>他社と同程度の水準に追いつく必要がある</a:t>
            </a:r>
            <a:endParaRPr kumimoji="1" lang="en-US" altLang="ja-JP" u="sng" spc="30" dirty="0">
              <a:solidFill>
                <a:srgbClr val="C00000"/>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38760367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C296F68-BB08-57C7-579B-27A3C187EE5A}"/>
              </a:ext>
            </a:extLst>
          </p:cNvPr>
          <p:cNvSpPr txBox="1"/>
          <p:nvPr/>
        </p:nvSpPr>
        <p:spPr>
          <a:xfrm>
            <a:off x="223842" y="485067"/>
            <a:ext cx="10624972"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「対応」商品を購入した経験のある人が少ないことが、ボトルネックである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sp>
        <p:nvSpPr>
          <p:cNvPr id="3" name="テキスト ボックス 2">
            <a:extLst>
              <a:ext uri="{FF2B5EF4-FFF2-40B4-BE49-F238E27FC236}">
                <a16:creationId xmlns:a16="http://schemas.microsoft.com/office/drawing/2014/main" id="{39EACB03-8682-9E01-2627-BF70B8FD7854}"/>
              </a:ext>
            </a:extLst>
          </p:cNvPr>
          <p:cNvSpPr txBox="1"/>
          <p:nvPr/>
        </p:nvSpPr>
        <p:spPr>
          <a:xfrm>
            <a:off x="658631" y="1091280"/>
            <a:ext cx="10073557" cy="699294"/>
          </a:xfrm>
          <a:prstGeom prst="rect">
            <a:avLst/>
          </a:prstGeom>
          <a:noFill/>
        </p:spPr>
        <p:txBody>
          <a:bodyPr wrap="square">
            <a:spAutoFit/>
          </a:bodyPr>
          <a:lstStyle/>
          <a:p>
            <a:pPr>
              <a:lnSpc>
                <a:spcPts val="2480"/>
              </a:lnSpc>
              <a:defRPr/>
            </a:pP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なぜ、若年層において「栄養バランスを</a:t>
            </a:r>
            <a:r>
              <a:rPr kumimoji="1" lang="ja-JP" altLang="en-US" sz="1500" spc="30">
                <a:solidFill>
                  <a:srgbClr val="599975"/>
                </a:solidFill>
                <a:latin typeface="源ノ角ゴシック JP" panose="020B0500000000000000" pitchFamily="34" charset="-128"/>
                <a:ea typeface="源ノ角ゴシック JP" panose="020B0500000000000000" pitchFamily="34" charset="-128"/>
              </a:rPr>
              <a:t>調整したい</a:t>
            </a: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sz="1500" u="sng" spc="30">
                <a:solidFill>
                  <a:srgbClr val="DCD8DC">
                    <a:lumMod val="25000"/>
                  </a:srgbClr>
                </a:solidFill>
                <a:latin typeface="源ノ角ゴシック JP" panose="020B0500000000000000" pitchFamily="34" charset="-128"/>
                <a:ea typeface="源ノ角ゴシック JP" panose="020B0500000000000000" pitchFamily="34" charset="-128"/>
              </a:rPr>
              <a:t>適切さが低いのか</a:t>
            </a: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480"/>
              </a:lnSpc>
              <a:defRPr/>
            </a:pP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 購買記録数を構成する２つの要素に分けて、ボトルネックを特定する</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nvGrpSpPr>
          <p:cNvPr id="30" name="グループ化 29">
            <a:extLst>
              <a:ext uri="{FF2B5EF4-FFF2-40B4-BE49-F238E27FC236}">
                <a16:creationId xmlns:a16="http://schemas.microsoft.com/office/drawing/2014/main" id="{53278605-6E03-E854-FC8F-73E7CC52B992}"/>
              </a:ext>
            </a:extLst>
          </p:cNvPr>
          <p:cNvGrpSpPr/>
          <p:nvPr/>
        </p:nvGrpSpPr>
        <p:grpSpPr>
          <a:xfrm>
            <a:off x="843324" y="2090614"/>
            <a:ext cx="10505352" cy="2168609"/>
            <a:chOff x="843324" y="2110616"/>
            <a:chExt cx="10505352" cy="2168609"/>
          </a:xfrm>
        </p:grpSpPr>
        <p:sp>
          <p:nvSpPr>
            <p:cNvPr id="25" name="正方形/長方形 24">
              <a:extLst>
                <a:ext uri="{FF2B5EF4-FFF2-40B4-BE49-F238E27FC236}">
                  <a16:creationId xmlns:a16="http://schemas.microsoft.com/office/drawing/2014/main" id="{A76ABE6E-8A32-2CBF-1114-981EB34522E0}"/>
                </a:ext>
              </a:extLst>
            </p:cNvPr>
            <p:cNvSpPr/>
            <p:nvPr/>
          </p:nvSpPr>
          <p:spPr>
            <a:xfrm>
              <a:off x="4439372" y="2110616"/>
              <a:ext cx="2482589" cy="1740947"/>
            </a:xfrm>
            <a:prstGeom prst="rect">
              <a:avLst/>
            </a:prstGeom>
            <a:solidFill>
              <a:srgbClr val="5485C4">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正方形/長方形 25">
              <a:extLst>
                <a:ext uri="{FF2B5EF4-FFF2-40B4-BE49-F238E27FC236}">
                  <a16:creationId xmlns:a16="http://schemas.microsoft.com/office/drawing/2014/main" id="{E4600818-35B6-987B-CE79-20BF602A2D90}"/>
                </a:ext>
              </a:extLst>
            </p:cNvPr>
            <p:cNvSpPr/>
            <p:nvPr/>
          </p:nvSpPr>
          <p:spPr>
            <a:xfrm>
              <a:off x="7380100" y="2110616"/>
              <a:ext cx="2482589" cy="1740947"/>
            </a:xfrm>
            <a:prstGeom prst="rect">
              <a:avLst/>
            </a:prstGeom>
            <a:solidFill>
              <a:srgbClr val="C675A6">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9" name="グループ化 28">
              <a:extLst>
                <a:ext uri="{FF2B5EF4-FFF2-40B4-BE49-F238E27FC236}">
                  <a16:creationId xmlns:a16="http://schemas.microsoft.com/office/drawing/2014/main" id="{8BD53D45-E9FF-F7F6-3BAB-BBFDF0FBD101}"/>
                </a:ext>
              </a:extLst>
            </p:cNvPr>
            <p:cNvGrpSpPr/>
            <p:nvPr/>
          </p:nvGrpSpPr>
          <p:grpSpPr>
            <a:xfrm>
              <a:off x="843324" y="2237984"/>
              <a:ext cx="10505352" cy="2041241"/>
              <a:chOff x="843324" y="2237984"/>
              <a:chExt cx="10505352" cy="2041241"/>
            </a:xfrm>
          </p:grpSpPr>
          <p:grpSp>
            <p:nvGrpSpPr>
              <p:cNvPr id="24" name="グループ化 23">
                <a:extLst>
                  <a:ext uri="{FF2B5EF4-FFF2-40B4-BE49-F238E27FC236}">
                    <a16:creationId xmlns:a16="http://schemas.microsoft.com/office/drawing/2014/main" id="{01C8F9D9-AA4B-6225-53DF-F7499B756F89}"/>
                  </a:ext>
                </a:extLst>
              </p:cNvPr>
              <p:cNvGrpSpPr/>
              <p:nvPr/>
            </p:nvGrpSpPr>
            <p:grpSpPr>
              <a:xfrm>
                <a:off x="843324" y="2237984"/>
                <a:ext cx="10505352" cy="1508694"/>
                <a:chOff x="351256" y="2309236"/>
                <a:chExt cx="10505352" cy="1508694"/>
              </a:xfrm>
            </p:grpSpPr>
            <p:sp>
              <p:nvSpPr>
                <p:cNvPr id="6" name="テキスト ボックス 5">
                  <a:extLst>
                    <a:ext uri="{FF2B5EF4-FFF2-40B4-BE49-F238E27FC236}">
                      <a16:creationId xmlns:a16="http://schemas.microsoft.com/office/drawing/2014/main" id="{BD77A734-2324-5837-76E0-64C72C6CE79E}"/>
                    </a:ext>
                  </a:extLst>
                </p:cNvPr>
                <p:cNvSpPr txBox="1"/>
                <p:nvPr/>
              </p:nvSpPr>
              <p:spPr>
                <a:xfrm>
                  <a:off x="351256" y="2872356"/>
                  <a:ext cx="3596048" cy="352019"/>
                </a:xfrm>
                <a:prstGeom prst="rect">
                  <a:avLst/>
                </a:prstGeom>
                <a:noFill/>
              </p:spPr>
              <p:txBody>
                <a:bodyPr wrap="square">
                  <a:spAutoFit/>
                </a:bodyPr>
                <a:lstStyle/>
                <a:p>
                  <a:pPr>
                    <a:lnSpc>
                      <a:spcPts val="2020"/>
                    </a:lnSpc>
                    <a:defRPr/>
                  </a:pPr>
                  <a:r>
                    <a:rPr kumimoji="1" lang="ja-JP" altLang="en-US" sz="2000" b="1">
                      <a:solidFill>
                        <a:schemeClr val="tx1">
                          <a:lumMod val="65000"/>
                          <a:lumOff val="35000"/>
                        </a:schemeClr>
                      </a:solidFill>
                      <a:latin typeface="源ノ角ゴシック JP" panose="020B0500000000000000" pitchFamily="34" charset="-128"/>
                      <a:ea typeface="源ノ角ゴシック JP" panose="020B0500000000000000" pitchFamily="34" charset="-128"/>
                    </a:rPr>
                    <a:t>購買記録数（件</a:t>
                  </a:r>
                  <a:r>
                    <a:rPr kumimoji="1" lang="en-US" altLang="ja-JP" sz="20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 / 1000</a:t>
                  </a:r>
                  <a:r>
                    <a:rPr kumimoji="1" lang="ja-JP" altLang="en-US" sz="2000" b="1">
                      <a:solidFill>
                        <a:schemeClr val="tx1">
                          <a:lumMod val="65000"/>
                          <a:lumOff val="35000"/>
                        </a:schemeClr>
                      </a:solidFill>
                      <a:latin typeface="源ノ角ゴシック JP" panose="020B0500000000000000" pitchFamily="34" charset="-128"/>
                      <a:ea typeface="源ノ角ゴシック JP" panose="020B0500000000000000" pitchFamily="34" charset="-128"/>
                    </a:rPr>
                    <a:t>人）</a:t>
                  </a:r>
                  <a:endParaRPr kumimoji="1" lang="en-US" altLang="ja-JP" sz="20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9" name="テキスト ボックス 8">
                  <a:extLst>
                    <a:ext uri="{FF2B5EF4-FFF2-40B4-BE49-F238E27FC236}">
                      <a16:creationId xmlns:a16="http://schemas.microsoft.com/office/drawing/2014/main" id="{BCFF2B7A-7D87-224F-8565-8C411B0AB13A}"/>
                    </a:ext>
                  </a:extLst>
                </p:cNvPr>
                <p:cNvSpPr txBox="1"/>
                <p:nvPr/>
              </p:nvSpPr>
              <p:spPr>
                <a:xfrm>
                  <a:off x="3534342" y="2910240"/>
                  <a:ext cx="451562" cy="361189"/>
                </a:xfrm>
                <a:prstGeom prst="rect">
                  <a:avLst/>
                </a:prstGeom>
                <a:noFill/>
              </p:spPr>
              <p:txBody>
                <a:bodyPr wrap="square">
                  <a:spAutoFit/>
                </a:bodyPr>
                <a:lstStyle/>
                <a:p>
                  <a:pPr>
                    <a:lnSpc>
                      <a:spcPts val="2020"/>
                    </a:lnSpc>
                    <a:defRPr/>
                  </a:pP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p>
              </p:txBody>
            </p:sp>
            <p:grpSp>
              <p:nvGrpSpPr>
                <p:cNvPr id="22" name="グループ化 21">
                  <a:extLst>
                    <a:ext uri="{FF2B5EF4-FFF2-40B4-BE49-F238E27FC236}">
                      <a16:creationId xmlns:a16="http://schemas.microsoft.com/office/drawing/2014/main" id="{5F0930C7-77C3-EBA4-8E6F-BCB20E47E4AD}"/>
                    </a:ext>
                  </a:extLst>
                </p:cNvPr>
                <p:cNvGrpSpPr/>
                <p:nvPr/>
              </p:nvGrpSpPr>
              <p:grpSpPr>
                <a:xfrm>
                  <a:off x="4030917" y="2309236"/>
                  <a:ext cx="2417428" cy="1503425"/>
                  <a:chOff x="4078417" y="2309236"/>
                  <a:chExt cx="2417428" cy="1503425"/>
                </a:xfrm>
              </p:grpSpPr>
              <p:sp>
                <p:nvSpPr>
                  <p:cNvPr id="7" name="テキスト ボックス 6">
                    <a:extLst>
                      <a:ext uri="{FF2B5EF4-FFF2-40B4-BE49-F238E27FC236}">
                        <a16:creationId xmlns:a16="http://schemas.microsoft.com/office/drawing/2014/main" id="{693DD059-1E20-7FF6-37AA-1CA6C24F560C}"/>
                      </a:ext>
                    </a:extLst>
                  </p:cNvPr>
                  <p:cNvSpPr txBox="1"/>
                  <p:nvPr/>
                </p:nvSpPr>
                <p:spPr>
                  <a:xfrm>
                    <a:off x="4204416" y="2309236"/>
                    <a:ext cx="2129963" cy="638060"/>
                  </a:xfrm>
                  <a:prstGeom prst="rect">
                    <a:avLst/>
                  </a:prstGeom>
                  <a:noFill/>
                </p:spPr>
                <p:txBody>
                  <a:bodyPr wrap="square">
                    <a:spAutoFit/>
                  </a:bodyPr>
                  <a:lstStyle/>
                  <a:p>
                    <a:pPr>
                      <a:lnSpc>
                        <a:spcPts val="2220"/>
                      </a:lnSpc>
                      <a:defRPr/>
                    </a:pPr>
                    <a:r>
                      <a:rPr kumimoji="1" lang="ja-JP" altLang="en-US" sz="1600" spc="30">
                        <a:solidFill>
                          <a:schemeClr val="tx1">
                            <a:lumMod val="65000"/>
                            <a:lumOff val="35000"/>
                          </a:schemeClr>
                        </a:solidFill>
                        <a:latin typeface="源ノ角ゴシック JP" panose="020B0500000000000000" pitchFamily="34" charset="-128"/>
                        <a:ea typeface="源ノ角ゴシック JP" panose="020B0500000000000000" pitchFamily="34" charset="-128"/>
                      </a:rPr>
                      <a:t>商品を購入した</a:t>
                    </a:r>
                    <a:br>
                      <a:rPr kumimoji="1" lang="en-US" altLang="ja-JP" sz="1600" spc="3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600" spc="30">
                        <a:solidFill>
                          <a:schemeClr val="tx1">
                            <a:lumMod val="65000"/>
                            <a:lumOff val="35000"/>
                          </a:schemeClr>
                        </a:solidFill>
                        <a:latin typeface="源ノ角ゴシック JP" panose="020B0500000000000000" pitchFamily="34" charset="-128"/>
                        <a:ea typeface="源ノ角ゴシック JP" panose="020B0500000000000000" pitchFamily="34" charset="-128"/>
                      </a:rPr>
                      <a:t>経験のある人（人）</a:t>
                    </a:r>
                    <a:endParaRPr kumimoji="1" lang="en-US" altLang="ja-JP" sz="1600" spc="3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8" name="テキスト ボックス 7">
                    <a:extLst>
                      <a:ext uri="{FF2B5EF4-FFF2-40B4-BE49-F238E27FC236}">
                        <a16:creationId xmlns:a16="http://schemas.microsoft.com/office/drawing/2014/main" id="{8F68096F-6552-6AB2-0BCA-6B13C4819271}"/>
                      </a:ext>
                    </a:extLst>
                  </p:cNvPr>
                  <p:cNvSpPr txBox="1"/>
                  <p:nvPr/>
                </p:nvSpPr>
                <p:spPr>
                  <a:xfrm>
                    <a:off x="4133335" y="3174601"/>
                    <a:ext cx="2362510" cy="638060"/>
                  </a:xfrm>
                  <a:prstGeom prst="rect">
                    <a:avLst/>
                  </a:prstGeom>
                  <a:noFill/>
                </p:spPr>
                <p:txBody>
                  <a:bodyPr wrap="square">
                    <a:spAutoFit/>
                  </a:bodyPr>
                  <a:lstStyle/>
                  <a:p>
                    <a:pPr>
                      <a:lnSpc>
                        <a:spcPts val="2220"/>
                      </a:lnSpc>
                      <a:defRPr/>
                    </a:pPr>
                    <a:r>
                      <a:rPr kumimoji="1" lang="ja-JP" altLang="en-US" sz="1600" spc="30">
                        <a:solidFill>
                          <a:schemeClr val="tx1">
                            <a:lumMod val="65000"/>
                            <a:lumOff val="35000"/>
                          </a:schemeClr>
                        </a:solidFill>
                        <a:latin typeface="源ノ角ゴシック JP" panose="020B0500000000000000" pitchFamily="34" charset="-128"/>
                        <a:ea typeface="源ノ角ゴシック JP" panose="020B0500000000000000" pitchFamily="34" charset="-128"/>
                      </a:rPr>
                      <a:t>対象属性の</a:t>
                    </a:r>
                    <a:br>
                      <a:rPr kumimoji="1" lang="en-US" altLang="ja-JP" sz="1600" spc="3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600" spc="30">
                        <a:solidFill>
                          <a:schemeClr val="tx1">
                            <a:lumMod val="65000"/>
                            <a:lumOff val="35000"/>
                          </a:schemeClr>
                        </a:solidFill>
                        <a:latin typeface="源ノ角ゴシック JP" panose="020B0500000000000000" pitchFamily="34" charset="-128"/>
                        <a:ea typeface="源ノ角ゴシック JP" panose="020B0500000000000000" pitchFamily="34" charset="-128"/>
                      </a:rPr>
                      <a:t>セブン利用者数（人）</a:t>
                    </a:r>
                    <a:endParaRPr kumimoji="1" lang="en-US" altLang="ja-JP" sz="1600" spc="3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cxnSp>
                <p:nvCxnSpPr>
                  <p:cNvPr id="10" name="直線コネクタ 9">
                    <a:extLst>
                      <a:ext uri="{FF2B5EF4-FFF2-40B4-BE49-F238E27FC236}">
                        <a16:creationId xmlns:a16="http://schemas.microsoft.com/office/drawing/2014/main" id="{20780F4C-F537-1788-C037-EF4A08F8CA95}"/>
                      </a:ext>
                    </a:extLst>
                  </p:cNvPr>
                  <p:cNvCxnSpPr>
                    <a:cxnSpLocks/>
                  </p:cNvCxnSpPr>
                  <p:nvPr/>
                </p:nvCxnSpPr>
                <p:spPr>
                  <a:xfrm>
                    <a:off x="4078417" y="3048365"/>
                    <a:ext cx="2289432" cy="0"/>
                  </a:xfrm>
                  <a:prstGeom prst="line">
                    <a:avLst/>
                  </a:prstGeom>
                  <a:ln w="381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grpSp>
            <p:sp>
              <p:nvSpPr>
                <p:cNvPr id="11" name="テキスト ボックス 10">
                  <a:extLst>
                    <a:ext uri="{FF2B5EF4-FFF2-40B4-BE49-F238E27FC236}">
                      <a16:creationId xmlns:a16="http://schemas.microsoft.com/office/drawing/2014/main" id="{EC600932-4662-FE95-FDC0-1F2E22202972}"/>
                    </a:ext>
                  </a:extLst>
                </p:cNvPr>
                <p:cNvSpPr txBox="1"/>
                <p:nvPr/>
              </p:nvSpPr>
              <p:spPr>
                <a:xfrm>
                  <a:off x="9417093" y="2910239"/>
                  <a:ext cx="451562" cy="361189"/>
                </a:xfrm>
                <a:prstGeom prst="rect">
                  <a:avLst/>
                </a:prstGeom>
                <a:noFill/>
              </p:spPr>
              <p:txBody>
                <a:bodyPr wrap="square">
                  <a:spAutoFit/>
                </a:bodyPr>
                <a:lstStyle/>
                <a:p>
                  <a:pPr>
                    <a:lnSpc>
                      <a:spcPts val="2020"/>
                    </a:lnSpc>
                    <a:defRPr/>
                  </a:pP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p>
              </p:txBody>
            </p:sp>
            <p:sp>
              <p:nvSpPr>
                <p:cNvPr id="12" name="テキスト ボックス 11">
                  <a:extLst>
                    <a:ext uri="{FF2B5EF4-FFF2-40B4-BE49-F238E27FC236}">
                      <a16:creationId xmlns:a16="http://schemas.microsoft.com/office/drawing/2014/main" id="{6D57B2E8-78A7-6485-F392-65034F967C23}"/>
                    </a:ext>
                  </a:extLst>
                </p:cNvPr>
                <p:cNvSpPr txBox="1"/>
                <p:nvPr/>
              </p:nvSpPr>
              <p:spPr>
                <a:xfrm>
                  <a:off x="9856780" y="2902268"/>
                  <a:ext cx="999828" cy="361189"/>
                </a:xfrm>
                <a:prstGeom prst="rect">
                  <a:avLst/>
                </a:prstGeom>
                <a:noFill/>
              </p:spPr>
              <p:txBody>
                <a:bodyPr wrap="square">
                  <a:spAutoFit/>
                </a:bodyPr>
                <a:lstStyle/>
                <a:p>
                  <a:pPr>
                    <a:lnSpc>
                      <a:spcPts val="2020"/>
                    </a:lnSpc>
                    <a:defRPr/>
                  </a:pP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1000</a:t>
                  </a:r>
                </a:p>
              </p:txBody>
            </p:sp>
            <p:grpSp>
              <p:nvGrpSpPr>
                <p:cNvPr id="23" name="グループ化 22">
                  <a:extLst>
                    <a:ext uri="{FF2B5EF4-FFF2-40B4-BE49-F238E27FC236}">
                      <a16:creationId xmlns:a16="http://schemas.microsoft.com/office/drawing/2014/main" id="{700ADC1B-3C67-05C6-EAEB-A6B3703E6DAC}"/>
                    </a:ext>
                  </a:extLst>
                </p:cNvPr>
                <p:cNvGrpSpPr/>
                <p:nvPr/>
              </p:nvGrpSpPr>
              <p:grpSpPr>
                <a:xfrm>
                  <a:off x="6988844" y="2310743"/>
                  <a:ext cx="2289432" cy="1507187"/>
                  <a:chOff x="6936455" y="2305474"/>
                  <a:chExt cx="2289432" cy="1507187"/>
                </a:xfrm>
              </p:grpSpPr>
              <p:cxnSp>
                <p:nvCxnSpPr>
                  <p:cNvPr id="17" name="直線コネクタ 16">
                    <a:extLst>
                      <a:ext uri="{FF2B5EF4-FFF2-40B4-BE49-F238E27FC236}">
                        <a16:creationId xmlns:a16="http://schemas.microsoft.com/office/drawing/2014/main" id="{72DA5EBD-16F9-D72A-7EE1-BE25CED165AD}"/>
                      </a:ext>
                    </a:extLst>
                  </p:cNvPr>
                  <p:cNvCxnSpPr>
                    <a:cxnSpLocks/>
                  </p:cNvCxnSpPr>
                  <p:nvPr/>
                </p:nvCxnSpPr>
                <p:spPr>
                  <a:xfrm>
                    <a:off x="6936455" y="3048364"/>
                    <a:ext cx="2289432" cy="0"/>
                  </a:xfrm>
                  <a:prstGeom prst="line">
                    <a:avLst/>
                  </a:prstGeom>
                  <a:ln w="381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A8333A4-B8B8-D93A-83D7-A2559E486B5D}"/>
                      </a:ext>
                    </a:extLst>
                  </p:cNvPr>
                  <p:cNvSpPr txBox="1"/>
                  <p:nvPr/>
                </p:nvSpPr>
                <p:spPr>
                  <a:xfrm>
                    <a:off x="7095924" y="3174601"/>
                    <a:ext cx="2129963" cy="638060"/>
                  </a:xfrm>
                  <a:prstGeom prst="rect">
                    <a:avLst/>
                  </a:prstGeom>
                  <a:noFill/>
                </p:spPr>
                <p:txBody>
                  <a:bodyPr wrap="square">
                    <a:spAutoFit/>
                  </a:bodyPr>
                  <a:lstStyle/>
                  <a:p>
                    <a:pPr>
                      <a:lnSpc>
                        <a:spcPts val="2220"/>
                      </a:lnSpc>
                      <a:defRPr/>
                    </a:pPr>
                    <a:r>
                      <a:rPr kumimoji="1" lang="ja-JP" altLang="en-US" sz="1600" spc="30">
                        <a:solidFill>
                          <a:schemeClr val="tx1">
                            <a:lumMod val="65000"/>
                            <a:lumOff val="35000"/>
                          </a:schemeClr>
                        </a:solidFill>
                        <a:latin typeface="源ノ角ゴシック JP" panose="020B0500000000000000" pitchFamily="34" charset="-128"/>
                        <a:ea typeface="源ノ角ゴシック JP" panose="020B0500000000000000" pitchFamily="34" charset="-128"/>
                      </a:rPr>
                      <a:t>商品を購入した</a:t>
                    </a:r>
                    <a:br>
                      <a:rPr kumimoji="1" lang="en-US" altLang="ja-JP" sz="1600" spc="3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600" spc="30">
                        <a:solidFill>
                          <a:schemeClr val="tx1">
                            <a:lumMod val="65000"/>
                            <a:lumOff val="35000"/>
                          </a:schemeClr>
                        </a:solidFill>
                        <a:latin typeface="源ノ角ゴシック JP" panose="020B0500000000000000" pitchFamily="34" charset="-128"/>
                        <a:ea typeface="源ノ角ゴシック JP" panose="020B0500000000000000" pitchFamily="34" charset="-128"/>
                      </a:rPr>
                      <a:t>経験のある人（人）</a:t>
                    </a:r>
                    <a:endParaRPr kumimoji="1" lang="en-US" altLang="ja-JP" sz="1600" spc="3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20" name="テキスト ボックス 19">
                    <a:extLst>
                      <a:ext uri="{FF2B5EF4-FFF2-40B4-BE49-F238E27FC236}">
                        <a16:creationId xmlns:a16="http://schemas.microsoft.com/office/drawing/2014/main" id="{6DA98066-14CD-0CB4-75EB-2C118171121E}"/>
                      </a:ext>
                    </a:extLst>
                  </p:cNvPr>
                  <p:cNvSpPr txBox="1"/>
                  <p:nvPr/>
                </p:nvSpPr>
                <p:spPr>
                  <a:xfrm>
                    <a:off x="7134418" y="2305474"/>
                    <a:ext cx="1885038" cy="635046"/>
                  </a:xfrm>
                  <a:prstGeom prst="rect">
                    <a:avLst/>
                  </a:prstGeom>
                  <a:noFill/>
                </p:spPr>
                <p:txBody>
                  <a:bodyPr wrap="square">
                    <a:spAutoFit/>
                  </a:bodyPr>
                  <a:lstStyle/>
                  <a:p>
                    <a:pPr>
                      <a:lnSpc>
                        <a:spcPts val="2220"/>
                      </a:lnSpc>
                      <a:defRPr/>
                    </a:pPr>
                    <a:r>
                      <a:rPr kumimoji="1" lang="ja-JP" altLang="en-US" sz="1600" spc="30">
                        <a:solidFill>
                          <a:schemeClr val="tx1">
                            <a:lumMod val="65000"/>
                            <a:lumOff val="35000"/>
                          </a:schemeClr>
                        </a:solidFill>
                        <a:latin typeface="源ノ角ゴシック JP" panose="020B0500000000000000" pitchFamily="34" charset="-128"/>
                        <a:ea typeface="源ノ角ゴシック JP" panose="020B0500000000000000" pitchFamily="34" charset="-128"/>
                      </a:rPr>
                      <a:t>商品の購買記録の</a:t>
                    </a:r>
                    <a:endParaRPr kumimoji="1" lang="en-US" altLang="ja-JP" sz="1600" spc="3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2220"/>
                      </a:lnSpc>
                      <a:defRPr/>
                    </a:pPr>
                    <a:r>
                      <a:rPr kumimoji="1" lang="ja-JP" altLang="en-US" sz="1600" spc="30">
                        <a:solidFill>
                          <a:schemeClr val="tx1">
                            <a:lumMod val="65000"/>
                            <a:lumOff val="35000"/>
                          </a:schemeClr>
                        </a:solidFill>
                        <a:latin typeface="源ノ角ゴシック JP" panose="020B0500000000000000" pitchFamily="34" charset="-128"/>
                        <a:ea typeface="源ノ角ゴシック JP" panose="020B0500000000000000" pitchFamily="34" charset="-128"/>
                      </a:rPr>
                      <a:t>総数（件）</a:t>
                    </a:r>
                    <a:endParaRPr kumimoji="1" lang="en-US" altLang="ja-JP" sz="1600" spc="3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grpSp>
            <p:sp>
              <p:nvSpPr>
                <p:cNvPr id="21" name="テキスト ボックス 20">
                  <a:extLst>
                    <a:ext uri="{FF2B5EF4-FFF2-40B4-BE49-F238E27FC236}">
                      <a16:creationId xmlns:a16="http://schemas.microsoft.com/office/drawing/2014/main" id="{EDC65FE8-F026-504F-87BA-BC14B2CE1057}"/>
                    </a:ext>
                  </a:extLst>
                </p:cNvPr>
                <p:cNvSpPr txBox="1"/>
                <p:nvPr/>
              </p:nvSpPr>
              <p:spPr>
                <a:xfrm>
                  <a:off x="6429893" y="2920975"/>
                  <a:ext cx="451562" cy="361189"/>
                </a:xfrm>
                <a:prstGeom prst="rect">
                  <a:avLst/>
                </a:prstGeom>
                <a:noFill/>
              </p:spPr>
              <p:txBody>
                <a:bodyPr wrap="square">
                  <a:spAutoFit/>
                </a:bodyPr>
                <a:lstStyle/>
                <a:p>
                  <a:pPr>
                    <a:lnSpc>
                      <a:spcPts val="2020"/>
                    </a:lnSpc>
                    <a:defRPr/>
                  </a:pP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p>
              </p:txBody>
            </p:sp>
          </p:grpSp>
          <p:sp>
            <p:nvSpPr>
              <p:cNvPr id="27" name="テキスト ボックス 26">
                <a:extLst>
                  <a:ext uri="{FF2B5EF4-FFF2-40B4-BE49-F238E27FC236}">
                    <a16:creationId xmlns:a16="http://schemas.microsoft.com/office/drawing/2014/main" id="{A0BC605B-3069-0F0E-3E40-DF4CD0490AAC}"/>
                  </a:ext>
                </a:extLst>
              </p:cNvPr>
              <p:cNvSpPr txBox="1"/>
              <p:nvPr/>
            </p:nvSpPr>
            <p:spPr>
              <a:xfrm>
                <a:off x="4684822" y="3865586"/>
                <a:ext cx="1991687" cy="413639"/>
              </a:xfrm>
              <a:prstGeom prst="rect">
                <a:avLst/>
              </a:prstGeom>
              <a:noFill/>
            </p:spPr>
            <p:txBody>
              <a:bodyPr wrap="square">
                <a:spAutoFit/>
              </a:bodyPr>
              <a:lstStyle/>
              <a:p>
                <a:pPr algn="ctr">
                  <a:lnSpc>
                    <a:spcPts val="2780"/>
                  </a:lnSpc>
                  <a:defRPr/>
                </a:pPr>
                <a:r>
                  <a:rPr kumimoji="1" lang="ja-JP" altLang="en-US" sz="1600" spc="30">
                    <a:solidFill>
                      <a:srgbClr val="5485C4"/>
                    </a:solidFill>
                    <a:latin typeface="源ノ角ゴシック JP" panose="020B0500000000000000" pitchFamily="34" charset="-128"/>
                    <a:ea typeface="源ノ角ゴシック JP" panose="020B0500000000000000" pitchFamily="34" charset="-128"/>
                  </a:rPr>
                  <a:t>購入経験者の割合</a:t>
                </a:r>
                <a:endParaRPr kumimoji="1" lang="en-US" altLang="ja-JP" sz="1600" spc="30" dirty="0">
                  <a:solidFill>
                    <a:srgbClr val="5485C4"/>
                  </a:solidFill>
                  <a:latin typeface="源ノ角ゴシック JP" panose="020B0500000000000000" pitchFamily="34" charset="-128"/>
                  <a:ea typeface="源ノ角ゴシック JP" panose="020B0500000000000000" pitchFamily="34" charset="-128"/>
                </a:endParaRPr>
              </a:p>
            </p:txBody>
          </p:sp>
          <p:sp>
            <p:nvSpPr>
              <p:cNvPr id="28" name="テキスト ボックス 27">
                <a:extLst>
                  <a:ext uri="{FF2B5EF4-FFF2-40B4-BE49-F238E27FC236}">
                    <a16:creationId xmlns:a16="http://schemas.microsoft.com/office/drawing/2014/main" id="{1833560C-C447-0347-6EA6-072B70B42BB5}"/>
                  </a:ext>
                </a:extLst>
              </p:cNvPr>
              <p:cNvSpPr txBox="1"/>
              <p:nvPr/>
            </p:nvSpPr>
            <p:spPr>
              <a:xfrm>
                <a:off x="7211617" y="3865586"/>
                <a:ext cx="2819554" cy="413639"/>
              </a:xfrm>
              <a:prstGeom prst="rect">
                <a:avLst/>
              </a:prstGeom>
              <a:noFill/>
            </p:spPr>
            <p:txBody>
              <a:bodyPr wrap="square">
                <a:spAutoFit/>
              </a:bodyPr>
              <a:lstStyle/>
              <a:p>
                <a:pPr algn="ctr">
                  <a:lnSpc>
                    <a:spcPts val="2780"/>
                  </a:lnSpc>
                  <a:defRPr/>
                </a:pPr>
                <a:r>
                  <a:rPr kumimoji="1" lang="ja-JP" altLang="en-US" sz="1600" spc="30">
                    <a:solidFill>
                      <a:srgbClr val="C675A6"/>
                    </a:solidFill>
                    <a:latin typeface="源ノ角ゴシック JP" panose="020B0500000000000000" pitchFamily="34" charset="-128"/>
                    <a:ea typeface="源ノ角ゴシック JP" panose="020B0500000000000000" pitchFamily="34" charset="-128"/>
                  </a:rPr>
                  <a:t>購入者</a:t>
                </a:r>
                <a:r>
                  <a:rPr kumimoji="1" lang="en-US" altLang="ja-JP" sz="1600" spc="30" dirty="0">
                    <a:solidFill>
                      <a:srgbClr val="C675A6"/>
                    </a:solidFill>
                    <a:latin typeface="源ノ角ゴシック JP" panose="020B0500000000000000" pitchFamily="34" charset="-128"/>
                    <a:ea typeface="源ノ角ゴシック JP" panose="020B0500000000000000" pitchFamily="34" charset="-128"/>
                  </a:rPr>
                  <a:t>1</a:t>
                </a:r>
                <a:r>
                  <a:rPr kumimoji="1" lang="ja-JP" altLang="en-US" sz="1600" spc="30">
                    <a:solidFill>
                      <a:srgbClr val="C675A6"/>
                    </a:solidFill>
                    <a:latin typeface="源ノ角ゴシック JP" panose="020B0500000000000000" pitchFamily="34" charset="-128"/>
                    <a:ea typeface="源ノ角ゴシック JP" panose="020B0500000000000000" pitchFamily="34" charset="-128"/>
                  </a:rPr>
                  <a:t>人あたりの購入回数</a:t>
                </a:r>
                <a:endParaRPr kumimoji="1" lang="en-US" altLang="ja-JP" sz="1600" spc="30" dirty="0">
                  <a:solidFill>
                    <a:srgbClr val="C675A6"/>
                  </a:solidFill>
                  <a:latin typeface="源ノ角ゴシック JP" panose="020B0500000000000000" pitchFamily="34" charset="-128"/>
                  <a:ea typeface="源ノ角ゴシック JP" panose="020B0500000000000000" pitchFamily="34" charset="-128"/>
                </a:endParaRPr>
              </a:p>
            </p:txBody>
          </p:sp>
        </p:grpSp>
      </p:grpSp>
      <p:grpSp>
        <p:nvGrpSpPr>
          <p:cNvPr id="38" name="グループ化 37">
            <a:extLst>
              <a:ext uri="{FF2B5EF4-FFF2-40B4-BE49-F238E27FC236}">
                <a16:creationId xmlns:a16="http://schemas.microsoft.com/office/drawing/2014/main" id="{A1113CF1-3B1F-7ACD-144D-FF6C54ABAD34}"/>
              </a:ext>
            </a:extLst>
          </p:cNvPr>
          <p:cNvGrpSpPr/>
          <p:nvPr/>
        </p:nvGrpSpPr>
        <p:grpSpPr>
          <a:xfrm>
            <a:off x="6428300" y="4677859"/>
            <a:ext cx="5180867" cy="1700234"/>
            <a:chOff x="6676509" y="4275694"/>
            <a:chExt cx="5180867" cy="1700234"/>
          </a:xfrm>
        </p:grpSpPr>
        <p:sp>
          <p:nvSpPr>
            <p:cNvPr id="32" name="正方形/長方形 31">
              <a:extLst>
                <a:ext uri="{FF2B5EF4-FFF2-40B4-BE49-F238E27FC236}">
                  <a16:creationId xmlns:a16="http://schemas.microsoft.com/office/drawing/2014/main" id="{9286DD98-9853-43BF-8FFE-208E4E4D9C5A}"/>
                </a:ext>
              </a:extLst>
            </p:cNvPr>
            <p:cNvSpPr/>
            <p:nvPr/>
          </p:nvSpPr>
          <p:spPr>
            <a:xfrm>
              <a:off x="6676509" y="4696210"/>
              <a:ext cx="2751496" cy="901026"/>
            </a:xfrm>
            <a:prstGeom prst="rect">
              <a:avLst/>
            </a:prstGeom>
            <a:solidFill>
              <a:srgbClr val="5485C4">
                <a:alpha val="90037"/>
              </a:srgbClr>
            </a:solid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正方形/長方形 32">
              <a:extLst>
                <a:ext uri="{FF2B5EF4-FFF2-40B4-BE49-F238E27FC236}">
                  <a16:creationId xmlns:a16="http://schemas.microsoft.com/office/drawing/2014/main" id="{7DE72FFE-65DD-CDD8-DA38-F23AE08E61B6}"/>
                </a:ext>
              </a:extLst>
            </p:cNvPr>
            <p:cNvSpPr/>
            <p:nvPr/>
          </p:nvSpPr>
          <p:spPr>
            <a:xfrm>
              <a:off x="9428005" y="4696690"/>
              <a:ext cx="1135736" cy="900545"/>
            </a:xfrm>
            <a:prstGeom prst="rect">
              <a:avLst/>
            </a:prstGeom>
            <a:solidFill>
              <a:srgbClr val="C675A6">
                <a:alpha val="90037"/>
              </a:srgbClr>
            </a:solid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0F22BBC9-4A26-2A25-4A0C-3F8921991064}"/>
                </a:ext>
              </a:extLst>
            </p:cNvPr>
            <p:cNvSpPr txBox="1"/>
            <p:nvPr/>
          </p:nvSpPr>
          <p:spPr>
            <a:xfrm>
              <a:off x="6688661" y="5597235"/>
              <a:ext cx="2727191" cy="378693"/>
            </a:xfrm>
            <a:prstGeom prst="rect">
              <a:avLst/>
            </a:prstGeom>
            <a:noFill/>
          </p:spPr>
          <p:txBody>
            <a:bodyPr wrap="square">
              <a:spAutoFit/>
            </a:bodyPr>
            <a:lstStyle/>
            <a:p>
              <a:pPr algn="ctr">
                <a:lnSpc>
                  <a:spcPts val="2480"/>
                </a:lnSpc>
                <a:defRPr/>
              </a:pPr>
              <a:r>
                <a:rPr kumimoji="1" lang="ja-JP" altLang="en-US" sz="1500" spc="30">
                  <a:solidFill>
                    <a:srgbClr val="5485C4"/>
                  </a:solidFill>
                  <a:latin typeface="源ノ角ゴシック JP" panose="020B0500000000000000" pitchFamily="34" charset="-128"/>
                  <a:ea typeface="源ノ角ゴシック JP" panose="020B0500000000000000" pitchFamily="34" charset="-128"/>
                </a:rPr>
                <a:t>購入経験者の割合</a:t>
              </a: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による寄与</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35" name="テキスト ボックス 34">
              <a:extLst>
                <a:ext uri="{FF2B5EF4-FFF2-40B4-BE49-F238E27FC236}">
                  <a16:creationId xmlns:a16="http://schemas.microsoft.com/office/drawing/2014/main" id="{27325B1A-3C88-F957-3180-427896679FB5}"/>
                </a:ext>
              </a:extLst>
            </p:cNvPr>
            <p:cNvSpPr txBox="1"/>
            <p:nvPr/>
          </p:nvSpPr>
          <p:spPr>
            <a:xfrm>
              <a:off x="8134370" y="4275694"/>
              <a:ext cx="3723006" cy="378693"/>
            </a:xfrm>
            <a:prstGeom prst="rect">
              <a:avLst/>
            </a:prstGeom>
            <a:noFill/>
          </p:spPr>
          <p:txBody>
            <a:bodyPr wrap="square">
              <a:spAutoFit/>
            </a:bodyPr>
            <a:lstStyle/>
            <a:p>
              <a:pPr algn="ctr">
                <a:lnSpc>
                  <a:spcPts val="2480"/>
                </a:lnSpc>
                <a:defRPr/>
              </a:pPr>
              <a:r>
                <a:rPr kumimoji="1" lang="ja-JP" altLang="en-US" sz="1500" spc="30">
                  <a:solidFill>
                    <a:srgbClr val="C675A6"/>
                  </a:solidFill>
                  <a:latin typeface="源ノ角ゴシック JP" panose="020B0500000000000000" pitchFamily="34" charset="-128"/>
                  <a:ea typeface="源ノ角ゴシック JP" panose="020B0500000000000000" pitchFamily="34" charset="-128"/>
                </a:rPr>
                <a:t>購入者</a:t>
              </a:r>
              <a:r>
                <a:rPr kumimoji="1" lang="en-US" altLang="ja-JP" sz="1500" spc="30" dirty="0">
                  <a:solidFill>
                    <a:srgbClr val="C675A6"/>
                  </a:solidFill>
                  <a:latin typeface="源ノ角ゴシック JP" panose="020B0500000000000000" pitchFamily="34" charset="-128"/>
                  <a:ea typeface="源ノ角ゴシック JP" panose="020B0500000000000000" pitchFamily="34" charset="-128"/>
                </a:rPr>
                <a:t>1</a:t>
              </a:r>
              <a:r>
                <a:rPr kumimoji="1" lang="ja-JP" altLang="en-US" sz="1500" spc="30">
                  <a:solidFill>
                    <a:srgbClr val="C675A6"/>
                  </a:solidFill>
                  <a:latin typeface="源ノ角ゴシック JP" panose="020B0500000000000000" pitchFamily="34" charset="-128"/>
                  <a:ea typeface="源ノ角ゴシック JP" panose="020B0500000000000000" pitchFamily="34" charset="-128"/>
                </a:rPr>
                <a:t>人あたりの購入回数</a:t>
              </a: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による寄与</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36" name="テキスト ボックス 35">
              <a:extLst>
                <a:ext uri="{FF2B5EF4-FFF2-40B4-BE49-F238E27FC236}">
                  <a16:creationId xmlns:a16="http://schemas.microsoft.com/office/drawing/2014/main" id="{9742110C-7F5E-1E3D-AC26-7128545477B1}"/>
                </a:ext>
              </a:extLst>
            </p:cNvPr>
            <p:cNvSpPr txBox="1"/>
            <p:nvPr/>
          </p:nvSpPr>
          <p:spPr>
            <a:xfrm>
              <a:off x="7656103" y="4954791"/>
              <a:ext cx="950894" cy="378693"/>
            </a:xfrm>
            <a:prstGeom prst="rect">
              <a:avLst/>
            </a:prstGeom>
            <a:noFill/>
          </p:spPr>
          <p:txBody>
            <a:bodyPr wrap="square">
              <a:spAutoFit/>
            </a:bodyPr>
            <a:lstStyle/>
            <a:p>
              <a:pPr algn="ctr">
                <a:lnSpc>
                  <a:spcPts val="2480"/>
                </a:lnSpc>
                <a:defRPr/>
              </a:pPr>
              <a:r>
                <a:rPr kumimoji="1" lang="en-US" altLang="ja-JP" sz="1500" spc="30" dirty="0">
                  <a:solidFill>
                    <a:schemeClr val="bg1"/>
                  </a:solidFill>
                  <a:latin typeface="源ノ角ゴシック JP" panose="020B0500000000000000" pitchFamily="34" charset="-128"/>
                  <a:ea typeface="源ノ角ゴシック JP" panose="020B0500000000000000" pitchFamily="34" charset="-128"/>
                </a:rPr>
                <a:t>66.9%</a:t>
              </a:r>
            </a:p>
          </p:txBody>
        </p:sp>
        <p:sp>
          <p:nvSpPr>
            <p:cNvPr id="37" name="テキスト ボックス 36">
              <a:extLst>
                <a:ext uri="{FF2B5EF4-FFF2-40B4-BE49-F238E27FC236}">
                  <a16:creationId xmlns:a16="http://schemas.microsoft.com/office/drawing/2014/main" id="{5A1BD439-1EBD-A2F7-34FB-565F7B203E12}"/>
                </a:ext>
              </a:extLst>
            </p:cNvPr>
            <p:cNvSpPr txBox="1"/>
            <p:nvPr/>
          </p:nvSpPr>
          <p:spPr>
            <a:xfrm>
              <a:off x="9555724" y="4954791"/>
              <a:ext cx="950894" cy="378693"/>
            </a:xfrm>
            <a:prstGeom prst="rect">
              <a:avLst/>
            </a:prstGeom>
            <a:noFill/>
          </p:spPr>
          <p:txBody>
            <a:bodyPr wrap="square">
              <a:spAutoFit/>
            </a:bodyPr>
            <a:lstStyle/>
            <a:p>
              <a:pPr algn="ctr">
                <a:lnSpc>
                  <a:spcPts val="2480"/>
                </a:lnSpc>
                <a:defRPr/>
              </a:pPr>
              <a:r>
                <a:rPr kumimoji="1" lang="en-US" altLang="ja-JP" sz="1500" spc="30" dirty="0">
                  <a:solidFill>
                    <a:schemeClr val="bg1"/>
                  </a:solidFill>
                  <a:latin typeface="源ノ角ゴシック JP" panose="020B0500000000000000" pitchFamily="34" charset="-128"/>
                  <a:ea typeface="源ノ角ゴシック JP" panose="020B0500000000000000" pitchFamily="34" charset="-128"/>
                </a:rPr>
                <a:t>33.1%</a:t>
              </a:r>
            </a:p>
          </p:txBody>
        </p:sp>
      </p:grpSp>
      <p:grpSp>
        <p:nvGrpSpPr>
          <p:cNvPr id="40" name="グループ化 39">
            <a:extLst>
              <a:ext uri="{FF2B5EF4-FFF2-40B4-BE49-F238E27FC236}">
                <a16:creationId xmlns:a16="http://schemas.microsoft.com/office/drawing/2014/main" id="{C4F3D5A7-C0DD-4D0C-6DA4-1DFDFE6C56F0}"/>
              </a:ext>
            </a:extLst>
          </p:cNvPr>
          <p:cNvGrpSpPr/>
          <p:nvPr/>
        </p:nvGrpSpPr>
        <p:grpSpPr>
          <a:xfrm>
            <a:off x="658631" y="4491442"/>
            <a:ext cx="5465079" cy="1865253"/>
            <a:chOff x="630921" y="4452104"/>
            <a:chExt cx="5465079" cy="1865253"/>
          </a:xfrm>
        </p:grpSpPr>
        <p:sp>
          <p:nvSpPr>
            <p:cNvPr id="31" name="テキスト ボックス 30">
              <a:extLst>
                <a:ext uri="{FF2B5EF4-FFF2-40B4-BE49-F238E27FC236}">
                  <a16:creationId xmlns:a16="http://schemas.microsoft.com/office/drawing/2014/main" id="{829290F6-FB8D-CA83-8CDD-1D6631AC91F6}"/>
                </a:ext>
              </a:extLst>
            </p:cNvPr>
            <p:cNvSpPr txBox="1"/>
            <p:nvPr/>
          </p:nvSpPr>
          <p:spPr>
            <a:xfrm>
              <a:off x="630921" y="4452104"/>
              <a:ext cx="5465079" cy="1019895"/>
            </a:xfrm>
            <a:prstGeom prst="rect">
              <a:avLst/>
            </a:prstGeom>
            <a:noFill/>
          </p:spPr>
          <p:txBody>
            <a:bodyPr wrap="square">
              <a:spAutoFit/>
            </a:bodyPr>
            <a:lstStyle/>
            <a:p>
              <a:pPr>
                <a:lnSpc>
                  <a:spcPts val="2480"/>
                </a:lnSpc>
                <a:defRPr/>
              </a:pP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シャープレイ分解の結果、</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480"/>
                </a:lnSpc>
                <a:defRPr/>
              </a:pP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若年層における</a:t>
              </a:r>
              <a:r>
                <a:rPr kumimoji="1" lang="ja-JP" altLang="en-US" sz="1500" b="1" spc="30">
                  <a:solidFill>
                    <a:srgbClr val="DCD8DC">
                      <a:lumMod val="25000"/>
                    </a:srgbClr>
                  </a:solidFill>
                  <a:latin typeface="源ノ角ゴシック JP" panose="020B0500000000000000" pitchFamily="34" charset="-128"/>
                  <a:ea typeface="源ノ角ゴシック JP" panose="020B0500000000000000" pitchFamily="34" charset="-128"/>
                </a:rPr>
                <a:t>購買記録数の少なさ</a:t>
              </a: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は、</a:t>
              </a:r>
              <a:r>
                <a:rPr kumimoji="1" lang="ja-JP" altLang="en-US" sz="1500" spc="30">
                  <a:solidFill>
                    <a:srgbClr val="5485C4"/>
                  </a:solidFill>
                  <a:latin typeface="源ノ角ゴシック JP" panose="020B0500000000000000" pitchFamily="34" charset="-128"/>
                  <a:ea typeface="源ノ角ゴシック JP" panose="020B0500000000000000" pitchFamily="34" charset="-128"/>
                </a:rPr>
                <a:t>購入経験者の割合</a:t>
              </a: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に強く起因することが示された</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39" name="テキスト ボックス 38">
              <a:extLst>
                <a:ext uri="{FF2B5EF4-FFF2-40B4-BE49-F238E27FC236}">
                  <a16:creationId xmlns:a16="http://schemas.microsoft.com/office/drawing/2014/main" id="{44F17ABF-2489-6225-575E-D084151FBFDA}"/>
                </a:ext>
              </a:extLst>
            </p:cNvPr>
            <p:cNvSpPr txBox="1"/>
            <p:nvPr/>
          </p:nvSpPr>
          <p:spPr>
            <a:xfrm>
              <a:off x="630921" y="5618063"/>
              <a:ext cx="4730787" cy="699294"/>
            </a:xfrm>
            <a:prstGeom prst="rect">
              <a:avLst/>
            </a:prstGeom>
            <a:noFill/>
          </p:spPr>
          <p:txBody>
            <a:bodyPr wrap="square">
              <a:spAutoFit/>
            </a:bodyPr>
            <a:lstStyle/>
            <a:p>
              <a:pPr>
                <a:lnSpc>
                  <a:spcPts val="2480"/>
                </a:lnSpc>
                <a:defRPr/>
              </a:pPr>
              <a:r>
                <a:rPr kumimoji="1" lang="ja-JP" altLang="en-US" sz="1500" spc="30">
                  <a:solidFill>
                    <a:srgbClr val="C00000"/>
                  </a:solidFill>
                  <a:latin typeface="源ノ角ゴシック JP" panose="020B0500000000000000" pitchFamily="34" charset="-128"/>
                  <a:ea typeface="源ノ角ゴシック JP" panose="020B0500000000000000" pitchFamily="34" charset="-128"/>
                </a:rPr>
                <a:t>→「商品を購入した経験のある人が少ないこと」が　　</a:t>
              </a:r>
              <a:endParaRPr kumimoji="1" lang="en-US" altLang="ja-JP" sz="1500" spc="30" dirty="0">
                <a:solidFill>
                  <a:srgbClr val="C00000"/>
                </a:solidFill>
                <a:latin typeface="源ノ角ゴシック JP" panose="020B0500000000000000" pitchFamily="34" charset="-128"/>
                <a:ea typeface="源ノ角ゴシック JP" panose="020B0500000000000000" pitchFamily="34" charset="-128"/>
              </a:endParaRPr>
            </a:p>
            <a:p>
              <a:pPr>
                <a:lnSpc>
                  <a:spcPts val="2480"/>
                </a:lnSpc>
                <a:defRPr/>
              </a:pPr>
              <a:r>
                <a:rPr kumimoji="1" lang="ja-JP" altLang="en-US" sz="1500" spc="30">
                  <a:solidFill>
                    <a:srgbClr val="C00000"/>
                  </a:solidFill>
                  <a:latin typeface="源ノ角ゴシック JP" panose="020B0500000000000000" pitchFamily="34" charset="-128"/>
                  <a:ea typeface="源ノ角ゴシック JP" panose="020B0500000000000000" pitchFamily="34" charset="-128"/>
                </a:rPr>
                <a:t>　</a:t>
              </a:r>
              <a:r>
                <a:rPr kumimoji="1" lang="en-US" altLang="ja-JP" sz="1500" spc="30" dirty="0">
                  <a:solidFill>
                    <a:srgbClr val="C00000"/>
                  </a:solidFill>
                  <a:latin typeface="源ノ角ゴシック JP" panose="020B0500000000000000" pitchFamily="34" charset="-128"/>
                  <a:ea typeface="源ノ角ゴシック JP" panose="020B0500000000000000" pitchFamily="34" charset="-128"/>
                </a:rPr>
                <a:t>  </a:t>
              </a:r>
              <a:r>
                <a:rPr kumimoji="1" lang="ja-JP" altLang="en-US" sz="1500" spc="30">
                  <a:solidFill>
                    <a:srgbClr val="C00000"/>
                  </a:solidFill>
                  <a:latin typeface="源ノ角ゴシック JP" panose="020B0500000000000000" pitchFamily="34" charset="-128"/>
                  <a:ea typeface="源ノ角ゴシック JP" panose="020B0500000000000000" pitchFamily="34" charset="-128"/>
                </a:rPr>
                <a:t>主要なボトルネックである</a:t>
              </a:r>
              <a:endParaRPr kumimoji="1" lang="en-US" altLang="ja-JP" sz="1500" spc="30" dirty="0">
                <a:solidFill>
                  <a:srgbClr val="C00000"/>
                </a:solidFill>
                <a:latin typeface="源ノ角ゴシック JP" panose="020B0500000000000000" pitchFamily="34" charset="-128"/>
                <a:ea typeface="源ノ角ゴシック JP" panose="020B0500000000000000" pitchFamily="34" charset="-128"/>
              </a:endParaRPr>
            </a:p>
          </p:txBody>
        </p:sp>
      </p:grpSp>
    </p:spTree>
    <p:extLst>
      <p:ext uri="{BB962C8B-B14F-4D97-AF65-F5344CB8AC3E}">
        <p14:creationId xmlns:p14="http://schemas.microsoft.com/office/powerpoint/2010/main" val="9062612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A294C5EE-A403-B388-3FD2-C483314F4E88}"/>
              </a:ext>
            </a:extLst>
          </p:cNvPr>
          <p:cNvSpPr txBox="1"/>
          <p:nvPr/>
        </p:nvSpPr>
        <p:spPr>
          <a:xfrm>
            <a:off x="223842" y="485067"/>
            <a:ext cx="10624972"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「対応」商品を購入した経験のある人が少ないことがボトルネックである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13" name="グループ化 12">
            <a:extLst>
              <a:ext uri="{FF2B5EF4-FFF2-40B4-BE49-F238E27FC236}">
                <a16:creationId xmlns:a16="http://schemas.microsoft.com/office/drawing/2014/main" id="{99CE572E-1670-BB59-CB3C-88899EDC8DBA}"/>
              </a:ext>
            </a:extLst>
          </p:cNvPr>
          <p:cNvGrpSpPr/>
          <p:nvPr/>
        </p:nvGrpSpPr>
        <p:grpSpPr>
          <a:xfrm>
            <a:off x="710731" y="1161733"/>
            <a:ext cx="8449035" cy="1017623"/>
            <a:chOff x="710731" y="1145967"/>
            <a:chExt cx="8449035" cy="1017623"/>
          </a:xfrm>
        </p:grpSpPr>
        <p:sp>
          <p:nvSpPr>
            <p:cNvPr id="3" name="テキスト ボックス 2">
              <a:extLst>
                <a:ext uri="{FF2B5EF4-FFF2-40B4-BE49-F238E27FC236}">
                  <a16:creationId xmlns:a16="http://schemas.microsoft.com/office/drawing/2014/main" id="{1EE779C9-3058-7995-FDD2-FCB6FFF60CCB}"/>
                </a:ext>
              </a:extLst>
            </p:cNvPr>
            <p:cNvSpPr txBox="1"/>
            <p:nvPr/>
          </p:nvSpPr>
          <p:spPr>
            <a:xfrm>
              <a:off x="710733" y="1145967"/>
              <a:ext cx="4868430" cy="333681"/>
            </a:xfrm>
            <a:prstGeom prst="rect">
              <a:avLst/>
            </a:prstGeom>
            <a:noFill/>
          </p:spPr>
          <p:txBody>
            <a:bodyPr wrap="square">
              <a:spAutoFit/>
            </a:bodyPr>
            <a:lstStyle/>
            <a:p>
              <a:pPr>
                <a:lnSpc>
                  <a:spcPts val="2020"/>
                </a:lnSpc>
                <a:defRPr/>
              </a:pPr>
              <a:r>
                <a:rPr kumimoji="1" lang="ja-JP" altLang="en-US" sz="1600" b="1" spc="30">
                  <a:solidFill>
                    <a:schemeClr val="bg2">
                      <a:lumMod val="25000"/>
                    </a:schemeClr>
                  </a:solidFill>
                  <a:latin typeface="源ノ角ゴシック JP" panose="020B0500000000000000" pitchFamily="34" charset="-128"/>
                  <a:ea typeface="源ノ角ゴシック JP" panose="020B0500000000000000" pitchFamily="34" charset="-128"/>
                </a:rPr>
                <a:t>シャープレイ分解の計算方法</a:t>
              </a:r>
              <a:endParaRPr kumimoji="1" lang="en-US" altLang="ja-JP" sz="1600" b="1" spc="3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sp>
          <p:nvSpPr>
            <p:cNvPr id="4" name="テキスト ボックス 3">
              <a:extLst>
                <a:ext uri="{FF2B5EF4-FFF2-40B4-BE49-F238E27FC236}">
                  <a16:creationId xmlns:a16="http://schemas.microsoft.com/office/drawing/2014/main" id="{62E72817-0727-A600-6A35-D279BEDEFD79}"/>
                </a:ext>
              </a:extLst>
            </p:cNvPr>
            <p:cNvSpPr txBox="1"/>
            <p:nvPr/>
          </p:nvSpPr>
          <p:spPr>
            <a:xfrm>
              <a:off x="710731" y="1531622"/>
              <a:ext cx="8449035" cy="631968"/>
            </a:xfrm>
            <a:prstGeom prst="rect">
              <a:avLst/>
            </a:prstGeom>
            <a:noFill/>
          </p:spPr>
          <p:txBody>
            <a:bodyPr wrap="square">
              <a:spAutoFit/>
            </a:bodyPr>
            <a:lstStyle/>
            <a:p>
              <a:pPr>
                <a:lnSpc>
                  <a:spcPts val="2180"/>
                </a:lnSpc>
                <a:defRPr/>
              </a:pP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 若年層（男女</a:t>
              </a:r>
              <a:r>
                <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rPr>
                <a:t>20–30</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代）と中高年層（男女</a:t>
              </a:r>
              <a:r>
                <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rPr>
                <a:t>40–50</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代）の二群比較をベースに、</a:t>
              </a:r>
              <a:endPar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180"/>
                </a:lnSpc>
                <a:defRPr/>
              </a:pP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500" u="sng" spc="50">
                  <a:solidFill>
                    <a:srgbClr val="DCD8DC">
                      <a:lumMod val="25000"/>
                    </a:srgbClr>
                  </a:solidFill>
                  <a:latin typeface="源ノ角ゴシック JP" panose="020B0500000000000000" pitchFamily="34" charset="-128"/>
                  <a:ea typeface="源ノ角ゴシック JP" panose="020B0500000000000000" pitchFamily="34" charset="-128"/>
                </a:rPr>
                <a:t>購買記録数への寄与量</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をそれぞれ以下の式に基づいて計算する</a:t>
              </a:r>
              <a:endPar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nvGrpSpPr>
          <p:cNvPr id="12" name="グループ化 11">
            <a:extLst>
              <a:ext uri="{FF2B5EF4-FFF2-40B4-BE49-F238E27FC236}">
                <a16:creationId xmlns:a16="http://schemas.microsoft.com/office/drawing/2014/main" id="{4A3D4CF4-3F87-F64F-7E05-D3868E31E0E8}"/>
              </a:ext>
            </a:extLst>
          </p:cNvPr>
          <p:cNvGrpSpPr/>
          <p:nvPr/>
        </p:nvGrpSpPr>
        <p:grpSpPr>
          <a:xfrm>
            <a:off x="348635" y="2603992"/>
            <a:ext cx="11289818" cy="1915459"/>
            <a:chOff x="348635" y="2430566"/>
            <a:chExt cx="11289818" cy="1915459"/>
          </a:xfrm>
        </p:grpSpPr>
        <p:sp>
          <p:nvSpPr>
            <p:cNvPr id="6" name="テキスト ボックス 5">
              <a:extLst>
                <a:ext uri="{FF2B5EF4-FFF2-40B4-BE49-F238E27FC236}">
                  <a16:creationId xmlns:a16="http://schemas.microsoft.com/office/drawing/2014/main" id="{32FF6AFD-2DF9-B870-FD1E-411CDCCFDA0C}"/>
                </a:ext>
              </a:extLst>
            </p:cNvPr>
            <p:cNvSpPr txBox="1"/>
            <p:nvPr/>
          </p:nvSpPr>
          <p:spPr>
            <a:xfrm>
              <a:off x="734107" y="2430567"/>
              <a:ext cx="3371412" cy="333617"/>
            </a:xfrm>
            <a:prstGeom prst="rect">
              <a:avLst/>
            </a:prstGeom>
            <a:noFill/>
          </p:spPr>
          <p:txBody>
            <a:bodyPr wrap="square">
              <a:spAutoFit/>
            </a:bodyPr>
            <a:lstStyle/>
            <a:p>
              <a:pPr>
                <a:lnSpc>
                  <a:spcPts val="1980"/>
                </a:lnSpc>
                <a:defRPr/>
              </a:pPr>
              <a:r>
                <a:rPr kumimoji="1" lang="ja-JP" altLang="en-US" sz="1600" spc="30">
                  <a:solidFill>
                    <a:srgbClr val="5485C4"/>
                  </a:solidFill>
                  <a:latin typeface="源ノ角ゴシック JP" panose="020B0500000000000000" pitchFamily="34" charset="-128"/>
                  <a:ea typeface="源ノ角ゴシック JP" panose="020B0500000000000000" pitchFamily="34" charset="-128"/>
                </a:rPr>
                <a:t>購入経験者の割合</a:t>
              </a: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による寄与量：</a:t>
              </a:r>
              <a:endPar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mc:AlternateContent xmlns:mc="http://schemas.openxmlformats.org/markup-compatibility/2006">
          <mc:Choice xmlns:a14="http://schemas.microsoft.com/office/drawing/2010/main" Requires="a14">
            <p:sp>
              <p:nvSpPr>
                <p:cNvPr id="8" name="テキスト ボックス 7">
                  <a:extLst>
                    <a:ext uri="{FF2B5EF4-FFF2-40B4-BE49-F238E27FC236}">
                      <a16:creationId xmlns:a16="http://schemas.microsoft.com/office/drawing/2014/main" id="{CB76C2F7-51BB-2D10-5CEA-57DED7D62F49}"/>
                    </a:ext>
                  </a:extLst>
                </p:cNvPr>
                <p:cNvSpPr txBox="1"/>
                <p:nvPr/>
              </p:nvSpPr>
              <p:spPr>
                <a:xfrm>
                  <a:off x="348635" y="2949635"/>
                  <a:ext cx="5825067" cy="803810"/>
                </a:xfrm>
                <a:prstGeom prst="rect">
                  <a:avLst/>
                </a:prstGeom>
                <a:noFill/>
              </p:spPr>
              <p:txBody>
                <a:bodyPr wrap="square" lIns="0" tIns="0" rIns="0" bIns="0" rtlCol="0">
                  <a:spAutoFit/>
                </a:bodyPr>
                <a:lstStyle/>
                <a:p>
                  <a14:m>
                    <m:oMathPara xmlns:m="http://schemas.openxmlformats.org/officeDocument/2006/math">
                      <m:oMath>
                        <m:sSub>
                          <m:sSubPr>
                            <m:ctrlPr>
                              <a:rPr kumimoji="1" lang="ja-JP" altLang="en-US" sz="2800" i="1" smtClean="0">
                                <a:latin typeface="Cambria Math" panose="02040503050406030204" pitchFamily="18" charset="0"/>
                              </a:rPr>
                            </m:ctrlPr>
                          </m:sSubPr>
                          <m:e>
                            <m:r>
                              <a:rPr kumimoji="1" lang="ja-JP" altLang="en-US" sz="2800" i="1" smtClean="0">
                                <a:latin typeface="Cambria Math" panose="02040503050406030204" pitchFamily="18" charset="0"/>
                              </a:rPr>
                              <m:t>𝜑</m:t>
                            </m:r>
                          </m:e>
                          <m:sub>
                            <m:r>
                              <a:rPr kumimoji="1" lang="el-GR" altLang="ja-JP" sz="2800" i="1" smtClean="0">
                                <a:latin typeface="Cambria Math" panose="02040503050406030204" pitchFamily="18" charset="0"/>
                                <a:ea typeface="Cambria Math" panose="02040503050406030204" pitchFamily="18" charset="0"/>
                              </a:rPr>
                              <m:t>𝛲</m:t>
                            </m:r>
                          </m:sub>
                        </m:sSub>
                        <m:r>
                          <a:rPr kumimoji="1" lang="en-US" altLang="ja-JP" sz="2800" i="1" smtClean="0">
                            <a:latin typeface="Cambria Math" panose="02040503050406030204" pitchFamily="18" charset="0"/>
                            <a:ea typeface="Cambria Math" panose="02040503050406030204" pitchFamily="18" charset="0"/>
                          </a:rPr>
                          <m:t>=</m:t>
                        </m:r>
                        <m:r>
                          <a:rPr kumimoji="1" lang="en-US" altLang="ja-JP" sz="2800" b="0" i="0" smtClean="0">
                            <a:latin typeface="Cambria Math" panose="02040503050406030204" pitchFamily="18" charset="0"/>
                            <a:ea typeface="Cambria Math" panose="02040503050406030204" pitchFamily="18" charset="0"/>
                          </a:rPr>
                          <m:t>1000 </m:t>
                        </m:r>
                        <m:d>
                          <m:dPr>
                            <m:ctrlPr>
                              <a:rPr kumimoji="1" lang="ja-JP" altLang="en-US" sz="2800" b="0" i="1" smtClean="0">
                                <a:latin typeface="Cambria Math" panose="02040503050406030204" pitchFamily="18" charset="0"/>
                                <a:ea typeface="Cambria Math" panose="02040503050406030204" pitchFamily="18" charset="0"/>
                              </a:rPr>
                            </m:ctrlPr>
                          </m:dPr>
                          <m:e>
                            <m:sSub>
                              <m:sSubPr>
                                <m:ctrlPr>
                                  <a:rPr kumimoji="1" lang="el-GR" altLang="ja-JP" sz="2800" b="0" i="1" smtClean="0">
                                    <a:latin typeface="Cambria Math" panose="02040503050406030204" pitchFamily="18" charset="0"/>
                                    <a:ea typeface="Cambria Math" panose="02040503050406030204" pitchFamily="18" charset="0"/>
                                  </a:rPr>
                                </m:ctrlPr>
                              </m:sSubPr>
                              <m:e>
                                <m:r>
                                  <a:rPr kumimoji="1" lang="el-GR" altLang="ja-JP" sz="2800" b="0" i="1" smtClean="0">
                                    <a:latin typeface="Cambria Math" panose="02040503050406030204" pitchFamily="18" charset="0"/>
                                    <a:ea typeface="Cambria Math" panose="02040503050406030204" pitchFamily="18" charset="0"/>
                                  </a:rPr>
                                  <m:t>𝛲</m:t>
                                </m:r>
                              </m:e>
                              <m:sub>
                                <m:r>
                                  <a:rPr kumimoji="1" lang="en-US" altLang="ja-JP" sz="2800" b="0" i="1" smtClean="0">
                                    <a:latin typeface="Cambria Math" panose="02040503050406030204" pitchFamily="18" charset="0"/>
                                    <a:ea typeface="Cambria Math" panose="02040503050406030204" pitchFamily="18" charset="0"/>
                                  </a:rPr>
                                  <m:t>𝐶</m:t>
                                </m:r>
                              </m:sub>
                            </m:sSub>
                            <m:r>
                              <a:rPr kumimoji="1" lang="ja-JP" altLang="en-US" sz="2800" b="0" i="1" smtClean="0">
                                <a:latin typeface="Cambria Math" panose="02040503050406030204" pitchFamily="18" charset="0"/>
                                <a:ea typeface="Cambria Math" panose="02040503050406030204" pitchFamily="18" charset="0"/>
                              </a:rPr>
                              <m:t>−</m:t>
                            </m:r>
                            <m:sSub>
                              <m:sSubPr>
                                <m:ctrlPr>
                                  <a:rPr kumimoji="1" lang="el-GR" altLang="ja-JP" sz="2800" b="0" i="1" smtClean="0">
                                    <a:latin typeface="Cambria Math" panose="02040503050406030204" pitchFamily="18" charset="0"/>
                                    <a:ea typeface="Cambria Math" panose="02040503050406030204" pitchFamily="18" charset="0"/>
                                  </a:rPr>
                                </m:ctrlPr>
                              </m:sSubPr>
                              <m:e>
                                <m:r>
                                  <a:rPr kumimoji="1" lang="el-GR" altLang="ja-JP" sz="2800" b="0" i="1" smtClean="0">
                                    <a:latin typeface="Cambria Math" panose="02040503050406030204" pitchFamily="18" charset="0"/>
                                    <a:ea typeface="Cambria Math" panose="02040503050406030204" pitchFamily="18" charset="0"/>
                                  </a:rPr>
                                  <m:t>𝛲</m:t>
                                </m:r>
                              </m:e>
                              <m:sub>
                                <m:r>
                                  <a:rPr kumimoji="1" lang="en-US" altLang="ja-JP" sz="2800" b="0" i="1" smtClean="0">
                                    <a:latin typeface="Cambria Math" panose="02040503050406030204" pitchFamily="18" charset="0"/>
                                    <a:ea typeface="Cambria Math" panose="02040503050406030204" pitchFamily="18" charset="0"/>
                                  </a:rPr>
                                  <m:t>𝑌</m:t>
                                </m:r>
                              </m:sub>
                            </m:sSub>
                          </m:e>
                        </m:d>
                        <m:f>
                          <m:fPr>
                            <m:ctrlPr>
                              <a:rPr kumimoji="1" lang="ja-JP" altLang="en-US" sz="2800" b="0" i="1" smtClean="0">
                                <a:latin typeface="Cambria Math" panose="02040503050406030204" pitchFamily="18" charset="0"/>
                                <a:ea typeface="Cambria Math" panose="02040503050406030204" pitchFamily="18" charset="0"/>
                              </a:rPr>
                            </m:ctrlPr>
                          </m:fPr>
                          <m:num>
                            <m:sSub>
                              <m:sSubPr>
                                <m:ctrlPr>
                                  <a:rPr kumimoji="1" lang="el-GR" altLang="ja-JP" sz="2800" b="0" i="1" smtClean="0">
                                    <a:latin typeface="Cambria Math" panose="02040503050406030204" pitchFamily="18" charset="0"/>
                                    <a:ea typeface="Cambria Math" panose="02040503050406030204" pitchFamily="18" charset="0"/>
                                  </a:rPr>
                                </m:ctrlPr>
                              </m:sSubPr>
                              <m:e>
                                <m:r>
                                  <a:rPr kumimoji="1" lang="el-GR" altLang="ja-JP" sz="2800" b="0" i="1" smtClean="0">
                                    <a:latin typeface="Cambria Math" panose="02040503050406030204" pitchFamily="18" charset="0"/>
                                    <a:ea typeface="Cambria Math" panose="02040503050406030204" pitchFamily="18" charset="0"/>
                                  </a:rPr>
                                  <m:t>𝛵</m:t>
                                </m:r>
                              </m:e>
                              <m:sub>
                                <m:r>
                                  <a:rPr kumimoji="1" lang="en-US" altLang="ja-JP" sz="2800" b="0" i="1" smtClean="0">
                                    <a:latin typeface="Cambria Math" panose="02040503050406030204" pitchFamily="18" charset="0"/>
                                    <a:ea typeface="Cambria Math" panose="02040503050406030204" pitchFamily="18" charset="0"/>
                                  </a:rPr>
                                  <m:t>𝐶</m:t>
                                </m:r>
                              </m:sub>
                            </m:sSub>
                            <m:r>
                              <a:rPr kumimoji="1" lang="en-US" altLang="ja-JP" sz="2800" b="0" i="1" smtClean="0">
                                <a:latin typeface="Cambria Math" panose="02040503050406030204" pitchFamily="18" charset="0"/>
                                <a:ea typeface="Cambria Math" panose="02040503050406030204" pitchFamily="18" charset="0"/>
                              </a:rPr>
                              <m:t>+</m:t>
                            </m:r>
                            <m:sSub>
                              <m:sSubPr>
                                <m:ctrlPr>
                                  <a:rPr kumimoji="1" lang="el-GR" altLang="ja-JP" sz="2800" b="0" i="1" smtClean="0">
                                    <a:latin typeface="Cambria Math" panose="02040503050406030204" pitchFamily="18" charset="0"/>
                                    <a:ea typeface="Cambria Math" panose="02040503050406030204" pitchFamily="18" charset="0"/>
                                  </a:rPr>
                                </m:ctrlPr>
                              </m:sSubPr>
                              <m:e>
                                <m:r>
                                  <a:rPr kumimoji="1" lang="el-GR" altLang="ja-JP" sz="2800" b="0" i="1" smtClean="0">
                                    <a:latin typeface="Cambria Math" panose="02040503050406030204" pitchFamily="18" charset="0"/>
                                    <a:ea typeface="Cambria Math" panose="02040503050406030204" pitchFamily="18" charset="0"/>
                                  </a:rPr>
                                  <m:t>𝛵</m:t>
                                </m:r>
                              </m:e>
                              <m:sub>
                                <m:r>
                                  <a:rPr kumimoji="1" lang="en-US" altLang="ja-JP" sz="2800" b="0" i="1" smtClean="0">
                                    <a:latin typeface="Cambria Math" panose="02040503050406030204" pitchFamily="18" charset="0"/>
                                    <a:ea typeface="Cambria Math" panose="02040503050406030204" pitchFamily="18" charset="0"/>
                                  </a:rPr>
                                  <m:t>𝑌</m:t>
                                </m:r>
                              </m:sub>
                            </m:sSub>
                          </m:num>
                          <m:den>
                            <m:r>
                              <a:rPr kumimoji="1" lang="en-US" altLang="ja-JP" sz="2800" b="0" i="1" smtClean="0">
                                <a:latin typeface="Cambria Math" panose="02040503050406030204" pitchFamily="18" charset="0"/>
                                <a:ea typeface="Cambria Math" panose="02040503050406030204" pitchFamily="18" charset="0"/>
                              </a:rPr>
                              <m:t>2</m:t>
                            </m:r>
                          </m:den>
                        </m:f>
                      </m:oMath>
                    </m:oMathPara>
                  </a14:m>
                  <a:endParaRPr kumimoji="1" lang="ja-JP" altLang="en-US" sz="2800"/>
                </a:p>
              </p:txBody>
            </p:sp>
          </mc:Choice>
          <mc:Fallback>
            <p:sp>
              <p:nvSpPr>
                <p:cNvPr id="8" name="テキスト ボックス 7">
                  <a:extLst>
                    <a:ext uri="{FF2B5EF4-FFF2-40B4-BE49-F238E27FC236}">
                      <a16:creationId xmlns:a16="http://schemas.microsoft.com/office/drawing/2014/main" id="{CB76C2F7-51BB-2D10-5CEA-57DED7D62F49}"/>
                    </a:ext>
                  </a:extLst>
                </p:cNvPr>
                <p:cNvSpPr txBox="1">
                  <a:spLocks noRot="1" noChangeAspect="1" noMove="1" noResize="1" noEditPoints="1" noAdjustHandles="1" noChangeArrowheads="1" noChangeShapeType="1" noTextEdit="1"/>
                </p:cNvSpPr>
                <p:nvPr/>
              </p:nvSpPr>
              <p:spPr>
                <a:xfrm>
                  <a:off x="348635" y="2949635"/>
                  <a:ext cx="5825067" cy="803810"/>
                </a:xfrm>
                <a:prstGeom prst="rect">
                  <a:avLst/>
                </a:prstGeom>
                <a:blipFill>
                  <a:blip r:embed="rId3"/>
                  <a:stretch>
                    <a:fillRect b="-13846"/>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9" name="テキスト ボックス 8">
                  <a:extLst>
                    <a:ext uri="{FF2B5EF4-FFF2-40B4-BE49-F238E27FC236}">
                      <a16:creationId xmlns:a16="http://schemas.microsoft.com/office/drawing/2014/main" id="{605A1D83-2F2D-7F1E-16B2-6D8D5B83ABE4}"/>
                    </a:ext>
                  </a:extLst>
                </p:cNvPr>
                <p:cNvSpPr txBox="1"/>
                <p:nvPr/>
              </p:nvSpPr>
              <p:spPr>
                <a:xfrm>
                  <a:off x="5813386" y="2949635"/>
                  <a:ext cx="5825067" cy="803810"/>
                </a:xfrm>
                <a:prstGeom prst="rect">
                  <a:avLst/>
                </a:prstGeom>
                <a:noFill/>
              </p:spPr>
              <p:txBody>
                <a:bodyPr wrap="square" lIns="0" tIns="0" rIns="0" bIns="0" rtlCol="0">
                  <a:spAutoFit/>
                </a:bodyPr>
                <a:lstStyle/>
                <a:p>
                  <a14:m>
                    <m:oMathPara xmlns:m="http://schemas.openxmlformats.org/officeDocument/2006/math">
                      <m:oMath>
                        <m:sSub>
                          <m:sSubPr>
                            <m:ctrlPr>
                              <a:rPr kumimoji="1" lang="ja-JP" altLang="en-US" sz="2800" i="1" smtClean="0">
                                <a:latin typeface="Cambria Math" panose="02040503050406030204" pitchFamily="18" charset="0"/>
                              </a:rPr>
                            </m:ctrlPr>
                          </m:sSubPr>
                          <m:e>
                            <m:r>
                              <a:rPr kumimoji="1" lang="ja-JP" altLang="en-US" sz="2800" i="1" smtClean="0">
                                <a:latin typeface="Cambria Math" panose="02040503050406030204" pitchFamily="18" charset="0"/>
                              </a:rPr>
                              <m:t>𝜑</m:t>
                            </m:r>
                          </m:e>
                          <m:sub>
                            <m:r>
                              <a:rPr kumimoji="1" lang="en-US" altLang="ja-JP" sz="2800" b="0" i="1" smtClean="0">
                                <a:latin typeface="Cambria Math" panose="02040503050406030204" pitchFamily="18" charset="0"/>
                              </a:rPr>
                              <m:t>𝑇</m:t>
                            </m:r>
                          </m:sub>
                        </m:sSub>
                        <m:r>
                          <a:rPr kumimoji="1" lang="en-US" altLang="ja-JP" sz="2800" i="1" smtClean="0">
                            <a:latin typeface="Cambria Math" panose="02040503050406030204" pitchFamily="18" charset="0"/>
                            <a:ea typeface="Cambria Math" panose="02040503050406030204" pitchFamily="18" charset="0"/>
                          </a:rPr>
                          <m:t>=</m:t>
                        </m:r>
                        <m:r>
                          <a:rPr kumimoji="1" lang="en-US" altLang="ja-JP" sz="2800" b="0" i="0" smtClean="0">
                            <a:latin typeface="Cambria Math" panose="02040503050406030204" pitchFamily="18" charset="0"/>
                            <a:ea typeface="Cambria Math" panose="02040503050406030204" pitchFamily="18" charset="0"/>
                          </a:rPr>
                          <m:t>1000 </m:t>
                        </m:r>
                        <m:d>
                          <m:dPr>
                            <m:ctrlPr>
                              <a:rPr kumimoji="1" lang="ja-JP" altLang="en-US" sz="2800" b="0" i="1" smtClean="0">
                                <a:latin typeface="Cambria Math" panose="02040503050406030204" pitchFamily="18" charset="0"/>
                                <a:ea typeface="Cambria Math" panose="02040503050406030204" pitchFamily="18" charset="0"/>
                              </a:rPr>
                            </m:ctrlPr>
                          </m:dPr>
                          <m:e>
                            <m:sSub>
                              <m:sSubPr>
                                <m:ctrlPr>
                                  <a:rPr kumimoji="1" lang="en-US" altLang="ja-JP" sz="2800" b="0" i="1" smtClean="0">
                                    <a:latin typeface="Cambria Math" panose="02040503050406030204" pitchFamily="18" charset="0"/>
                                    <a:ea typeface="Cambria Math" panose="02040503050406030204" pitchFamily="18" charset="0"/>
                                  </a:rPr>
                                </m:ctrlPr>
                              </m:sSubPr>
                              <m:e>
                                <m:r>
                                  <a:rPr kumimoji="1" lang="en-US" altLang="ja-JP" sz="2800" b="0" i="1" smtClean="0">
                                    <a:latin typeface="Cambria Math" panose="02040503050406030204" pitchFamily="18" charset="0"/>
                                    <a:ea typeface="Cambria Math" panose="02040503050406030204" pitchFamily="18" charset="0"/>
                                  </a:rPr>
                                  <m:t>𝑇</m:t>
                                </m:r>
                              </m:e>
                              <m:sub>
                                <m:r>
                                  <a:rPr kumimoji="1" lang="en-US" altLang="ja-JP" sz="2800" b="0" i="1" smtClean="0">
                                    <a:latin typeface="Cambria Math" panose="02040503050406030204" pitchFamily="18" charset="0"/>
                                    <a:ea typeface="Cambria Math" panose="02040503050406030204" pitchFamily="18" charset="0"/>
                                  </a:rPr>
                                  <m:t>𝐶</m:t>
                                </m:r>
                              </m:sub>
                            </m:sSub>
                            <m:r>
                              <a:rPr kumimoji="1" lang="ja-JP" altLang="en-US" sz="2800" b="0" i="1" smtClean="0">
                                <a:latin typeface="Cambria Math" panose="02040503050406030204" pitchFamily="18" charset="0"/>
                                <a:ea typeface="Cambria Math" panose="02040503050406030204" pitchFamily="18" charset="0"/>
                              </a:rPr>
                              <m:t>−</m:t>
                            </m:r>
                            <m:sSub>
                              <m:sSubPr>
                                <m:ctrlPr>
                                  <a:rPr kumimoji="1" lang="en-US" altLang="ja-JP" sz="2800" b="0" i="1" smtClean="0">
                                    <a:latin typeface="Cambria Math" panose="02040503050406030204" pitchFamily="18" charset="0"/>
                                    <a:ea typeface="Cambria Math" panose="02040503050406030204" pitchFamily="18" charset="0"/>
                                  </a:rPr>
                                </m:ctrlPr>
                              </m:sSubPr>
                              <m:e>
                                <m:r>
                                  <a:rPr kumimoji="1" lang="en-US" altLang="ja-JP" sz="2800" b="0" i="1" smtClean="0">
                                    <a:latin typeface="Cambria Math" panose="02040503050406030204" pitchFamily="18" charset="0"/>
                                    <a:ea typeface="Cambria Math" panose="02040503050406030204" pitchFamily="18" charset="0"/>
                                  </a:rPr>
                                  <m:t>𝑇</m:t>
                                </m:r>
                              </m:e>
                              <m:sub>
                                <m:r>
                                  <a:rPr kumimoji="1" lang="en-US" altLang="ja-JP" sz="2800" b="0" i="1" smtClean="0">
                                    <a:latin typeface="Cambria Math" panose="02040503050406030204" pitchFamily="18" charset="0"/>
                                    <a:ea typeface="Cambria Math" panose="02040503050406030204" pitchFamily="18" charset="0"/>
                                  </a:rPr>
                                  <m:t>𝑌</m:t>
                                </m:r>
                              </m:sub>
                            </m:sSub>
                          </m:e>
                        </m:d>
                        <m:f>
                          <m:fPr>
                            <m:ctrlPr>
                              <a:rPr kumimoji="1" lang="ja-JP" altLang="en-US" sz="2800" b="0" i="1" smtClean="0">
                                <a:latin typeface="Cambria Math" panose="02040503050406030204" pitchFamily="18" charset="0"/>
                                <a:ea typeface="Cambria Math" panose="02040503050406030204" pitchFamily="18" charset="0"/>
                              </a:rPr>
                            </m:ctrlPr>
                          </m:fPr>
                          <m:num>
                            <m:sSub>
                              <m:sSubPr>
                                <m:ctrlPr>
                                  <a:rPr kumimoji="1" lang="en-US" altLang="ja-JP" sz="2800" b="0" i="1" smtClean="0">
                                    <a:latin typeface="Cambria Math" panose="02040503050406030204" pitchFamily="18" charset="0"/>
                                    <a:ea typeface="Cambria Math" panose="02040503050406030204" pitchFamily="18" charset="0"/>
                                  </a:rPr>
                                </m:ctrlPr>
                              </m:sSubPr>
                              <m:e>
                                <m:r>
                                  <a:rPr kumimoji="1" lang="en-US" altLang="ja-JP" sz="2800" b="0" i="1" smtClean="0">
                                    <a:latin typeface="Cambria Math" panose="02040503050406030204" pitchFamily="18" charset="0"/>
                                    <a:ea typeface="Cambria Math" panose="02040503050406030204" pitchFamily="18" charset="0"/>
                                  </a:rPr>
                                  <m:t>𝑃</m:t>
                                </m:r>
                              </m:e>
                              <m:sub>
                                <m:r>
                                  <a:rPr kumimoji="1" lang="en-US" altLang="ja-JP" sz="2800" b="0" i="1" smtClean="0">
                                    <a:latin typeface="Cambria Math" panose="02040503050406030204" pitchFamily="18" charset="0"/>
                                    <a:ea typeface="Cambria Math" panose="02040503050406030204" pitchFamily="18" charset="0"/>
                                  </a:rPr>
                                  <m:t>𝐶</m:t>
                                </m:r>
                              </m:sub>
                            </m:sSub>
                            <m:r>
                              <a:rPr kumimoji="1" lang="en-US" altLang="ja-JP" sz="2800" b="0" i="1" smtClean="0">
                                <a:latin typeface="Cambria Math" panose="02040503050406030204" pitchFamily="18" charset="0"/>
                                <a:ea typeface="Cambria Math" panose="02040503050406030204" pitchFamily="18" charset="0"/>
                              </a:rPr>
                              <m:t>+</m:t>
                            </m:r>
                            <m:sSub>
                              <m:sSubPr>
                                <m:ctrlPr>
                                  <a:rPr kumimoji="1" lang="en-US" altLang="ja-JP" sz="2800" b="0" i="1" smtClean="0">
                                    <a:latin typeface="Cambria Math" panose="02040503050406030204" pitchFamily="18" charset="0"/>
                                    <a:ea typeface="Cambria Math" panose="02040503050406030204" pitchFamily="18" charset="0"/>
                                  </a:rPr>
                                </m:ctrlPr>
                              </m:sSubPr>
                              <m:e>
                                <m:r>
                                  <a:rPr kumimoji="1" lang="en-US" altLang="ja-JP" sz="2800" b="0" i="1" smtClean="0">
                                    <a:latin typeface="Cambria Math" panose="02040503050406030204" pitchFamily="18" charset="0"/>
                                    <a:ea typeface="Cambria Math" panose="02040503050406030204" pitchFamily="18" charset="0"/>
                                  </a:rPr>
                                  <m:t>𝑃</m:t>
                                </m:r>
                              </m:e>
                              <m:sub>
                                <m:r>
                                  <a:rPr kumimoji="1" lang="en-US" altLang="ja-JP" sz="2800" b="0" i="1" smtClean="0">
                                    <a:latin typeface="Cambria Math" panose="02040503050406030204" pitchFamily="18" charset="0"/>
                                    <a:ea typeface="Cambria Math" panose="02040503050406030204" pitchFamily="18" charset="0"/>
                                  </a:rPr>
                                  <m:t>𝑌</m:t>
                                </m:r>
                              </m:sub>
                            </m:sSub>
                          </m:num>
                          <m:den>
                            <m:r>
                              <a:rPr kumimoji="1" lang="en-US" altLang="ja-JP" sz="2800" b="0" i="1" smtClean="0">
                                <a:latin typeface="Cambria Math" panose="02040503050406030204" pitchFamily="18" charset="0"/>
                                <a:ea typeface="Cambria Math" panose="02040503050406030204" pitchFamily="18" charset="0"/>
                              </a:rPr>
                              <m:t>2</m:t>
                            </m:r>
                          </m:den>
                        </m:f>
                      </m:oMath>
                    </m:oMathPara>
                  </a14:m>
                  <a:endParaRPr kumimoji="1" lang="ja-JP" altLang="en-US" sz="2800"/>
                </a:p>
              </p:txBody>
            </p:sp>
          </mc:Choice>
          <mc:Fallback>
            <p:sp>
              <p:nvSpPr>
                <p:cNvPr id="9" name="テキスト ボックス 8">
                  <a:extLst>
                    <a:ext uri="{FF2B5EF4-FFF2-40B4-BE49-F238E27FC236}">
                      <a16:creationId xmlns:a16="http://schemas.microsoft.com/office/drawing/2014/main" id="{605A1D83-2F2D-7F1E-16B2-6D8D5B83ABE4}"/>
                    </a:ext>
                  </a:extLst>
                </p:cNvPr>
                <p:cNvSpPr txBox="1">
                  <a:spLocks noRot="1" noChangeAspect="1" noMove="1" noResize="1" noEditPoints="1" noAdjustHandles="1" noChangeArrowheads="1" noChangeShapeType="1" noTextEdit="1"/>
                </p:cNvSpPr>
                <p:nvPr/>
              </p:nvSpPr>
              <p:spPr>
                <a:xfrm>
                  <a:off x="5813386" y="2949635"/>
                  <a:ext cx="5825067" cy="803810"/>
                </a:xfrm>
                <a:prstGeom prst="rect">
                  <a:avLst/>
                </a:prstGeom>
                <a:blipFill>
                  <a:blip r:embed="rId4"/>
                  <a:stretch>
                    <a:fillRect b="-13846"/>
                  </a:stretch>
                </a:blipFill>
              </p:spPr>
              <p:txBody>
                <a:bodyPr/>
                <a:lstStyle/>
                <a:p>
                  <a:r>
                    <a:rPr lang="ja-JP" altLang="en-US">
                      <a:noFill/>
                    </a:rPr>
                    <a:t> </a:t>
                  </a:r>
                </a:p>
              </p:txBody>
            </p:sp>
          </mc:Fallback>
        </mc:AlternateContent>
        <p:sp>
          <p:nvSpPr>
            <p:cNvPr id="10" name="テキスト ボックス 9">
              <a:extLst>
                <a:ext uri="{FF2B5EF4-FFF2-40B4-BE49-F238E27FC236}">
                  <a16:creationId xmlns:a16="http://schemas.microsoft.com/office/drawing/2014/main" id="{2AE33F40-9969-E5C0-6599-470B5DAF6239}"/>
                </a:ext>
              </a:extLst>
            </p:cNvPr>
            <p:cNvSpPr txBox="1"/>
            <p:nvPr/>
          </p:nvSpPr>
          <p:spPr>
            <a:xfrm>
              <a:off x="6173701" y="2430566"/>
              <a:ext cx="4294601" cy="333617"/>
            </a:xfrm>
            <a:prstGeom prst="rect">
              <a:avLst/>
            </a:prstGeom>
            <a:noFill/>
          </p:spPr>
          <p:txBody>
            <a:bodyPr wrap="square">
              <a:spAutoFit/>
            </a:bodyPr>
            <a:lstStyle/>
            <a:p>
              <a:pPr>
                <a:lnSpc>
                  <a:spcPts val="1980"/>
                </a:lnSpc>
                <a:defRPr/>
              </a:pPr>
              <a:r>
                <a:rPr kumimoji="1" lang="ja-JP" altLang="en-US" sz="1600" spc="30">
                  <a:solidFill>
                    <a:srgbClr val="C675A6"/>
                  </a:solidFill>
                  <a:latin typeface="源ノ角ゴシック JP" panose="020B0500000000000000" pitchFamily="34" charset="-128"/>
                  <a:ea typeface="源ノ角ゴシック JP" panose="020B0500000000000000" pitchFamily="34" charset="-128"/>
                </a:rPr>
                <a:t>購入者</a:t>
              </a:r>
              <a:r>
                <a:rPr kumimoji="1" lang="en-US" altLang="ja-JP" sz="1600" spc="30" dirty="0">
                  <a:solidFill>
                    <a:srgbClr val="C675A6"/>
                  </a:solidFill>
                  <a:latin typeface="源ノ角ゴシック JP" panose="020B0500000000000000" pitchFamily="34" charset="-128"/>
                  <a:ea typeface="源ノ角ゴシック JP" panose="020B0500000000000000" pitchFamily="34" charset="-128"/>
                </a:rPr>
                <a:t>1</a:t>
              </a:r>
              <a:r>
                <a:rPr kumimoji="1" lang="ja-JP" altLang="en-US" sz="1600" spc="30">
                  <a:solidFill>
                    <a:srgbClr val="C675A6"/>
                  </a:solidFill>
                  <a:latin typeface="源ノ角ゴシック JP" panose="020B0500000000000000" pitchFamily="34" charset="-128"/>
                  <a:ea typeface="源ノ角ゴシック JP" panose="020B0500000000000000" pitchFamily="34" charset="-128"/>
                </a:rPr>
                <a:t>人あたりの購入回数</a:t>
              </a: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による寄与量：</a:t>
              </a:r>
              <a:endPar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1" name="テキスト ボックス 10">
              <a:extLst>
                <a:ext uri="{FF2B5EF4-FFF2-40B4-BE49-F238E27FC236}">
                  <a16:creationId xmlns:a16="http://schemas.microsoft.com/office/drawing/2014/main" id="{C0E07043-44B7-27B5-F652-FF9CD290B3FA}"/>
                </a:ext>
              </a:extLst>
            </p:cNvPr>
            <p:cNvSpPr txBox="1"/>
            <p:nvPr/>
          </p:nvSpPr>
          <p:spPr>
            <a:xfrm>
              <a:off x="962978" y="3996186"/>
              <a:ext cx="8449035" cy="349839"/>
            </a:xfrm>
            <a:prstGeom prst="rect">
              <a:avLst/>
            </a:prstGeom>
            <a:noFill/>
          </p:spPr>
          <p:txBody>
            <a:bodyPr wrap="square">
              <a:spAutoFit/>
            </a:bodyPr>
            <a:lstStyle/>
            <a:p>
              <a:pPr>
                <a:lnSpc>
                  <a:spcPts val="2180"/>
                </a:lnSpc>
                <a:defRPr/>
              </a:pPr>
              <a:r>
                <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 若年層を</a:t>
              </a:r>
              <a:r>
                <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rPr>
                <a:t>Y</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、中高年層を</a:t>
              </a:r>
              <a:r>
                <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rPr>
                <a:t>C</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500" spc="50">
                  <a:solidFill>
                    <a:srgbClr val="5485C4"/>
                  </a:solidFill>
                  <a:latin typeface="源ノ角ゴシック JP" panose="020B0500000000000000" pitchFamily="34" charset="-128"/>
                  <a:ea typeface="源ノ角ゴシック JP" panose="020B0500000000000000" pitchFamily="34" charset="-128"/>
                </a:rPr>
                <a:t>購入経験者の割合</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を</a:t>
              </a:r>
              <a:r>
                <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rPr>
                <a:t>P</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500" spc="50">
                  <a:solidFill>
                    <a:srgbClr val="C675A6"/>
                  </a:solidFill>
                  <a:latin typeface="源ノ角ゴシック JP" panose="020B0500000000000000" pitchFamily="34" charset="-128"/>
                  <a:ea typeface="源ノ角ゴシック JP" panose="020B0500000000000000" pitchFamily="34" charset="-128"/>
                </a:rPr>
                <a:t>購入者</a:t>
              </a:r>
              <a:r>
                <a:rPr kumimoji="1" lang="en-US" altLang="ja-JP" sz="1500" spc="50" dirty="0">
                  <a:solidFill>
                    <a:srgbClr val="C675A6"/>
                  </a:solidFill>
                  <a:latin typeface="源ノ角ゴシック JP" panose="020B0500000000000000" pitchFamily="34" charset="-128"/>
                  <a:ea typeface="源ノ角ゴシック JP" panose="020B0500000000000000" pitchFamily="34" charset="-128"/>
                </a:rPr>
                <a:t>1</a:t>
              </a:r>
              <a:r>
                <a:rPr kumimoji="1" lang="ja-JP" altLang="en-US" sz="1500" spc="50">
                  <a:solidFill>
                    <a:srgbClr val="C675A6"/>
                  </a:solidFill>
                  <a:latin typeface="源ノ角ゴシック JP" panose="020B0500000000000000" pitchFamily="34" charset="-128"/>
                  <a:ea typeface="源ノ角ゴシック JP" panose="020B0500000000000000" pitchFamily="34" charset="-128"/>
                </a:rPr>
                <a:t>人あたりの購入回数</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を</a:t>
              </a:r>
              <a:r>
                <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rPr>
                <a:t>T</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とする</a:t>
              </a:r>
              <a:endPar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nvGrpSpPr>
          <p:cNvPr id="20" name="グループ化 19">
            <a:extLst>
              <a:ext uri="{FF2B5EF4-FFF2-40B4-BE49-F238E27FC236}">
                <a16:creationId xmlns:a16="http://schemas.microsoft.com/office/drawing/2014/main" id="{E2F43ADA-7F8F-4CA4-54D5-F0C5E6B77778}"/>
              </a:ext>
            </a:extLst>
          </p:cNvPr>
          <p:cNvGrpSpPr/>
          <p:nvPr/>
        </p:nvGrpSpPr>
        <p:grpSpPr>
          <a:xfrm>
            <a:off x="694965" y="5008254"/>
            <a:ext cx="11184571" cy="1309844"/>
            <a:chOff x="694965" y="4913660"/>
            <a:chExt cx="11184571" cy="1309844"/>
          </a:xfrm>
        </p:grpSpPr>
        <p:sp>
          <p:nvSpPr>
            <p:cNvPr id="15" name="テキスト ボックス 14">
              <a:extLst>
                <a:ext uri="{FF2B5EF4-FFF2-40B4-BE49-F238E27FC236}">
                  <a16:creationId xmlns:a16="http://schemas.microsoft.com/office/drawing/2014/main" id="{57860C3A-15F0-D9F8-6761-A253900CD581}"/>
                </a:ext>
              </a:extLst>
            </p:cNvPr>
            <p:cNvSpPr txBox="1"/>
            <p:nvPr/>
          </p:nvSpPr>
          <p:spPr>
            <a:xfrm>
              <a:off x="734107" y="4913660"/>
              <a:ext cx="3561725" cy="333617"/>
            </a:xfrm>
            <a:prstGeom prst="rect">
              <a:avLst/>
            </a:prstGeom>
            <a:noFill/>
          </p:spPr>
          <p:txBody>
            <a:bodyPr wrap="square">
              <a:spAutoFit/>
            </a:bodyPr>
            <a:lstStyle/>
            <a:p>
              <a:pPr>
                <a:lnSpc>
                  <a:spcPts val="1980"/>
                </a:lnSpc>
                <a:defRPr/>
              </a:pPr>
              <a:r>
                <a:rPr kumimoji="1" lang="ja-JP" altLang="en-US" sz="16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実際の計算では、以下のようになる</a:t>
              </a:r>
              <a:endParaRPr kumimoji="1" lang="en-US" altLang="ja-JP" sz="16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grpSp>
          <p:nvGrpSpPr>
            <p:cNvPr id="19" name="グループ化 18">
              <a:extLst>
                <a:ext uri="{FF2B5EF4-FFF2-40B4-BE49-F238E27FC236}">
                  <a16:creationId xmlns:a16="http://schemas.microsoft.com/office/drawing/2014/main" id="{746D8DEF-4FF9-0881-3180-B05315D5D5F3}"/>
                </a:ext>
              </a:extLst>
            </p:cNvPr>
            <p:cNvGrpSpPr/>
            <p:nvPr/>
          </p:nvGrpSpPr>
          <p:grpSpPr>
            <a:xfrm>
              <a:off x="694965" y="5377760"/>
              <a:ext cx="11184571" cy="845744"/>
              <a:chOff x="694965" y="5377760"/>
              <a:chExt cx="11184571" cy="845744"/>
            </a:xfrm>
          </p:grpSpPr>
          <mc:AlternateContent xmlns:mc="http://schemas.openxmlformats.org/markup-compatibility/2006">
            <mc:Choice xmlns:a14="http://schemas.microsoft.com/office/drawing/2010/main" Requires="a14">
              <p:sp>
                <p:nvSpPr>
                  <p:cNvPr id="14" name="テキスト ボックス 13">
                    <a:extLst>
                      <a:ext uri="{FF2B5EF4-FFF2-40B4-BE49-F238E27FC236}">
                        <a16:creationId xmlns:a16="http://schemas.microsoft.com/office/drawing/2014/main" id="{16A385A5-9380-84A5-37C3-3AD18399E79C}"/>
                      </a:ext>
                    </a:extLst>
                  </p:cNvPr>
                  <p:cNvSpPr txBox="1"/>
                  <p:nvPr/>
                </p:nvSpPr>
                <p:spPr>
                  <a:xfrm>
                    <a:off x="710731" y="5377761"/>
                    <a:ext cx="5705835" cy="553357"/>
                  </a:xfrm>
                  <a:prstGeom prst="rect">
                    <a:avLst/>
                  </a:prstGeom>
                  <a:noFill/>
                </p:spPr>
                <p:txBody>
                  <a:bodyPr wrap="square" lIns="0" tIns="0" rIns="0" bIns="0" rtlCol="0">
                    <a:spAutoFit/>
                  </a:bodyPr>
                  <a:lstStyle/>
                  <a:p>
                    <a14:m>
                      <m:oMathPara xmlns:m="http://schemas.openxmlformats.org/officeDocument/2006/math">
                        <m:oMath>
                          <m:sSub>
                            <m:sSubPr>
                              <m:ctrlPr>
                                <a:rPr kumimoji="1" lang="ja-JP" altLang="en-US" sz="1900" i="1" smtClean="0">
                                  <a:latin typeface="Cambria Math" panose="02040503050406030204" pitchFamily="18" charset="0"/>
                                </a:rPr>
                              </m:ctrlPr>
                            </m:sSubPr>
                            <m:e>
                              <m:r>
                                <a:rPr kumimoji="1" lang="ja-JP" altLang="en-US" sz="1900" i="1" smtClean="0">
                                  <a:latin typeface="Cambria Math" panose="02040503050406030204" pitchFamily="18" charset="0"/>
                                </a:rPr>
                                <m:t>𝜑</m:t>
                              </m:r>
                            </m:e>
                            <m:sub>
                              <m:r>
                                <a:rPr kumimoji="1" lang="el-GR" altLang="ja-JP" sz="1900" i="1" smtClean="0">
                                  <a:latin typeface="Cambria Math" panose="02040503050406030204" pitchFamily="18" charset="0"/>
                                  <a:ea typeface="Cambria Math" panose="02040503050406030204" pitchFamily="18" charset="0"/>
                                </a:rPr>
                                <m:t>𝛲</m:t>
                              </m:r>
                            </m:sub>
                          </m:sSub>
                          <m:r>
                            <a:rPr kumimoji="1" lang="en-US" altLang="ja-JP" sz="1900" i="1" smtClean="0">
                              <a:latin typeface="Cambria Math" panose="02040503050406030204" pitchFamily="18" charset="0"/>
                              <a:ea typeface="Cambria Math" panose="02040503050406030204" pitchFamily="18" charset="0"/>
                            </a:rPr>
                            <m:t>=</m:t>
                          </m:r>
                          <m:r>
                            <a:rPr kumimoji="1" lang="en-US" altLang="ja-JP" sz="1900" b="0" i="0" smtClean="0">
                              <a:latin typeface="Cambria Math" panose="02040503050406030204" pitchFamily="18" charset="0"/>
                              <a:ea typeface="Cambria Math" panose="02040503050406030204" pitchFamily="18" charset="0"/>
                            </a:rPr>
                            <m:t>1000 </m:t>
                          </m:r>
                          <m:d>
                            <m:dPr>
                              <m:ctrlPr>
                                <a:rPr kumimoji="1" lang="en-US" altLang="ja-JP" sz="1900" b="0" i="1" smtClean="0">
                                  <a:latin typeface="Cambria Math" panose="02040503050406030204" pitchFamily="18" charset="0"/>
                                  <a:ea typeface="Cambria Math" panose="02040503050406030204" pitchFamily="18" charset="0"/>
                                </a:rPr>
                              </m:ctrlPr>
                            </m:dPr>
                            <m:e>
                              <m:r>
                                <a:rPr kumimoji="1" lang="en-US" altLang="ja-JP" sz="1900" b="0" i="1" smtClean="0">
                                  <a:latin typeface="Cambria Math" panose="02040503050406030204" pitchFamily="18" charset="0"/>
                                  <a:ea typeface="Cambria Math" panose="02040503050406030204" pitchFamily="18" charset="0"/>
                                </a:rPr>
                                <m:t>0.00133</m:t>
                              </m:r>
                              <m:r>
                                <a:rPr kumimoji="1" lang="ja-JP" altLang="en-US" sz="1900" b="0" i="1" smtClean="0">
                                  <a:latin typeface="Cambria Math" panose="02040503050406030204" pitchFamily="18" charset="0"/>
                                  <a:ea typeface="Cambria Math" panose="02040503050406030204" pitchFamily="18" charset="0"/>
                                </a:rPr>
                                <m:t>−</m:t>
                              </m:r>
                              <m:r>
                                <a:rPr kumimoji="1" lang="en-US" altLang="ja-JP" sz="1900" b="0" i="1" smtClean="0">
                                  <a:latin typeface="Cambria Math" panose="02040503050406030204" pitchFamily="18" charset="0"/>
                                  <a:ea typeface="Cambria Math" panose="02040503050406030204" pitchFamily="18" charset="0"/>
                                </a:rPr>
                                <m:t>0.00096</m:t>
                              </m:r>
                            </m:e>
                          </m:d>
                          <m:f>
                            <m:fPr>
                              <m:ctrlPr>
                                <a:rPr kumimoji="1" lang="en-US" altLang="ja-JP" sz="1900" b="0" i="1" smtClean="0">
                                  <a:latin typeface="Cambria Math" panose="02040503050406030204" pitchFamily="18" charset="0"/>
                                  <a:ea typeface="Cambria Math" panose="02040503050406030204" pitchFamily="18" charset="0"/>
                                </a:rPr>
                              </m:ctrlPr>
                            </m:fPr>
                            <m:num>
                              <m:r>
                                <a:rPr kumimoji="1" lang="en-US" altLang="ja-JP" sz="1900" b="0" i="1" smtClean="0">
                                  <a:latin typeface="Cambria Math" panose="02040503050406030204" pitchFamily="18" charset="0"/>
                                  <a:ea typeface="Cambria Math" panose="02040503050406030204" pitchFamily="18" charset="0"/>
                                </a:rPr>
                                <m:t>1.466</m:t>
                              </m:r>
                              <m:r>
                                <a:rPr kumimoji="1" lang="en-US" altLang="ja-JP" sz="1900" b="0" i="1" smtClean="0">
                                  <a:latin typeface="Cambria Math" panose="02040503050406030204" pitchFamily="18" charset="0"/>
                                  <a:ea typeface="Cambria Math" panose="02040503050406030204" pitchFamily="18" charset="0"/>
                                </a:rPr>
                                <m:t>+1.251</m:t>
                              </m:r>
                            </m:num>
                            <m:den>
                              <m:r>
                                <a:rPr kumimoji="1" lang="en-US" altLang="ja-JP" sz="1900" b="0" i="1" smtClean="0">
                                  <a:latin typeface="Cambria Math" panose="02040503050406030204" pitchFamily="18" charset="0"/>
                                  <a:ea typeface="Cambria Math" panose="02040503050406030204" pitchFamily="18" charset="0"/>
                                </a:rPr>
                                <m:t>2</m:t>
                              </m:r>
                            </m:den>
                          </m:f>
                        </m:oMath>
                      </m:oMathPara>
                    </a14:m>
                    <a:endParaRPr kumimoji="1" lang="en-US" altLang="ja-JP" sz="1900" dirty="0"/>
                  </a:p>
                </p:txBody>
              </p:sp>
            </mc:Choice>
            <mc:Fallback>
              <p:sp>
                <p:nvSpPr>
                  <p:cNvPr id="14" name="テキスト ボックス 13">
                    <a:extLst>
                      <a:ext uri="{FF2B5EF4-FFF2-40B4-BE49-F238E27FC236}">
                        <a16:creationId xmlns:a16="http://schemas.microsoft.com/office/drawing/2014/main" id="{16A385A5-9380-84A5-37C3-3AD18399E79C}"/>
                      </a:ext>
                    </a:extLst>
                  </p:cNvPr>
                  <p:cNvSpPr txBox="1">
                    <a:spLocks noRot="1" noChangeAspect="1" noMove="1" noResize="1" noEditPoints="1" noAdjustHandles="1" noChangeArrowheads="1" noChangeShapeType="1" noTextEdit="1"/>
                  </p:cNvSpPr>
                  <p:nvPr/>
                </p:nvSpPr>
                <p:spPr>
                  <a:xfrm>
                    <a:off x="710731" y="5377761"/>
                    <a:ext cx="5705835" cy="553357"/>
                  </a:xfrm>
                  <a:prstGeom prst="rect">
                    <a:avLst/>
                  </a:prstGeom>
                  <a:blipFill>
                    <a:blip r:embed="rId5"/>
                    <a:stretch>
                      <a:fillRect t="-4545" b="-13636"/>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16" name="テキスト ボックス 15">
                    <a:extLst>
                      <a:ext uri="{FF2B5EF4-FFF2-40B4-BE49-F238E27FC236}">
                        <a16:creationId xmlns:a16="http://schemas.microsoft.com/office/drawing/2014/main" id="{EAB43C90-B341-7460-3140-7BFD7AF3CE05}"/>
                      </a:ext>
                    </a:extLst>
                  </p:cNvPr>
                  <p:cNvSpPr txBox="1"/>
                  <p:nvPr/>
                </p:nvSpPr>
                <p:spPr>
                  <a:xfrm>
                    <a:off x="6173701" y="5377760"/>
                    <a:ext cx="5705835" cy="553357"/>
                  </a:xfrm>
                  <a:prstGeom prst="rect">
                    <a:avLst/>
                  </a:prstGeom>
                  <a:noFill/>
                </p:spPr>
                <p:txBody>
                  <a:bodyPr wrap="square" lIns="0" tIns="0" rIns="0" bIns="0" rtlCol="0">
                    <a:spAutoFit/>
                  </a:bodyPr>
                  <a:lstStyle/>
                  <a:p>
                    <a14:m>
                      <m:oMathPara xmlns:m="http://schemas.openxmlformats.org/officeDocument/2006/math">
                        <m:oMath>
                          <m:sSub>
                            <m:sSubPr>
                              <m:ctrlPr>
                                <a:rPr kumimoji="1" lang="ja-JP" altLang="en-US" sz="1900" i="1" smtClean="0">
                                  <a:latin typeface="Cambria Math" panose="02040503050406030204" pitchFamily="18" charset="0"/>
                                </a:rPr>
                              </m:ctrlPr>
                            </m:sSubPr>
                            <m:e>
                              <m:r>
                                <a:rPr kumimoji="1" lang="ja-JP" altLang="en-US" sz="1900" i="1" smtClean="0">
                                  <a:latin typeface="Cambria Math" panose="02040503050406030204" pitchFamily="18" charset="0"/>
                                </a:rPr>
                                <m:t>𝜑</m:t>
                              </m:r>
                            </m:e>
                            <m:sub>
                              <m:r>
                                <a:rPr kumimoji="1" lang="el-GR" altLang="ja-JP" sz="1900" i="1" smtClean="0">
                                  <a:latin typeface="Cambria Math" panose="02040503050406030204" pitchFamily="18" charset="0"/>
                                  <a:ea typeface="Cambria Math" panose="02040503050406030204" pitchFamily="18" charset="0"/>
                                </a:rPr>
                                <m:t>𝛲</m:t>
                              </m:r>
                            </m:sub>
                          </m:sSub>
                          <m:r>
                            <a:rPr kumimoji="1" lang="en-US" altLang="ja-JP" sz="1900" i="1" smtClean="0">
                              <a:latin typeface="Cambria Math" panose="02040503050406030204" pitchFamily="18" charset="0"/>
                              <a:ea typeface="Cambria Math" panose="02040503050406030204" pitchFamily="18" charset="0"/>
                            </a:rPr>
                            <m:t>=</m:t>
                          </m:r>
                          <m:r>
                            <a:rPr kumimoji="1" lang="en-US" altLang="ja-JP" sz="1900" b="0" i="0" smtClean="0">
                              <a:latin typeface="Cambria Math" panose="02040503050406030204" pitchFamily="18" charset="0"/>
                              <a:ea typeface="Cambria Math" panose="02040503050406030204" pitchFamily="18" charset="0"/>
                            </a:rPr>
                            <m:t>1000 </m:t>
                          </m:r>
                          <m:d>
                            <m:dPr>
                              <m:ctrlPr>
                                <a:rPr kumimoji="1" lang="en-US" altLang="ja-JP" sz="1900" b="0" i="1" smtClean="0">
                                  <a:latin typeface="Cambria Math" panose="02040503050406030204" pitchFamily="18" charset="0"/>
                                  <a:ea typeface="Cambria Math" panose="02040503050406030204" pitchFamily="18" charset="0"/>
                                </a:rPr>
                              </m:ctrlPr>
                            </m:dPr>
                            <m:e>
                              <m:r>
                                <a:rPr kumimoji="1" lang="en-US" altLang="ja-JP" sz="1900" b="0" i="1" smtClean="0">
                                  <a:latin typeface="Cambria Math" panose="02040503050406030204" pitchFamily="18" charset="0"/>
                                  <a:ea typeface="Cambria Math" panose="02040503050406030204" pitchFamily="18" charset="0"/>
                                </a:rPr>
                                <m:t>1.466</m:t>
                              </m:r>
                              <m:r>
                                <a:rPr kumimoji="1" lang="ja-JP" altLang="en-US" sz="1900" b="0" i="1" smtClean="0">
                                  <a:latin typeface="Cambria Math" panose="02040503050406030204" pitchFamily="18" charset="0"/>
                                  <a:ea typeface="Cambria Math" panose="02040503050406030204" pitchFamily="18" charset="0"/>
                                </a:rPr>
                                <m:t>−</m:t>
                              </m:r>
                              <m:r>
                                <a:rPr kumimoji="1" lang="en-US" altLang="ja-JP" sz="1900" b="0" i="1" smtClean="0">
                                  <a:latin typeface="Cambria Math" panose="02040503050406030204" pitchFamily="18" charset="0"/>
                                  <a:ea typeface="Cambria Math" panose="02040503050406030204" pitchFamily="18" charset="0"/>
                                </a:rPr>
                                <m:t>1.251</m:t>
                              </m:r>
                            </m:e>
                          </m:d>
                          <m:f>
                            <m:fPr>
                              <m:ctrlPr>
                                <a:rPr kumimoji="1" lang="en-US" altLang="ja-JP" sz="1900" b="0" i="1" smtClean="0">
                                  <a:latin typeface="Cambria Math" panose="02040503050406030204" pitchFamily="18" charset="0"/>
                                  <a:ea typeface="Cambria Math" panose="02040503050406030204" pitchFamily="18" charset="0"/>
                                </a:rPr>
                              </m:ctrlPr>
                            </m:fPr>
                            <m:num>
                              <m:r>
                                <a:rPr kumimoji="1" lang="en-US" altLang="ja-JP" sz="1900" b="0" i="1" smtClean="0">
                                  <a:latin typeface="Cambria Math" panose="02040503050406030204" pitchFamily="18" charset="0"/>
                                  <a:ea typeface="Cambria Math" panose="02040503050406030204" pitchFamily="18" charset="0"/>
                                </a:rPr>
                                <m:t>0.00133+0.00096</m:t>
                              </m:r>
                            </m:num>
                            <m:den>
                              <m:r>
                                <a:rPr kumimoji="1" lang="en-US" altLang="ja-JP" sz="1900" b="0" i="1" smtClean="0">
                                  <a:latin typeface="Cambria Math" panose="02040503050406030204" pitchFamily="18" charset="0"/>
                                  <a:ea typeface="Cambria Math" panose="02040503050406030204" pitchFamily="18" charset="0"/>
                                </a:rPr>
                                <m:t>2</m:t>
                              </m:r>
                            </m:den>
                          </m:f>
                        </m:oMath>
                      </m:oMathPara>
                    </a14:m>
                    <a:endParaRPr kumimoji="1" lang="ja-JP" altLang="en-US" sz="1900"/>
                  </a:p>
                </p:txBody>
              </p:sp>
            </mc:Choice>
            <mc:Fallback>
              <p:sp>
                <p:nvSpPr>
                  <p:cNvPr id="16" name="テキスト ボックス 15">
                    <a:extLst>
                      <a:ext uri="{FF2B5EF4-FFF2-40B4-BE49-F238E27FC236}">
                        <a16:creationId xmlns:a16="http://schemas.microsoft.com/office/drawing/2014/main" id="{EAB43C90-B341-7460-3140-7BFD7AF3CE05}"/>
                      </a:ext>
                    </a:extLst>
                  </p:cNvPr>
                  <p:cNvSpPr txBox="1">
                    <a:spLocks noRot="1" noChangeAspect="1" noMove="1" noResize="1" noEditPoints="1" noAdjustHandles="1" noChangeArrowheads="1" noChangeShapeType="1" noTextEdit="1"/>
                  </p:cNvSpPr>
                  <p:nvPr/>
                </p:nvSpPr>
                <p:spPr>
                  <a:xfrm>
                    <a:off x="6173701" y="5377760"/>
                    <a:ext cx="5705835" cy="553357"/>
                  </a:xfrm>
                  <a:prstGeom prst="rect">
                    <a:avLst/>
                  </a:prstGeom>
                  <a:blipFill>
                    <a:blip r:embed="rId6"/>
                    <a:stretch>
                      <a:fillRect b="-13636"/>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17" name="テキスト ボックス 16">
                    <a:extLst>
                      <a:ext uri="{FF2B5EF4-FFF2-40B4-BE49-F238E27FC236}">
                        <a16:creationId xmlns:a16="http://schemas.microsoft.com/office/drawing/2014/main" id="{0BBF1213-B54F-A0F3-D3E4-F1EFF7BCEF1A}"/>
                      </a:ext>
                    </a:extLst>
                  </p:cNvPr>
                  <p:cNvSpPr txBox="1"/>
                  <p:nvPr/>
                </p:nvSpPr>
                <p:spPr>
                  <a:xfrm>
                    <a:off x="694965" y="5638729"/>
                    <a:ext cx="2426608" cy="584775"/>
                  </a:xfrm>
                  <a:prstGeom prst="rect">
                    <a:avLst/>
                  </a:prstGeom>
                  <a:noFill/>
                </p:spPr>
                <p:txBody>
                  <a:bodyPr wrap="square" lIns="0" tIns="0" rIns="0" bIns="0" rtlCol="0">
                    <a:spAutoFit/>
                  </a:bodyPr>
                  <a:lstStyle/>
                  <a:p>
                    <a:endParaRPr kumimoji="1" lang="en-US" altLang="ja-JP" sz="1900" i="1" dirty="0">
                      <a:latin typeface="Cambria Math" panose="02040503050406030204" pitchFamily="18" charset="0"/>
                    </a:endParaRPr>
                  </a:p>
                  <a:p>
                    <a14:m>
                      <m:oMathPara xmlns:m="http://schemas.openxmlformats.org/officeDocument/2006/math">
                        <m:oMath>
                          <m:r>
                            <a:rPr kumimoji="1" lang="en-US" altLang="ja-JP" sz="1900" i="1" smtClean="0">
                              <a:latin typeface="Cambria Math" panose="02040503050406030204" pitchFamily="18" charset="0"/>
                              <a:ea typeface="Cambria Math" panose="02040503050406030204" pitchFamily="18" charset="0"/>
                            </a:rPr>
                            <m:t>≈</m:t>
                          </m:r>
                          <m:r>
                            <a:rPr kumimoji="1" lang="en-US" altLang="ja-JP" sz="1900" b="0" i="1" smtClean="0">
                              <a:latin typeface="Cambria Math" panose="02040503050406030204" pitchFamily="18" charset="0"/>
                              <a:ea typeface="Cambria Math" panose="02040503050406030204" pitchFamily="18" charset="0"/>
                            </a:rPr>
                            <m:t>0.498</m:t>
                          </m:r>
                        </m:oMath>
                      </m:oMathPara>
                    </a14:m>
                    <a:endParaRPr kumimoji="1" lang="en-US" altLang="ja-JP" sz="1900" dirty="0"/>
                  </a:p>
                </p:txBody>
              </p:sp>
            </mc:Choice>
            <mc:Fallback>
              <p:sp>
                <p:nvSpPr>
                  <p:cNvPr id="17" name="テキスト ボックス 16">
                    <a:extLst>
                      <a:ext uri="{FF2B5EF4-FFF2-40B4-BE49-F238E27FC236}">
                        <a16:creationId xmlns:a16="http://schemas.microsoft.com/office/drawing/2014/main" id="{0BBF1213-B54F-A0F3-D3E4-F1EFF7BCEF1A}"/>
                      </a:ext>
                    </a:extLst>
                  </p:cNvPr>
                  <p:cNvSpPr txBox="1">
                    <a:spLocks noRot="1" noChangeAspect="1" noMove="1" noResize="1" noEditPoints="1" noAdjustHandles="1" noChangeArrowheads="1" noChangeShapeType="1" noTextEdit="1"/>
                  </p:cNvSpPr>
                  <p:nvPr/>
                </p:nvSpPr>
                <p:spPr>
                  <a:xfrm>
                    <a:off x="694965" y="5638729"/>
                    <a:ext cx="2426608" cy="584775"/>
                  </a:xfrm>
                  <a:prstGeom prst="rect">
                    <a:avLst/>
                  </a:prstGeom>
                  <a:blipFill>
                    <a:blip r:embed="rId7"/>
                    <a:stretch>
                      <a:fillRect b="-4255"/>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18" name="テキスト ボックス 17">
                    <a:extLst>
                      <a:ext uri="{FF2B5EF4-FFF2-40B4-BE49-F238E27FC236}">
                        <a16:creationId xmlns:a16="http://schemas.microsoft.com/office/drawing/2014/main" id="{DD9E500B-E34D-B37C-5F67-6093A5CE4300}"/>
                      </a:ext>
                    </a:extLst>
                  </p:cNvPr>
                  <p:cNvSpPr txBox="1"/>
                  <p:nvPr/>
                </p:nvSpPr>
                <p:spPr>
                  <a:xfrm>
                    <a:off x="6157935" y="5638728"/>
                    <a:ext cx="2426608" cy="584775"/>
                  </a:xfrm>
                  <a:prstGeom prst="rect">
                    <a:avLst/>
                  </a:prstGeom>
                  <a:noFill/>
                </p:spPr>
                <p:txBody>
                  <a:bodyPr wrap="square" lIns="0" tIns="0" rIns="0" bIns="0" rtlCol="0">
                    <a:spAutoFit/>
                  </a:bodyPr>
                  <a:lstStyle/>
                  <a:p>
                    <a:endParaRPr kumimoji="1" lang="en-US" altLang="ja-JP" sz="1900" i="1" dirty="0">
                      <a:latin typeface="Cambria Math" panose="02040503050406030204" pitchFamily="18" charset="0"/>
                    </a:endParaRPr>
                  </a:p>
                  <a:p>
                    <a14:m>
                      <m:oMathPara xmlns:m="http://schemas.openxmlformats.org/officeDocument/2006/math">
                        <m:oMath>
                          <m:r>
                            <a:rPr kumimoji="1" lang="en-US" altLang="ja-JP" sz="1900" i="1" smtClean="0">
                              <a:latin typeface="Cambria Math" panose="02040503050406030204" pitchFamily="18" charset="0"/>
                              <a:ea typeface="Cambria Math" panose="02040503050406030204" pitchFamily="18" charset="0"/>
                            </a:rPr>
                            <m:t>≈</m:t>
                          </m:r>
                          <m:r>
                            <a:rPr kumimoji="1" lang="en-US" altLang="ja-JP" sz="1900" b="0" i="1" smtClean="0">
                              <a:latin typeface="Cambria Math" panose="02040503050406030204" pitchFamily="18" charset="0"/>
                              <a:ea typeface="Cambria Math" panose="02040503050406030204" pitchFamily="18" charset="0"/>
                            </a:rPr>
                            <m:t>0.247</m:t>
                          </m:r>
                        </m:oMath>
                      </m:oMathPara>
                    </a14:m>
                    <a:endParaRPr kumimoji="1" lang="en-US" altLang="ja-JP" sz="1900" dirty="0"/>
                  </a:p>
                </p:txBody>
              </p:sp>
            </mc:Choice>
            <mc:Fallback>
              <p:sp>
                <p:nvSpPr>
                  <p:cNvPr id="18" name="テキスト ボックス 17">
                    <a:extLst>
                      <a:ext uri="{FF2B5EF4-FFF2-40B4-BE49-F238E27FC236}">
                        <a16:creationId xmlns:a16="http://schemas.microsoft.com/office/drawing/2014/main" id="{DD9E500B-E34D-B37C-5F67-6093A5CE4300}"/>
                      </a:ext>
                    </a:extLst>
                  </p:cNvPr>
                  <p:cNvSpPr txBox="1">
                    <a:spLocks noRot="1" noChangeAspect="1" noMove="1" noResize="1" noEditPoints="1" noAdjustHandles="1" noChangeArrowheads="1" noChangeShapeType="1" noTextEdit="1"/>
                  </p:cNvSpPr>
                  <p:nvPr/>
                </p:nvSpPr>
                <p:spPr>
                  <a:xfrm>
                    <a:off x="6157935" y="5638728"/>
                    <a:ext cx="2426608" cy="584775"/>
                  </a:xfrm>
                  <a:prstGeom prst="rect">
                    <a:avLst/>
                  </a:prstGeom>
                  <a:blipFill>
                    <a:blip r:embed="rId8"/>
                    <a:stretch>
                      <a:fillRect b="-4255"/>
                    </a:stretch>
                  </a:blipFill>
                </p:spPr>
                <p:txBody>
                  <a:bodyPr/>
                  <a:lstStyle/>
                  <a:p>
                    <a:r>
                      <a:rPr lang="ja-JP" altLang="en-US">
                        <a:noFill/>
                      </a:rPr>
                      <a:t> </a:t>
                    </a:r>
                  </a:p>
                </p:txBody>
              </p:sp>
            </mc:Fallback>
          </mc:AlternateContent>
        </p:grpSp>
      </p:grpSp>
    </p:spTree>
    <p:extLst>
      <p:ext uri="{BB962C8B-B14F-4D97-AF65-F5344CB8AC3E}">
        <p14:creationId xmlns:p14="http://schemas.microsoft.com/office/powerpoint/2010/main" val="22167526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テキスト ボックス 16">
            <a:extLst>
              <a:ext uri="{FF2B5EF4-FFF2-40B4-BE49-F238E27FC236}">
                <a16:creationId xmlns:a16="http://schemas.microsoft.com/office/drawing/2014/main" id="{CDF66119-FBE3-5057-D226-4D6C9DE25733}"/>
              </a:ext>
            </a:extLst>
          </p:cNvPr>
          <p:cNvSpPr txBox="1"/>
          <p:nvPr/>
        </p:nvSpPr>
        <p:spPr>
          <a:xfrm>
            <a:off x="882731" y="5902176"/>
            <a:ext cx="4665318" cy="651332"/>
          </a:xfrm>
          <a:prstGeom prst="rect">
            <a:avLst/>
          </a:prstGeom>
          <a:noFill/>
        </p:spPr>
        <p:txBody>
          <a:bodyPr wrap="square">
            <a:spAutoFit/>
          </a:bodyPr>
          <a:lstStyle/>
          <a:p>
            <a:pPr>
              <a:lnSpc>
                <a:spcPts val="2280"/>
              </a:lnSpc>
              <a:defRPr/>
            </a:pPr>
            <a:r>
              <a:rPr kumimoji="1" lang="ja-JP" altLang="en-US" sz="1400" spc="30">
                <a:solidFill>
                  <a:srgbClr val="C00000"/>
                </a:solidFill>
                <a:latin typeface="源ノ角ゴシック JP" panose="020B0500000000000000" pitchFamily="34" charset="-128"/>
                <a:ea typeface="源ノ角ゴシック JP" panose="020B0500000000000000" pitchFamily="34" charset="-128"/>
              </a:rPr>
              <a:t>「対応」商品を購入した経験のない人は、</a:t>
            </a:r>
            <a:br>
              <a:rPr kumimoji="1" lang="en-US" altLang="ja-JP" sz="1400" spc="30" dirty="0">
                <a:solidFill>
                  <a:srgbClr val="C00000"/>
                </a:solidFill>
                <a:latin typeface="源ノ角ゴシック JP" panose="020B0500000000000000" pitchFamily="34" charset="-128"/>
                <a:ea typeface="源ノ角ゴシック JP" panose="020B0500000000000000" pitchFamily="34" charset="-128"/>
              </a:rPr>
            </a:br>
            <a:r>
              <a:rPr kumimoji="1" lang="en-US" altLang="ja-JP" sz="1400" spc="30" dirty="0">
                <a:solidFill>
                  <a:srgbClr val="C00000"/>
                </a:solidFill>
                <a:latin typeface="源ノ角ゴシック JP" panose="020B0500000000000000" pitchFamily="34" charset="-128"/>
                <a:ea typeface="源ノ角ゴシック JP" panose="020B0500000000000000" pitchFamily="34" charset="-128"/>
              </a:rPr>
              <a:t>  </a:t>
            </a:r>
            <a:r>
              <a:rPr kumimoji="1" lang="ja-JP" altLang="en-US" sz="1400" spc="30">
                <a:solidFill>
                  <a:srgbClr val="C00000"/>
                </a:solidFill>
                <a:latin typeface="源ノ角ゴシック JP" panose="020B0500000000000000" pitchFamily="34" charset="-128"/>
                <a:ea typeface="源ノ角ゴシック JP" panose="020B0500000000000000" pitchFamily="34" charset="-128"/>
              </a:rPr>
              <a:t>普段から「食事を補う」ような商品を強く求めている</a:t>
            </a:r>
            <a:endParaRPr kumimoji="1" lang="en-US" altLang="ja-JP" sz="1400" spc="30" dirty="0">
              <a:solidFill>
                <a:srgbClr val="C00000"/>
              </a:solidFill>
              <a:latin typeface="源ノ角ゴシック JP" panose="020B0500000000000000" pitchFamily="34" charset="-128"/>
              <a:ea typeface="源ノ角ゴシック JP" panose="020B0500000000000000" pitchFamily="34" charset="-128"/>
            </a:endParaRPr>
          </a:p>
        </p:txBody>
      </p:sp>
      <p:sp>
        <p:nvSpPr>
          <p:cNvPr id="20" name="テキスト ボックス 19">
            <a:extLst>
              <a:ext uri="{FF2B5EF4-FFF2-40B4-BE49-F238E27FC236}">
                <a16:creationId xmlns:a16="http://schemas.microsoft.com/office/drawing/2014/main" id="{15B40378-340C-0357-CF75-B5AC4B68C0C8}"/>
              </a:ext>
            </a:extLst>
          </p:cNvPr>
          <p:cNvSpPr txBox="1"/>
          <p:nvPr/>
        </p:nvSpPr>
        <p:spPr>
          <a:xfrm>
            <a:off x="882731" y="5896320"/>
            <a:ext cx="5113518" cy="651332"/>
          </a:xfrm>
          <a:prstGeom prst="rect">
            <a:avLst/>
          </a:prstGeom>
          <a:noFill/>
        </p:spPr>
        <p:txBody>
          <a:bodyPr wrap="square">
            <a:spAutoFit/>
          </a:bodyPr>
          <a:lstStyle/>
          <a:p>
            <a:pPr>
              <a:lnSpc>
                <a:spcPts val="2280"/>
              </a:lnSpc>
              <a:defRPr/>
            </a:pPr>
            <a:r>
              <a:rPr kumimoji="1" lang="en-US" altLang="ja-JP" sz="1400" spc="30" dirty="0">
                <a:solidFill>
                  <a:schemeClr val="accent2">
                    <a:lumMod val="75000"/>
                  </a:schemeClr>
                </a:solidFill>
                <a:latin typeface="源ノ角ゴシック JP" panose="020B0500000000000000" pitchFamily="34" charset="-128"/>
                <a:ea typeface="源ノ角ゴシック JP" panose="020B0500000000000000" pitchFamily="34" charset="-128"/>
              </a:rPr>
              <a:t>  </a:t>
            </a:r>
            <a:r>
              <a:rPr kumimoji="1" lang="ja-JP" altLang="en-US" sz="1400" spc="30">
                <a:solidFill>
                  <a:schemeClr val="accent2">
                    <a:lumMod val="75000"/>
                  </a:schemeClr>
                </a:solidFill>
                <a:latin typeface="源ノ角ゴシック JP" panose="020B0500000000000000" pitchFamily="34" charset="-128"/>
                <a:ea typeface="源ノ角ゴシック JP" panose="020B0500000000000000" pitchFamily="34" charset="-128"/>
              </a:rPr>
              <a:t>普段から「食事を補う」ような商品を強く求めている人は「対応」商品を購入していない傾向がある</a:t>
            </a:r>
            <a:endParaRPr kumimoji="1" lang="en-US" altLang="ja-JP" sz="1400" spc="30" dirty="0">
              <a:solidFill>
                <a:schemeClr val="accent2">
                  <a:lumMod val="75000"/>
                </a:schemeClr>
              </a:solidFill>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C62BE566-4130-035C-D526-432E2653C6E9}"/>
              </a:ext>
            </a:extLst>
          </p:cNvPr>
          <p:cNvSpPr txBox="1"/>
          <p:nvPr/>
        </p:nvSpPr>
        <p:spPr>
          <a:xfrm>
            <a:off x="223842" y="485067"/>
            <a:ext cx="11507136"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若年層の志向性と「対応」商品の構成が一致していないことが、購買を妨げる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sp>
        <p:nvSpPr>
          <p:cNvPr id="3" name="テキスト ボックス 2">
            <a:extLst>
              <a:ext uri="{FF2B5EF4-FFF2-40B4-BE49-F238E27FC236}">
                <a16:creationId xmlns:a16="http://schemas.microsoft.com/office/drawing/2014/main" id="{1E690A7C-3803-21C5-F412-D8A4CCB9F53A}"/>
              </a:ext>
            </a:extLst>
          </p:cNvPr>
          <p:cNvSpPr txBox="1"/>
          <p:nvPr/>
        </p:nvSpPr>
        <p:spPr>
          <a:xfrm>
            <a:off x="643391" y="1014495"/>
            <a:ext cx="10073557" cy="699294"/>
          </a:xfrm>
          <a:prstGeom prst="rect">
            <a:avLst/>
          </a:prstGeom>
          <a:noFill/>
        </p:spPr>
        <p:txBody>
          <a:bodyPr wrap="square">
            <a:spAutoFit/>
          </a:bodyPr>
          <a:lstStyle/>
          <a:p>
            <a:pPr>
              <a:lnSpc>
                <a:spcPts val="2480"/>
              </a:lnSpc>
              <a:defRPr/>
            </a:pPr>
            <a:r>
              <a:rPr kumimoji="1" lang="ja-JP" altLang="en-US" sz="1450" spc="30">
                <a:solidFill>
                  <a:srgbClr val="DCD8DC">
                    <a:lumMod val="25000"/>
                  </a:srgbClr>
                </a:solidFill>
                <a:latin typeface="源ノ角ゴシック JP" panose="020B0500000000000000" pitchFamily="34" charset="-128"/>
                <a:ea typeface="源ノ角ゴシック JP" panose="020B0500000000000000" pitchFamily="34" charset="-128"/>
              </a:rPr>
              <a:t>なぜ、若年層では、</a:t>
            </a:r>
            <a:r>
              <a:rPr kumimoji="1" lang="ja-JP" altLang="en-US" sz="1450" u="sng" spc="30">
                <a:solidFill>
                  <a:srgbClr val="DCD8DC">
                    <a:lumMod val="25000"/>
                  </a:srgbClr>
                </a:solidFill>
                <a:latin typeface="源ノ角ゴシック JP" panose="020B0500000000000000" pitchFamily="34" charset="-128"/>
                <a:ea typeface="源ノ角ゴシック JP" panose="020B0500000000000000" pitchFamily="34" charset="-128"/>
              </a:rPr>
              <a:t>「対応」商品を購入した経験のある人が少ないのか</a:t>
            </a:r>
            <a:r>
              <a:rPr kumimoji="1" lang="ja-JP" altLang="en-US" sz="1450" spc="3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1450" spc="3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480"/>
              </a:lnSpc>
              <a:defRPr/>
            </a:pPr>
            <a:r>
              <a:rPr kumimoji="1" lang="ja-JP" altLang="en-US" sz="1450" spc="30">
                <a:solidFill>
                  <a:srgbClr val="DCD8DC">
                    <a:lumMod val="25000"/>
                  </a:srgbClr>
                </a:solidFill>
                <a:latin typeface="源ノ角ゴシック JP" panose="020B0500000000000000" pitchFamily="34" charset="-128"/>
                <a:ea typeface="源ノ角ゴシック JP" panose="020B0500000000000000" pitchFamily="34" charset="-128"/>
              </a:rPr>
              <a:t>→ 若年層の中でも、</a:t>
            </a:r>
            <a:r>
              <a:rPr kumimoji="1" lang="ja-JP" altLang="en-US" sz="145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購入経験のある人</a:t>
            </a:r>
            <a:r>
              <a:rPr kumimoji="1" lang="ja-JP" altLang="en-US" sz="1450" spc="30">
                <a:solidFill>
                  <a:srgbClr val="DCD8DC">
                    <a:lumMod val="25000"/>
                  </a:srgbClr>
                </a:solidFill>
                <a:latin typeface="源ノ角ゴシック JP" panose="020B0500000000000000" pitchFamily="34" charset="-128"/>
                <a:ea typeface="源ノ角ゴシック JP" panose="020B0500000000000000" pitchFamily="34" charset="-128"/>
              </a:rPr>
              <a:t>と</a:t>
            </a:r>
            <a:r>
              <a:rPr kumimoji="1" lang="ja-JP" altLang="en-US" sz="145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ない人</a:t>
            </a:r>
            <a:r>
              <a:rPr kumimoji="1" lang="ja-JP" altLang="en-US" sz="1450" spc="30">
                <a:solidFill>
                  <a:srgbClr val="DCD8DC">
                    <a:lumMod val="25000"/>
                  </a:srgbClr>
                </a:solidFill>
                <a:latin typeface="源ノ角ゴシック JP" panose="020B0500000000000000" pitchFamily="34" charset="-128"/>
                <a:ea typeface="源ノ角ゴシック JP" panose="020B0500000000000000" pitchFamily="34" charset="-128"/>
              </a:rPr>
              <a:t>で分けて、志向性の違いを明らかにする</a:t>
            </a:r>
            <a:endParaRPr kumimoji="1" lang="en-US" altLang="ja-JP" sz="145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4" name="テキスト ボックス 3">
            <a:extLst>
              <a:ext uri="{FF2B5EF4-FFF2-40B4-BE49-F238E27FC236}">
                <a16:creationId xmlns:a16="http://schemas.microsoft.com/office/drawing/2014/main" id="{B7133E19-1C99-0441-4BE5-FCCF34C302E1}"/>
              </a:ext>
            </a:extLst>
          </p:cNvPr>
          <p:cNvSpPr txBox="1"/>
          <p:nvPr/>
        </p:nvSpPr>
        <p:spPr>
          <a:xfrm>
            <a:off x="658631" y="1812968"/>
            <a:ext cx="5316501" cy="378693"/>
          </a:xfrm>
          <a:prstGeom prst="rect">
            <a:avLst/>
          </a:prstGeom>
          <a:noFill/>
        </p:spPr>
        <p:txBody>
          <a:bodyPr wrap="square">
            <a:spAutoFit/>
          </a:bodyPr>
          <a:lstStyle/>
          <a:p>
            <a:pPr>
              <a:lnSpc>
                <a:spcPts val="2480"/>
              </a:lnSpc>
              <a:defRPr/>
            </a:pPr>
            <a:r>
              <a:rPr kumimoji="1" lang="ja-JP" altLang="en-US" sz="1500" b="1" spc="40">
                <a:solidFill>
                  <a:srgbClr val="DCD8DC">
                    <a:lumMod val="25000"/>
                  </a:srgbClr>
                </a:solidFill>
                <a:latin typeface="源ノ角ゴシック JP" panose="020B0500000000000000" pitchFamily="34" charset="-128"/>
                <a:ea typeface="源ノ角ゴシック JP" panose="020B0500000000000000" pitchFamily="34" charset="-128"/>
              </a:rPr>
              <a:t>普段、どのような食品をセブンイレブンで購入しているか</a:t>
            </a:r>
            <a:endParaRPr kumimoji="1" lang="en-US" altLang="ja-JP" sz="1500" b="1" spc="4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5" name="テキスト ボックス 4">
            <a:extLst>
              <a:ext uri="{FF2B5EF4-FFF2-40B4-BE49-F238E27FC236}">
                <a16:creationId xmlns:a16="http://schemas.microsoft.com/office/drawing/2014/main" id="{E722383B-1D15-3908-F875-9E5F27FCBCCA}"/>
              </a:ext>
            </a:extLst>
          </p:cNvPr>
          <p:cNvSpPr txBox="1"/>
          <p:nvPr/>
        </p:nvSpPr>
        <p:spPr>
          <a:xfrm>
            <a:off x="658631" y="2189798"/>
            <a:ext cx="5113518" cy="651332"/>
          </a:xfrm>
          <a:prstGeom prst="rect">
            <a:avLst/>
          </a:prstGeom>
          <a:noFill/>
        </p:spPr>
        <p:txBody>
          <a:bodyPr wrap="square">
            <a:spAutoFit/>
          </a:bodyPr>
          <a:lstStyle/>
          <a:p>
            <a:pPr>
              <a:lnSpc>
                <a:spcPts val="2180"/>
              </a:lnSpc>
              <a:defRPr/>
            </a:pPr>
            <a:r>
              <a:rPr kumimoji="1" lang="ja-JP" altLang="en-US" sz="1350" spc="30">
                <a:solidFill>
                  <a:srgbClr val="DCD8DC">
                    <a:lumMod val="25000"/>
                  </a:srgbClr>
                </a:solidFill>
                <a:latin typeface="源ノ角ゴシック JP" panose="020B0500000000000000" pitchFamily="34" charset="-128"/>
                <a:ea typeface="源ノ角ゴシック JP" panose="020B0500000000000000" pitchFamily="34" charset="-128"/>
              </a:rPr>
              <a:t>・食事補完型：サラダ、スープ、おにぎり、サンドイッチなど</a:t>
            </a:r>
            <a:endParaRPr kumimoji="1" lang="en-US" altLang="ja-JP" sz="1350" spc="3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180"/>
              </a:lnSpc>
              <a:defRPr/>
            </a:pPr>
            <a:r>
              <a:rPr kumimoji="1" lang="ja-JP" altLang="en-US" sz="1350" spc="30">
                <a:solidFill>
                  <a:srgbClr val="DCD8DC">
                    <a:lumMod val="25000"/>
                  </a:srgbClr>
                </a:solidFill>
                <a:latin typeface="源ノ角ゴシック JP" panose="020B0500000000000000" pitchFamily="34" charset="-128"/>
                <a:ea typeface="源ノ角ゴシック JP" panose="020B0500000000000000" pitchFamily="34" charset="-128"/>
              </a:rPr>
              <a:t>・食事完結型：弁当、丼、うどん、そば、ラーメンなど</a:t>
            </a:r>
            <a:endParaRPr kumimoji="1" lang="en-US" altLang="ja-JP" sz="135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8" name="テキスト ボックス 7">
            <a:extLst>
              <a:ext uri="{FF2B5EF4-FFF2-40B4-BE49-F238E27FC236}">
                <a16:creationId xmlns:a16="http://schemas.microsoft.com/office/drawing/2014/main" id="{8E3DC904-310D-8B65-6A8C-89A6B6F98ED7}"/>
              </a:ext>
            </a:extLst>
          </p:cNvPr>
          <p:cNvSpPr txBox="1"/>
          <p:nvPr/>
        </p:nvSpPr>
        <p:spPr>
          <a:xfrm>
            <a:off x="1913079" y="5470616"/>
            <a:ext cx="1110792" cy="356380"/>
          </a:xfrm>
          <a:prstGeom prst="rect">
            <a:avLst/>
          </a:prstGeom>
          <a:noFill/>
        </p:spPr>
        <p:txBody>
          <a:bodyPr wrap="square">
            <a:spAutoFit/>
          </a:bodyPr>
          <a:lstStyle/>
          <a:p>
            <a:pPr algn="ctr">
              <a:lnSpc>
                <a:spcPts val="2280"/>
              </a:lnSpc>
              <a:defRPr/>
            </a:pPr>
            <a:r>
              <a:rPr kumimoji="1" lang="ja-JP" altLang="en-US" sz="125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購入経験群</a:t>
            </a:r>
            <a:endParaRPr kumimoji="1" lang="en-US" altLang="ja-JP" sz="125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9" name="テキスト ボックス 8">
            <a:extLst>
              <a:ext uri="{FF2B5EF4-FFF2-40B4-BE49-F238E27FC236}">
                <a16:creationId xmlns:a16="http://schemas.microsoft.com/office/drawing/2014/main" id="{16A0C86C-D8E5-8CE9-8F5A-8269CFEF1865}"/>
              </a:ext>
            </a:extLst>
          </p:cNvPr>
          <p:cNvSpPr txBox="1"/>
          <p:nvPr/>
        </p:nvSpPr>
        <p:spPr>
          <a:xfrm>
            <a:off x="3370108" y="5464760"/>
            <a:ext cx="1302776" cy="356380"/>
          </a:xfrm>
          <a:prstGeom prst="rect">
            <a:avLst/>
          </a:prstGeom>
          <a:noFill/>
        </p:spPr>
        <p:txBody>
          <a:bodyPr wrap="square">
            <a:spAutoFit/>
          </a:bodyPr>
          <a:lstStyle/>
          <a:p>
            <a:pPr algn="ctr">
              <a:lnSpc>
                <a:spcPts val="2280"/>
              </a:lnSpc>
              <a:defRPr/>
            </a:pPr>
            <a:r>
              <a:rPr kumimoji="1" lang="ja-JP" altLang="en-US" sz="125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購入未経験群</a:t>
            </a:r>
            <a:endParaRPr kumimoji="1" lang="en-US" altLang="ja-JP" sz="125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10" name="正方形/長方形 9">
            <a:extLst>
              <a:ext uri="{FF2B5EF4-FFF2-40B4-BE49-F238E27FC236}">
                <a16:creationId xmlns:a16="http://schemas.microsoft.com/office/drawing/2014/main" id="{0E19B149-6C75-7AD4-0448-938A347CB78F}"/>
              </a:ext>
            </a:extLst>
          </p:cNvPr>
          <p:cNvSpPr/>
          <p:nvPr/>
        </p:nvSpPr>
        <p:spPr>
          <a:xfrm>
            <a:off x="1700009" y="2974337"/>
            <a:ext cx="3183161" cy="2496572"/>
          </a:xfrm>
          <a:prstGeom prst="rect">
            <a:avLst/>
          </a:prstGeom>
          <a:solidFill>
            <a:schemeClr val="bg1">
              <a:lumMod val="9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36C988FF-8CD3-6704-FFAC-2264805402BD}"/>
              </a:ext>
            </a:extLst>
          </p:cNvPr>
          <p:cNvSpPr txBox="1"/>
          <p:nvPr/>
        </p:nvSpPr>
        <p:spPr>
          <a:xfrm rot="16200000">
            <a:off x="158151" y="3944887"/>
            <a:ext cx="2067806" cy="555473"/>
          </a:xfrm>
          <a:prstGeom prst="rect">
            <a:avLst/>
          </a:prstGeom>
          <a:noFill/>
        </p:spPr>
        <p:txBody>
          <a:bodyPr wrap="square">
            <a:spAutoFit/>
          </a:bodyPr>
          <a:lstStyle/>
          <a:p>
            <a:pPr>
              <a:lnSpc>
                <a:spcPts val="1880"/>
              </a:lnSpc>
              <a:defRPr/>
            </a:pPr>
            <a:r>
              <a:rPr kumimoji="1" lang="ja-JP" altLang="en-US" sz="1200" spc="30">
                <a:solidFill>
                  <a:srgbClr val="DCD8DC">
                    <a:lumMod val="25000"/>
                  </a:srgbClr>
                </a:solidFill>
                <a:latin typeface="源ノ角ゴシック JP" panose="020B0500000000000000" pitchFamily="34" charset="-128"/>
                <a:ea typeface="源ノ角ゴシック JP" panose="020B0500000000000000" pitchFamily="34" charset="-128"/>
              </a:rPr>
              <a:t>食事に関連した購買記録に</a:t>
            </a:r>
            <a:endParaRPr kumimoji="1" lang="en-US" altLang="ja-JP" sz="1200" spc="3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880"/>
              </a:lnSpc>
              <a:defRPr/>
            </a:pPr>
            <a:r>
              <a:rPr kumimoji="1" lang="ja-JP" altLang="en-US" sz="1200" spc="30">
                <a:solidFill>
                  <a:srgbClr val="DCD8DC">
                    <a:lumMod val="25000"/>
                  </a:srgbClr>
                </a:solidFill>
                <a:latin typeface="源ノ角ゴシック JP" panose="020B0500000000000000" pitchFamily="34" charset="-128"/>
                <a:ea typeface="源ノ角ゴシック JP" panose="020B0500000000000000" pitchFamily="34" charset="-128"/>
              </a:rPr>
              <a:t>占める割合（</a:t>
            </a:r>
            <a:r>
              <a:rPr kumimoji="1" lang="en-US" altLang="ja-JP" sz="1200" spc="3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200" spc="3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12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2" name="正方形/長方形 11">
            <a:extLst>
              <a:ext uri="{FF2B5EF4-FFF2-40B4-BE49-F238E27FC236}">
                <a16:creationId xmlns:a16="http://schemas.microsoft.com/office/drawing/2014/main" id="{644E1254-5C5D-8A2C-E50B-F7044CA20243}"/>
              </a:ext>
            </a:extLst>
          </p:cNvPr>
          <p:cNvSpPr/>
          <p:nvPr/>
        </p:nvSpPr>
        <p:spPr>
          <a:xfrm>
            <a:off x="7369790" y="2974337"/>
            <a:ext cx="3183161" cy="2500468"/>
          </a:xfrm>
          <a:prstGeom prst="rect">
            <a:avLst/>
          </a:prstGeom>
          <a:solidFill>
            <a:schemeClr val="bg1">
              <a:lumMod val="9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B0CC8FE3-6D7C-F17F-5A22-89AABD07806B}"/>
              </a:ext>
            </a:extLst>
          </p:cNvPr>
          <p:cNvSpPr txBox="1"/>
          <p:nvPr/>
        </p:nvSpPr>
        <p:spPr>
          <a:xfrm rot="16200000">
            <a:off x="5875524" y="4066714"/>
            <a:ext cx="2213471" cy="311817"/>
          </a:xfrm>
          <a:prstGeom prst="rect">
            <a:avLst/>
          </a:prstGeom>
          <a:noFill/>
        </p:spPr>
        <p:txBody>
          <a:bodyPr wrap="square">
            <a:spAutoFit/>
          </a:bodyPr>
          <a:lstStyle/>
          <a:p>
            <a:pPr algn="ctr">
              <a:lnSpc>
                <a:spcPts val="1880"/>
              </a:lnSpc>
              <a:defRPr/>
            </a:pPr>
            <a:r>
              <a:rPr kumimoji="1" lang="ja-JP" altLang="en-US" sz="1200" spc="30">
                <a:solidFill>
                  <a:srgbClr val="DCD8DC">
                    <a:lumMod val="25000"/>
                  </a:srgbClr>
                </a:solidFill>
                <a:latin typeface="源ノ角ゴシック JP" panose="020B0500000000000000" pitchFamily="34" charset="-128"/>
                <a:ea typeface="源ノ角ゴシック JP" panose="020B0500000000000000" pitchFamily="34" charset="-128"/>
              </a:rPr>
              <a:t>対応商品に占める割合（</a:t>
            </a:r>
            <a:r>
              <a:rPr kumimoji="1" lang="en-US" altLang="ja-JP" sz="1200" spc="3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200" spc="3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12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4" name="テキスト ボックス 13">
            <a:extLst>
              <a:ext uri="{FF2B5EF4-FFF2-40B4-BE49-F238E27FC236}">
                <a16:creationId xmlns:a16="http://schemas.microsoft.com/office/drawing/2014/main" id="{A95DC864-8835-12DE-A442-9BE8978434DD}"/>
              </a:ext>
            </a:extLst>
          </p:cNvPr>
          <p:cNvSpPr txBox="1"/>
          <p:nvPr/>
        </p:nvSpPr>
        <p:spPr>
          <a:xfrm>
            <a:off x="6708079" y="5467838"/>
            <a:ext cx="1464332" cy="353302"/>
          </a:xfrm>
          <a:prstGeom prst="rect">
            <a:avLst/>
          </a:prstGeom>
          <a:noFill/>
        </p:spPr>
        <p:txBody>
          <a:bodyPr wrap="square">
            <a:spAutoFit/>
          </a:bodyPr>
          <a:lstStyle/>
          <a:p>
            <a:pPr algn="ctr">
              <a:lnSpc>
                <a:spcPts val="2280"/>
              </a:lnSpc>
              <a:defRPr/>
            </a:pPr>
            <a:r>
              <a:rPr kumimoji="1" lang="ja-JP" altLang="en-US" sz="1250" spc="30">
                <a:solidFill>
                  <a:srgbClr val="DCD8DC">
                    <a:lumMod val="25000"/>
                  </a:srgbClr>
                </a:solidFill>
                <a:latin typeface="源ノ角ゴシック JP" panose="020B0500000000000000" pitchFamily="34" charset="-128"/>
                <a:ea typeface="源ノ角ゴシック JP" panose="020B0500000000000000" pitchFamily="34" charset="-128"/>
              </a:rPr>
              <a:t>セブンイレブン</a:t>
            </a:r>
            <a:endParaRPr kumimoji="1" lang="en-US" altLang="ja-JP" sz="125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5" name="テキスト ボックス 14">
            <a:extLst>
              <a:ext uri="{FF2B5EF4-FFF2-40B4-BE49-F238E27FC236}">
                <a16:creationId xmlns:a16="http://schemas.microsoft.com/office/drawing/2014/main" id="{860A9C85-80EE-9A24-5B0F-744952A534A6}"/>
              </a:ext>
            </a:extLst>
          </p:cNvPr>
          <p:cNvSpPr txBox="1"/>
          <p:nvPr/>
        </p:nvSpPr>
        <p:spPr>
          <a:xfrm>
            <a:off x="8172411" y="5471322"/>
            <a:ext cx="1464332" cy="353302"/>
          </a:xfrm>
          <a:prstGeom prst="rect">
            <a:avLst/>
          </a:prstGeom>
          <a:noFill/>
        </p:spPr>
        <p:txBody>
          <a:bodyPr wrap="square">
            <a:spAutoFit/>
          </a:bodyPr>
          <a:lstStyle/>
          <a:p>
            <a:pPr algn="ctr">
              <a:lnSpc>
                <a:spcPts val="2280"/>
              </a:lnSpc>
              <a:defRPr/>
            </a:pPr>
            <a:r>
              <a:rPr kumimoji="1" lang="ja-JP" altLang="en-US" sz="1250" spc="30">
                <a:solidFill>
                  <a:srgbClr val="DCD8DC">
                    <a:lumMod val="25000"/>
                  </a:srgbClr>
                </a:solidFill>
                <a:latin typeface="源ノ角ゴシック JP" panose="020B0500000000000000" pitchFamily="34" charset="-128"/>
                <a:ea typeface="源ノ角ゴシック JP" panose="020B0500000000000000" pitchFamily="34" charset="-128"/>
              </a:rPr>
              <a:t>ローソン</a:t>
            </a:r>
            <a:endParaRPr kumimoji="1" lang="en-US" altLang="ja-JP" sz="125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6" name="テキスト ボックス 15">
            <a:extLst>
              <a:ext uri="{FF2B5EF4-FFF2-40B4-BE49-F238E27FC236}">
                <a16:creationId xmlns:a16="http://schemas.microsoft.com/office/drawing/2014/main" id="{4A99BC6F-17C9-D56B-2E73-B1C38B84922A}"/>
              </a:ext>
            </a:extLst>
          </p:cNvPr>
          <p:cNvSpPr txBox="1"/>
          <p:nvPr/>
        </p:nvSpPr>
        <p:spPr>
          <a:xfrm>
            <a:off x="9636743" y="5474806"/>
            <a:ext cx="1565153" cy="353302"/>
          </a:xfrm>
          <a:prstGeom prst="rect">
            <a:avLst/>
          </a:prstGeom>
          <a:noFill/>
        </p:spPr>
        <p:txBody>
          <a:bodyPr wrap="square">
            <a:spAutoFit/>
          </a:bodyPr>
          <a:lstStyle/>
          <a:p>
            <a:pPr algn="ctr">
              <a:lnSpc>
                <a:spcPts val="2280"/>
              </a:lnSpc>
              <a:defRPr/>
            </a:pPr>
            <a:r>
              <a:rPr kumimoji="1" lang="ja-JP" altLang="en-US" sz="1250" spc="30">
                <a:solidFill>
                  <a:srgbClr val="DCD8DC">
                    <a:lumMod val="25000"/>
                  </a:srgbClr>
                </a:solidFill>
                <a:latin typeface="源ノ角ゴシック JP" panose="020B0500000000000000" pitchFamily="34" charset="-128"/>
                <a:ea typeface="源ノ角ゴシック JP" panose="020B0500000000000000" pitchFamily="34" charset="-128"/>
              </a:rPr>
              <a:t>ファミリーマート</a:t>
            </a:r>
            <a:endParaRPr kumimoji="1" lang="en-US" altLang="ja-JP" sz="125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8" name="テキスト ボックス 17">
            <a:extLst>
              <a:ext uri="{FF2B5EF4-FFF2-40B4-BE49-F238E27FC236}">
                <a16:creationId xmlns:a16="http://schemas.microsoft.com/office/drawing/2014/main" id="{CC64A8F2-B25C-4767-3B81-04E519F0947F}"/>
              </a:ext>
            </a:extLst>
          </p:cNvPr>
          <p:cNvSpPr txBox="1"/>
          <p:nvPr/>
        </p:nvSpPr>
        <p:spPr>
          <a:xfrm>
            <a:off x="7172420" y="5896320"/>
            <a:ext cx="3577899" cy="651332"/>
          </a:xfrm>
          <a:prstGeom prst="rect">
            <a:avLst/>
          </a:prstGeom>
          <a:noFill/>
        </p:spPr>
        <p:txBody>
          <a:bodyPr wrap="square">
            <a:spAutoFit/>
          </a:bodyPr>
          <a:lstStyle/>
          <a:p>
            <a:pPr>
              <a:lnSpc>
                <a:spcPts val="2280"/>
              </a:lnSpc>
              <a:defRPr/>
            </a:pPr>
            <a:r>
              <a:rPr kumimoji="1" lang="en-US" altLang="ja-JP" sz="1400" spc="30" dirty="0">
                <a:solidFill>
                  <a:srgbClr val="C00000"/>
                </a:solidFill>
                <a:latin typeface="源ノ角ゴシック JP" panose="020B0500000000000000" pitchFamily="34" charset="-128"/>
                <a:ea typeface="源ノ角ゴシック JP" panose="020B0500000000000000" pitchFamily="34" charset="-128"/>
              </a:rPr>
              <a:t>  </a:t>
            </a:r>
            <a:r>
              <a:rPr kumimoji="1" lang="ja-JP" altLang="en-US" sz="1400" spc="30">
                <a:solidFill>
                  <a:srgbClr val="C00000"/>
                </a:solidFill>
                <a:latin typeface="源ノ角ゴシック JP" panose="020B0500000000000000" pitchFamily="34" charset="-128"/>
                <a:ea typeface="源ノ角ゴシック JP" panose="020B0500000000000000" pitchFamily="34" charset="-128"/>
              </a:rPr>
              <a:t>セブンイレブンの「対応」商品のうち、</a:t>
            </a:r>
            <a:br>
              <a:rPr kumimoji="1" lang="en-US" altLang="ja-JP" sz="1400" spc="30" dirty="0">
                <a:solidFill>
                  <a:srgbClr val="C00000"/>
                </a:solidFill>
                <a:latin typeface="源ノ角ゴシック JP" panose="020B0500000000000000" pitchFamily="34" charset="-128"/>
                <a:ea typeface="源ノ角ゴシック JP" panose="020B0500000000000000" pitchFamily="34" charset="-128"/>
              </a:rPr>
            </a:br>
            <a:r>
              <a:rPr kumimoji="1" lang="ja-JP" altLang="en-US" sz="1400" spc="30">
                <a:solidFill>
                  <a:srgbClr val="C00000"/>
                </a:solidFill>
                <a:latin typeface="源ノ角ゴシック JP" panose="020B0500000000000000" pitchFamily="34" charset="-128"/>
                <a:ea typeface="源ノ角ゴシック JP" panose="020B0500000000000000" pitchFamily="34" charset="-128"/>
              </a:rPr>
              <a:t>「食事を補う」ような商品は少ない</a:t>
            </a:r>
            <a:endParaRPr kumimoji="1" lang="en-US" altLang="ja-JP" sz="1400" spc="30" dirty="0">
              <a:solidFill>
                <a:srgbClr val="C00000"/>
              </a:solidFill>
              <a:latin typeface="源ノ角ゴシック JP" panose="020B0500000000000000" pitchFamily="34" charset="-128"/>
              <a:ea typeface="源ノ角ゴシック JP" panose="020B0500000000000000" pitchFamily="34" charset="-128"/>
            </a:endParaRPr>
          </a:p>
        </p:txBody>
      </p:sp>
      <p:sp>
        <p:nvSpPr>
          <p:cNvPr id="23" name="テキスト ボックス 22">
            <a:extLst>
              <a:ext uri="{FF2B5EF4-FFF2-40B4-BE49-F238E27FC236}">
                <a16:creationId xmlns:a16="http://schemas.microsoft.com/office/drawing/2014/main" id="{ED15B7A1-D4C8-6E50-3D1F-8E3705FE1BAF}"/>
              </a:ext>
            </a:extLst>
          </p:cNvPr>
          <p:cNvSpPr txBox="1"/>
          <p:nvPr/>
        </p:nvSpPr>
        <p:spPr>
          <a:xfrm>
            <a:off x="6216868" y="1812968"/>
            <a:ext cx="5316501" cy="378693"/>
          </a:xfrm>
          <a:prstGeom prst="rect">
            <a:avLst/>
          </a:prstGeom>
          <a:noFill/>
        </p:spPr>
        <p:txBody>
          <a:bodyPr wrap="square">
            <a:spAutoFit/>
          </a:bodyPr>
          <a:lstStyle/>
          <a:p>
            <a:pPr algn="ctr">
              <a:lnSpc>
                <a:spcPts val="2480"/>
              </a:lnSpc>
              <a:defRPr/>
            </a:pPr>
            <a:r>
              <a:rPr kumimoji="1" lang="ja-JP" altLang="en-US" sz="1500" b="1" spc="60">
                <a:solidFill>
                  <a:srgbClr val="DCD8DC">
                    <a:lumMod val="25000"/>
                  </a:srgbClr>
                </a:solidFill>
                <a:latin typeface="源ノ角ゴシック JP" panose="020B0500000000000000" pitchFamily="34" charset="-128"/>
                <a:ea typeface="源ノ角ゴシック JP" panose="020B0500000000000000" pitchFamily="34" charset="-128"/>
              </a:rPr>
              <a:t>セブンイレブンにおける「対応」商品の構成割合</a:t>
            </a:r>
            <a:endParaRPr kumimoji="1" lang="en-US" altLang="ja-JP" sz="1500" b="1" spc="6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24" name="テキスト ボックス 23">
            <a:extLst>
              <a:ext uri="{FF2B5EF4-FFF2-40B4-BE49-F238E27FC236}">
                <a16:creationId xmlns:a16="http://schemas.microsoft.com/office/drawing/2014/main" id="{9229F328-04BB-3D06-A099-1654AF4D33B4}"/>
              </a:ext>
            </a:extLst>
          </p:cNvPr>
          <p:cNvSpPr txBox="1"/>
          <p:nvPr/>
        </p:nvSpPr>
        <p:spPr>
          <a:xfrm>
            <a:off x="6617460" y="2189798"/>
            <a:ext cx="5113518" cy="627351"/>
          </a:xfrm>
          <a:prstGeom prst="rect">
            <a:avLst/>
          </a:prstGeom>
          <a:noFill/>
        </p:spPr>
        <p:txBody>
          <a:bodyPr wrap="square">
            <a:spAutoFit/>
          </a:bodyPr>
          <a:lstStyle/>
          <a:p>
            <a:pPr>
              <a:lnSpc>
                <a:spcPts val="2180"/>
              </a:lnSpc>
              <a:defRPr/>
            </a:pPr>
            <a:r>
              <a:rPr kumimoji="1" lang="ja-JP" altLang="en-US" sz="1350" spc="30">
                <a:solidFill>
                  <a:srgbClr val="DCD8DC">
                    <a:lumMod val="25000"/>
                  </a:srgbClr>
                </a:solidFill>
                <a:latin typeface="源ノ角ゴシック JP" panose="020B0500000000000000" pitchFamily="34" charset="-128"/>
                <a:ea typeface="源ノ角ゴシック JP" panose="020B0500000000000000" pitchFamily="34" charset="-128"/>
              </a:rPr>
              <a:t>・食事補完型：濃色</a:t>
            </a:r>
            <a:endParaRPr kumimoji="1" lang="en-US" altLang="ja-JP" sz="1350" spc="3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180"/>
              </a:lnSpc>
              <a:defRPr/>
            </a:pPr>
            <a:r>
              <a:rPr kumimoji="1" lang="ja-JP" altLang="en-US" sz="1350" spc="30">
                <a:solidFill>
                  <a:srgbClr val="DCD8DC">
                    <a:lumMod val="25000"/>
                  </a:srgbClr>
                </a:solidFill>
                <a:latin typeface="源ノ角ゴシック JP" panose="020B0500000000000000" pitchFamily="34" charset="-128"/>
                <a:ea typeface="源ノ角ゴシック JP" panose="020B0500000000000000" pitchFamily="34" charset="-128"/>
              </a:rPr>
              <a:t>・食事完結型：淡色</a:t>
            </a:r>
            <a:endParaRPr kumimoji="1" lang="en-US" altLang="ja-JP" sz="135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34067774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0" nodeType="clickEffect">
                                  <p:stCondLst>
                                    <p:cond delay="0"/>
                                  </p:stCondLst>
                                  <p:childTnLst>
                                    <p:animEffect transition="out" filter="fade">
                                      <p:cBhvr>
                                        <p:cTn id="6" dur="500"/>
                                        <p:tgtEl>
                                          <p:spTgt spid="17"/>
                                        </p:tgtEl>
                                      </p:cBhvr>
                                    </p:animEffect>
                                    <p:set>
                                      <p:cBhvr>
                                        <p:cTn id="7" dur="1" fill="hold">
                                          <p:stCondLst>
                                            <p:cond delay="499"/>
                                          </p:stCondLst>
                                        </p:cTn>
                                        <p:tgtEl>
                                          <p:spTgt spid="17"/>
                                        </p:tgtEl>
                                        <p:attrNameLst>
                                          <p:attrName>style.visibility</p:attrName>
                                        </p:attrNameLst>
                                      </p:cBhvr>
                                      <p:to>
                                        <p:strVal val="hidden"/>
                                      </p:to>
                                    </p:se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500"/>
                                        <p:tgtEl>
                                          <p:spTgt spid="20"/>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5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5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5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5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500"/>
                                        <p:tgtEl>
                                          <p:spTgt spid="1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4"/>
                                        </p:tgtEl>
                                        <p:attrNameLst>
                                          <p:attrName>style.visibility</p:attrName>
                                        </p:attrNameLst>
                                      </p:cBhvr>
                                      <p:to>
                                        <p:strVal val="visible"/>
                                      </p:to>
                                    </p:set>
                                    <p:animEffect transition="in" filter="fade">
                                      <p:cBhvr>
                                        <p:cTn id="34" dur="500"/>
                                        <p:tgtEl>
                                          <p:spTgt spid="2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animEffect transition="in" filter="fade">
                                      <p:cBhvr>
                                        <p:cTn id="37"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20" grpId="0"/>
      <p:bldP spid="12" grpId="0" animBg="1"/>
      <p:bldP spid="13" grpId="0"/>
      <p:bldP spid="14" grpId="0"/>
      <p:bldP spid="15" grpId="0"/>
      <p:bldP spid="16" grpId="0"/>
      <p:bldP spid="18" grpId="0"/>
      <p:bldP spid="23" grpId="0"/>
      <p:bldP spid="24" grpId="0"/>
    </p:bldLst>
  </p:timing>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67424B8D-1EB4-DD93-37FF-9A81588C9546}"/>
              </a:ext>
            </a:extLst>
          </p:cNvPr>
          <p:cNvSpPr txBox="1"/>
          <p:nvPr/>
        </p:nvSpPr>
        <p:spPr>
          <a:xfrm>
            <a:off x="645869" y="1138368"/>
            <a:ext cx="10073557" cy="377155"/>
          </a:xfrm>
          <a:prstGeom prst="rect">
            <a:avLst/>
          </a:prstGeom>
          <a:noFill/>
        </p:spPr>
        <p:txBody>
          <a:bodyPr wrap="square">
            <a:spAutoFit/>
          </a:bodyPr>
          <a:lstStyle/>
          <a:p>
            <a:pPr>
              <a:lnSpc>
                <a:spcPts val="2480"/>
              </a:lnSpc>
              <a:defRPr/>
            </a:pPr>
            <a:r>
              <a:rPr kumimoji="1" lang="ja-JP" altLang="en-US" sz="1450" spc="30">
                <a:solidFill>
                  <a:srgbClr val="DCD8DC">
                    <a:lumMod val="25000"/>
                  </a:srgbClr>
                </a:solidFill>
                <a:latin typeface="源ノ角ゴシック JP" panose="020B0500000000000000" pitchFamily="34" charset="-128"/>
                <a:ea typeface="源ノ角ゴシック JP" panose="020B0500000000000000" pitchFamily="34" charset="-128"/>
              </a:rPr>
              <a:t>消費者の志向性と「対応」商品の構成との不一致は、購買記録数の少なさと関連している</a:t>
            </a:r>
            <a:endParaRPr kumimoji="1" lang="en-US" altLang="ja-JP" sz="145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4" name="正方形/長方形 3">
            <a:extLst>
              <a:ext uri="{FF2B5EF4-FFF2-40B4-BE49-F238E27FC236}">
                <a16:creationId xmlns:a16="http://schemas.microsoft.com/office/drawing/2014/main" id="{850E3BFB-C4BE-1E3E-F6B1-CFA9F4003D98}"/>
              </a:ext>
            </a:extLst>
          </p:cNvPr>
          <p:cNvSpPr/>
          <p:nvPr/>
        </p:nvSpPr>
        <p:spPr>
          <a:xfrm>
            <a:off x="3219823" y="1885522"/>
            <a:ext cx="5752351" cy="3121663"/>
          </a:xfrm>
          <a:prstGeom prst="rect">
            <a:avLst/>
          </a:prstGeom>
          <a:solidFill>
            <a:schemeClr val="bg1">
              <a:lumMod val="9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70594B39-8E95-3459-9C42-B4A33B3202A8}"/>
              </a:ext>
            </a:extLst>
          </p:cNvPr>
          <p:cNvSpPr txBox="1"/>
          <p:nvPr/>
        </p:nvSpPr>
        <p:spPr>
          <a:xfrm rot="16200000">
            <a:off x="1714602" y="3288938"/>
            <a:ext cx="2307708" cy="314830"/>
          </a:xfrm>
          <a:prstGeom prst="rect">
            <a:avLst/>
          </a:prstGeom>
          <a:noFill/>
        </p:spPr>
        <p:txBody>
          <a:bodyPr wrap="square">
            <a:spAutoFit/>
          </a:bodyPr>
          <a:lstStyle/>
          <a:p>
            <a:pPr algn="ctr">
              <a:lnSpc>
                <a:spcPts val="1880"/>
              </a:lnSpc>
              <a:defRPr/>
            </a:pPr>
            <a:r>
              <a:rPr kumimoji="1" lang="ja-JP" altLang="en-US" sz="1300" spc="30">
                <a:solidFill>
                  <a:srgbClr val="DCD8DC">
                    <a:lumMod val="25000"/>
                  </a:srgbClr>
                </a:solidFill>
                <a:latin typeface="源ノ角ゴシック JP" panose="020B0500000000000000" pitchFamily="34" charset="-128"/>
                <a:ea typeface="源ノ角ゴシック JP" panose="020B0500000000000000" pitchFamily="34" charset="-128"/>
              </a:rPr>
              <a:t>購買記録数（件</a:t>
            </a:r>
            <a:r>
              <a:rPr kumimoji="1" lang="en-US" altLang="ja-JP" sz="1300" spc="30" dirty="0">
                <a:solidFill>
                  <a:srgbClr val="DCD8DC">
                    <a:lumMod val="25000"/>
                  </a:srgbClr>
                </a:solidFill>
                <a:latin typeface="源ノ角ゴシック JP" panose="020B0500000000000000" pitchFamily="34" charset="-128"/>
                <a:ea typeface="源ノ角ゴシック JP" panose="020B0500000000000000" pitchFamily="34" charset="-128"/>
              </a:rPr>
              <a:t> / 1000</a:t>
            </a:r>
            <a:r>
              <a:rPr kumimoji="1" lang="ja-JP" altLang="en-US" sz="1300" spc="30">
                <a:solidFill>
                  <a:srgbClr val="DCD8DC">
                    <a:lumMod val="25000"/>
                  </a:srgbClr>
                </a:solidFill>
                <a:latin typeface="源ノ角ゴシック JP" panose="020B0500000000000000" pitchFamily="34" charset="-128"/>
                <a:ea typeface="源ノ角ゴシック JP" panose="020B0500000000000000" pitchFamily="34" charset="-128"/>
              </a:rPr>
              <a:t>人）</a:t>
            </a:r>
            <a:endParaRPr kumimoji="1" lang="en-US" altLang="ja-JP" sz="13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6" name="テキスト ボックス 5">
            <a:extLst>
              <a:ext uri="{FF2B5EF4-FFF2-40B4-BE49-F238E27FC236}">
                <a16:creationId xmlns:a16="http://schemas.microsoft.com/office/drawing/2014/main" id="{46432B8C-B74A-4CC0-3695-D4F4ED252A1A}"/>
              </a:ext>
            </a:extLst>
          </p:cNvPr>
          <p:cNvSpPr txBox="1"/>
          <p:nvPr/>
        </p:nvSpPr>
        <p:spPr>
          <a:xfrm>
            <a:off x="4682536" y="5108136"/>
            <a:ext cx="2826924" cy="314830"/>
          </a:xfrm>
          <a:prstGeom prst="rect">
            <a:avLst/>
          </a:prstGeom>
          <a:noFill/>
        </p:spPr>
        <p:txBody>
          <a:bodyPr wrap="square">
            <a:spAutoFit/>
          </a:bodyPr>
          <a:lstStyle/>
          <a:p>
            <a:pPr algn="ctr">
              <a:lnSpc>
                <a:spcPts val="1880"/>
              </a:lnSpc>
              <a:defRPr/>
            </a:pPr>
            <a:r>
              <a:rPr kumimoji="1" lang="ja-JP" altLang="en-US" sz="1300" spc="30">
                <a:solidFill>
                  <a:srgbClr val="DCD8DC">
                    <a:lumMod val="25000"/>
                  </a:srgbClr>
                </a:solidFill>
                <a:latin typeface="源ノ角ゴシック JP" panose="020B0500000000000000" pitchFamily="34" charset="-128"/>
                <a:ea typeface="源ノ角ゴシック JP" panose="020B0500000000000000" pitchFamily="34" charset="-128"/>
              </a:rPr>
              <a:t>食事補完型の割合の群間差（</a:t>
            </a:r>
            <a:r>
              <a:rPr kumimoji="1" lang="en-US" altLang="ja-JP" sz="1300" spc="3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300" spc="3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13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7" name="テキスト ボックス 6">
            <a:extLst>
              <a:ext uri="{FF2B5EF4-FFF2-40B4-BE49-F238E27FC236}">
                <a16:creationId xmlns:a16="http://schemas.microsoft.com/office/drawing/2014/main" id="{993A6522-7A76-B26B-7B51-F1B51B654AEF}"/>
              </a:ext>
            </a:extLst>
          </p:cNvPr>
          <p:cNvSpPr txBox="1"/>
          <p:nvPr/>
        </p:nvSpPr>
        <p:spPr>
          <a:xfrm>
            <a:off x="1472569" y="5662789"/>
            <a:ext cx="9246857" cy="672235"/>
          </a:xfrm>
          <a:prstGeom prst="rect">
            <a:avLst/>
          </a:prstGeom>
          <a:noFill/>
        </p:spPr>
        <p:txBody>
          <a:bodyPr wrap="square">
            <a:spAutoFit/>
          </a:bodyPr>
          <a:lstStyle/>
          <a:p>
            <a:pPr>
              <a:lnSpc>
                <a:spcPts val="2280"/>
              </a:lnSpc>
              <a:defRPr/>
            </a:pPr>
            <a:r>
              <a:rPr kumimoji="1" lang="en-US" altLang="ja-JP" sz="1350" spc="3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350" spc="30">
                <a:solidFill>
                  <a:srgbClr val="DCD8DC">
                    <a:lumMod val="25000"/>
                  </a:srgbClr>
                </a:solidFill>
                <a:latin typeface="源ノ角ゴシック JP" panose="020B0500000000000000" pitchFamily="34" charset="-128"/>
                <a:ea typeface="源ノ角ゴシック JP" panose="020B0500000000000000" pitchFamily="34" charset="-128"/>
              </a:rPr>
              <a:t> 横軸の値が大きいほど、購入未経験群が、普段から「食事を補う」ような商品をより強く求めていることを表す→</a:t>
            </a:r>
            <a:r>
              <a:rPr kumimoji="1" lang="en-US" altLang="ja-JP" sz="1350" spc="3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spc="30">
                <a:solidFill>
                  <a:srgbClr val="DCD8DC">
                    <a:lumMod val="25000"/>
                  </a:srgbClr>
                </a:solidFill>
                <a:latin typeface="源ノ角ゴシック JP" panose="020B0500000000000000" pitchFamily="34" charset="-128"/>
                <a:ea typeface="源ノ角ゴシック JP" panose="020B0500000000000000" pitchFamily="34" charset="-128"/>
              </a:rPr>
              <a:t>言い換えれば、値が大きいほど、消費者の志向性と、「対応」商品の構成が大きく乖離していることを表す</a:t>
            </a:r>
            <a:endParaRPr kumimoji="1" lang="en-US" altLang="ja-JP" sz="135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8" name="テキスト ボックス 7">
            <a:extLst>
              <a:ext uri="{FF2B5EF4-FFF2-40B4-BE49-F238E27FC236}">
                <a16:creationId xmlns:a16="http://schemas.microsoft.com/office/drawing/2014/main" id="{3B5C89A7-A816-2E95-5564-6E7C1FF1DBC7}"/>
              </a:ext>
            </a:extLst>
          </p:cNvPr>
          <p:cNvSpPr txBox="1"/>
          <p:nvPr/>
        </p:nvSpPr>
        <p:spPr>
          <a:xfrm>
            <a:off x="223842" y="485067"/>
            <a:ext cx="11507136"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若年層の志向性と「対応」商品の構成が一致していないことが、購買を妨げる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41882911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6871152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5225EAD4-EBD2-58AF-4BBF-F7F348C59EAB}"/>
              </a:ext>
            </a:extLst>
          </p:cNvPr>
          <p:cNvSpPr txBox="1"/>
          <p:nvPr/>
        </p:nvSpPr>
        <p:spPr>
          <a:xfrm>
            <a:off x="658602" y="435280"/>
            <a:ext cx="10874796" cy="6422720"/>
          </a:xfrm>
          <a:prstGeom prst="rect">
            <a:avLst/>
          </a:prstGeom>
          <a:noFill/>
        </p:spPr>
        <p:txBody>
          <a:bodyPr wrap="square">
            <a:spAutoFit/>
          </a:bodyPr>
          <a:lstStyle/>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厚生労働省．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平成</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22</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年国民健康・栄養調査報告</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2012</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www.mhlw.go.jp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stf</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seisakunitsuite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/bunya/</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kenkou_iryou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kenkou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eiyou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/h22-houkoku_00001.html</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厚生労働省．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令和</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年国民健康・栄養調査報告</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www.mhlw.go.jp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stf</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seisakunitsuite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/bunya/</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kenkou_iryou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kenkou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eiyou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/r6-houkoku_00001.html</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厚生労働省．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日本人の食事摂取基準（</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2009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www.mhlw.go.jp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houdou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/2009/05/h0529-1.html</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[4]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厚生労働省．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日本人の食事摂取基準（</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年版）策定検討会報告書</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2024</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日最終更新）．</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www.mhlw.go.jp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stf</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/newpage_44138.html</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[5]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農林水産省．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平成</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27</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年度食育推進施策（食育白書）</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概要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www.maff.go.jp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/j/</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syokuiku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wpaper</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/pdf/gaiyou_1.pdf</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[6]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農林水産省．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食育に関する意識調査報告書</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www.maff.go.jp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/j/</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syokuiku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ishiki</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/r07/</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pdf_index.html</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野菜</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肉</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ごはんを</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品で完結！せいろ蒸し風の味わいを追求した「蒸し野菜と豚しゃぶのサラダごはん」が新登場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/news/2026/202605261200.html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[8]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イレブンに全</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品のカレー商品が登場！ 定番人気から専門店監修の商品まで幅広く揃う「カレーフェス」を開催！</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/news/2026/202608031000.html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「安全・安心、健康」で美味しい食の提案「カラダへの想いこの手から」のラインアップを拡大</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2018</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/news/2018/_129222.html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イレブンはこれからも「安全・安心・健康」にこだわった商品開発を推進します</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2018</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/news/2018/_127615.html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[11]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容器本体を紙製に切り替え、環境負荷低減の取り組みを推進 チルド弁当の定番商品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品をリニューアル！</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/news/2020/2020060809.html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385885540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996BBC-5D92-2CFB-4E56-BFFFDB398181}"/>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21724921-DD28-E567-102C-4DE485122369}"/>
              </a:ext>
            </a:extLst>
          </p:cNvPr>
          <p:cNvSpPr txBox="1"/>
          <p:nvPr/>
        </p:nvSpPr>
        <p:spPr>
          <a:xfrm>
            <a:off x="658602" y="435280"/>
            <a:ext cx="10874796" cy="6422720"/>
          </a:xfrm>
          <a:prstGeom prst="rect">
            <a:avLst/>
          </a:prstGeom>
          <a:noFill/>
        </p:spPr>
        <p:txBody>
          <a:bodyPr wrap="square">
            <a:spAutoFit/>
          </a:bodyPr>
          <a:lstStyle/>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[12]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「カラダへの想いこの手から」“</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日に必要な野菜の</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分の</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がとれる”等「関ジャニ∞」監修のおむすび・弁当・冷たいうどんが登場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/news/2019/201905151500.html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[13]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高品質なデュラム小麦を</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％使用 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イレブンのパスタ全面刷新</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2018</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/news/2018/_129017.html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[14]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たっぷり使用した野菜を麺と混ぜて食べる商品が登場！「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1/2</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日分の野菜を食べる ピリ辛まぜ麺」</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2018</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/news/2018/20180615_01.html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[15]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「マルチグレインサンド」</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品を新発売！</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2022</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/news/2022/202204141200.html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[16]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「最近、運動が不足がち</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」な食生活をサポート！「野菜」や「食物繊維」が手軽に摂れる「カラダへの想いこの手から」シリーズ</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/news/2020/2020051414.html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[17]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健康を気づかう方の食生活をサポート！全粒粉を使用したサンドイッチ・ロールパンを発売</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/news/2020/202009041500.html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[18]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野菜たっぷり！食べる“麺なし”スープが新登場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2024</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/news/2024/202409181000.html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[19]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健康を気づかう方のための商品「カラダへの想いこの手から」 サンドイッチ・ロールパンに「たんぱく質が摂れる」商品が登場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/news/2020/202007031105.html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健康意識の高まりに合わせて人気の「ロールパン」をリニューアル！</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2021</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/news/2021/20211102120001_copy.html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[21]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多彩なヘルシーメニューを毎日お手軽に セブンミールの「健康応援 日替り弁当」が新登場！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2011</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/library/material/localhost/pdf/2011/20110428sebunmi-ru.pdf</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[22]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寒暖差による“嗜好の変化”に対応 オリジナル「スープ惣菜」</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品目を刷新</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/news/2019/20190819.html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6559358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F47CEA-B3B9-F2DB-7C42-61E31213ED91}"/>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A3123D92-12D3-38DF-FCB7-2FD507F511BD}"/>
              </a:ext>
            </a:extLst>
          </p:cNvPr>
          <p:cNvSpPr txBox="1"/>
          <p:nvPr/>
        </p:nvSpPr>
        <p:spPr>
          <a:xfrm>
            <a:off x="658602" y="435280"/>
            <a:ext cx="10874796" cy="6038000"/>
          </a:xfrm>
          <a:prstGeom prst="rect">
            <a:avLst/>
          </a:prstGeom>
          <a:noFill/>
        </p:spPr>
        <p:txBody>
          <a:bodyPr wrap="square">
            <a:spAutoFit/>
          </a:bodyPr>
          <a:lstStyle/>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株式会社セブン＆アイ・ホールディングス．</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ゼロサイダートリプル </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500ml』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https://7premium.jp/product/search/</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detail?id</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=7389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[24]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『7P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ゼロサイダートリプルビタミン＋</a:t>
            </a:r>
            <a:r>
              <a:rPr kumimoji="1" lang="el-GR"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α 500</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/products/a/item/460117/</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[25]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『7P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ゼロサイダートリプル乳酸菌＋</a:t>
            </a:r>
            <a:r>
              <a:rPr kumimoji="1" lang="el-GR"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α 500</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/products/a/item/460313/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[26]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プレミアム ゼロサイダートリプルファイバー＋</a:t>
            </a:r>
            <a:r>
              <a:rPr kumimoji="1" lang="el-GR"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α 500</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/products/a/item/460685/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[27]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プレミアム ゼロサイダートリプルファイバー＋</a:t>
            </a:r>
            <a:r>
              <a:rPr kumimoji="1" lang="el-GR"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α 1.5</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/products/a/item/460694/</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[28]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『7P</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糖質</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0g</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低カロリー麺 担々麺</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/products/a/item/251008/</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[29]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『7P</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糖質</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0g</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低カロリー麺 辛麺スープ付き</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/products/a/item/251000/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[30]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累計販売数</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1,300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万本突破！！「セブンプレミアム 豆腐スイーツバー」シリーズから「ストロベリーソイラテ」が新登場！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/news/2025/202504081600.html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[31]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セブンプレミアムとして初の“糖質ゼロ”新ジャンル「セブンプレミアム ザ・ブリュー糖質ゼロ」</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/news/2023/202307031130.html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[32]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美味しくてさらに！糖質控えめのパンを発売</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2021</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/news/2021/202108111100.html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[33]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野菜たっぷり！「野菜とハムの彩りサンド </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186kcal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」を新発売！</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dbps_data</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/_material_/localhost/pdf/2011/2013081401.pdf</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[34]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『200kcal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以下に抑えたサンドイッチが続々登場！「シーザーサラダサンド </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170kcal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」発売</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2017</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/020197.html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41961965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2A52A-5E70-B4F7-69EA-BC6F643B70BF}"/>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494B08AD-A52F-39D0-891E-70A649BDB039}"/>
              </a:ext>
            </a:extLst>
          </p:cNvPr>
          <p:cNvSpPr txBox="1"/>
          <p:nvPr/>
        </p:nvSpPr>
        <p:spPr>
          <a:xfrm>
            <a:off x="658602" y="435280"/>
            <a:ext cx="10874796" cy="1806072"/>
          </a:xfrm>
          <a:prstGeom prst="rect">
            <a:avLst/>
          </a:prstGeom>
          <a:noFill/>
        </p:spPr>
        <p:txBody>
          <a:bodyPr wrap="square">
            <a:spAutoFit/>
          </a:bodyPr>
          <a:lstStyle/>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[35]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「セブンプレミアム」人気飲料トリプルゼロシリーズの新商品「セブンプレミアム アクエリアス エスボディ </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500</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ml</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2024</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/news/2024/202406141000.html</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[36]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プレミアム ゼロコーラトリプル </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500</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ml』</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/products/a/item/460500/</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[37]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糖質</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65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％オフ 調製豆乳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900</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ml』</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/products/a/item/210675/</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[38]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糖質</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50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％オフを実現しながら美味しさにこだわりました！「セブンプレミアム」ロカボ焼き菓子</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/news/2020/202010131600.html</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p:txBody>
      </p:sp>
    </p:spTree>
    <p:extLst>
      <p:ext uri="{BB962C8B-B14F-4D97-AF65-F5344CB8AC3E}">
        <p14:creationId xmlns:p14="http://schemas.microsoft.com/office/powerpoint/2010/main" val="2867737282"/>
      </p:ext>
    </p:extLst>
  </p:cSld>
  <p:clrMapOvr>
    <a:masterClrMapping/>
  </p:clrMapOvr>
</p:sld>
</file>

<file path=ppt/theme/theme1.xml><?xml version="1.0" encoding="utf-8"?>
<a:theme xmlns:a="http://schemas.openxmlformats.org/drawingml/2006/main" name="デザインの設定">
  <a:themeElements>
    <a:clrScheme name="紫">
      <a:dk1>
        <a:sysClr val="windowText" lastClr="000000"/>
      </a:dk1>
      <a:lt1>
        <a:sysClr val="window" lastClr="FFFFFF"/>
      </a:lt1>
      <a:dk2>
        <a:srgbClr val="373545"/>
      </a:dk2>
      <a:lt2>
        <a:srgbClr val="DCD8DC"/>
      </a:lt2>
      <a:accent1>
        <a:srgbClr val="AD84C6"/>
      </a:accent1>
      <a:accent2>
        <a:srgbClr val="8784C7"/>
      </a:accent2>
      <a:accent3>
        <a:srgbClr val="5D739A"/>
      </a:accent3>
      <a:accent4>
        <a:srgbClr val="6997AF"/>
      </a:accent4>
      <a:accent5>
        <a:srgbClr val="84ACB6"/>
      </a:accent5>
      <a:accent6>
        <a:srgbClr val="6F8183"/>
      </a:accent6>
      <a:hlink>
        <a:srgbClr val="69A020"/>
      </a:hlink>
      <a:folHlink>
        <a:srgbClr val="8C8C8C"/>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デザインの設定">
  <a:themeElements>
    <a:clrScheme name="紫">
      <a:dk1>
        <a:sysClr val="windowText" lastClr="000000"/>
      </a:dk1>
      <a:lt1>
        <a:sysClr val="window" lastClr="FFFFFF"/>
      </a:lt1>
      <a:dk2>
        <a:srgbClr val="373545"/>
      </a:dk2>
      <a:lt2>
        <a:srgbClr val="DCD8DC"/>
      </a:lt2>
      <a:accent1>
        <a:srgbClr val="AD84C6"/>
      </a:accent1>
      <a:accent2>
        <a:srgbClr val="8784C7"/>
      </a:accent2>
      <a:accent3>
        <a:srgbClr val="5D739A"/>
      </a:accent3>
      <a:accent4>
        <a:srgbClr val="6997AF"/>
      </a:accent4>
      <a:accent5>
        <a:srgbClr val="84ACB6"/>
      </a:accent5>
      <a:accent6>
        <a:srgbClr val="6F8183"/>
      </a:accent6>
      <a:hlink>
        <a:srgbClr val="69A020"/>
      </a:hlink>
      <a:folHlink>
        <a:srgbClr val="8C8C8C"/>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デザインの設定">
  <a:themeElements>
    <a:clrScheme name="紫">
      <a:dk1>
        <a:sysClr val="windowText" lastClr="000000"/>
      </a:dk1>
      <a:lt1>
        <a:sysClr val="window" lastClr="FFFFFF"/>
      </a:lt1>
      <a:dk2>
        <a:srgbClr val="373545"/>
      </a:dk2>
      <a:lt2>
        <a:srgbClr val="DCD8DC"/>
      </a:lt2>
      <a:accent1>
        <a:srgbClr val="AD84C6"/>
      </a:accent1>
      <a:accent2>
        <a:srgbClr val="8784C7"/>
      </a:accent2>
      <a:accent3>
        <a:srgbClr val="5D739A"/>
      </a:accent3>
      <a:accent4>
        <a:srgbClr val="6997AF"/>
      </a:accent4>
      <a:accent5>
        <a:srgbClr val="84ACB6"/>
      </a:accent5>
      <a:accent6>
        <a:srgbClr val="6F8183"/>
      </a:accent6>
      <a:hlink>
        <a:srgbClr val="69A020"/>
      </a:hlink>
      <a:folHlink>
        <a:srgbClr val="8C8C8C"/>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2013 - 2022 テーマ">
  <a:themeElements>
    <a:clrScheme name="Office 2013 - 2022 テーマ">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テーマ">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5.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37906</TotalTime>
  <Words>6065</Words>
  <Application>Microsoft Macintosh PowerPoint</Application>
  <PresentationFormat>ワイド画面</PresentationFormat>
  <Paragraphs>553</Paragraphs>
  <Slides>20</Slides>
  <Notes>14</Notes>
  <HiddenSlides>4</HiddenSlides>
  <MMClips>0</MMClips>
  <ScaleCrop>false</ScaleCrop>
  <HeadingPairs>
    <vt:vector size="6" baseType="variant">
      <vt:variant>
        <vt:lpstr>使用されているフォント</vt:lpstr>
      </vt:variant>
      <vt:variant>
        <vt:i4>8</vt:i4>
      </vt:variant>
      <vt:variant>
        <vt:lpstr>テーマ</vt:lpstr>
      </vt:variant>
      <vt:variant>
        <vt:i4>4</vt:i4>
      </vt:variant>
      <vt:variant>
        <vt:lpstr>スライド タイトル</vt:lpstr>
      </vt:variant>
      <vt:variant>
        <vt:i4>20</vt:i4>
      </vt:variant>
    </vt:vector>
  </HeadingPairs>
  <TitlesOfParts>
    <vt:vector size="32" baseType="lpstr">
      <vt:lpstr>Source Han Sans JP</vt:lpstr>
      <vt:lpstr>源ノ角ゴシック JP</vt:lpstr>
      <vt:lpstr>游ゴシック</vt:lpstr>
      <vt:lpstr>游ゴシック Light</vt:lpstr>
      <vt:lpstr>Arial</vt:lpstr>
      <vt:lpstr>Calibri</vt:lpstr>
      <vt:lpstr>Calibri Light</vt:lpstr>
      <vt:lpstr>Cambria Math</vt:lpstr>
      <vt:lpstr>デザインの設定</vt:lpstr>
      <vt:lpstr>1_デザインの設定</vt:lpstr>
      <vt:lpstr>2_デザインの設定</vt:lpstr>
      <vt:lpstr>Office 2013 - 2022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Aoi Seki</dc:creator>
  <cp:lastModifiedBy>Aoi Seki</cp:lastModifiedBy>
  <cp:revision>161</cp:revision>
  <dcterms:created xsi:type="dcterms:W3CDTF">2024-06-06T14:26:30Z</dcterms:created>
  <dcterms:modified xsi:type="dcterms:W3CDTF">2026-09-23T16:05:50Z</dcterms:modified>
</cp:coreProperties>
</file>
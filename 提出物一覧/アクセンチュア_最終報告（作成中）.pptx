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theme/theme2.xml" ContentType="application/vnd.openxmlformats-officedocument.theme+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theme/theme3.xml" ContentType="application/vnd.openxmlformats-officedocument.theme+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2" r:id="rId1"/>
    <p:sldMasterId id="2147483715" r:id="rId2"/>
    <p:sldMasterId id="2147483738" r:id="rId3"/>
    <p:sldMasterId id="2147483801" r:id="rId4"/>
  </p:sldMasterIdLst>
  <p:notesMasterIdLst>
    <p:notesMasterId r:id="rId25"/>
  </p:notesMasterIdLst>
  <p:sldIdLst>
    <p:sldId id="728" r:id="rId5"/>
    <p:sldId id="757" r:id="rId6"/>
    <p:sldId id="758" r:id="rId7"/>
    <p:sldId id="732" r:id="rId8"/>
    <p:sldId id="761" r:id="rId9"/>
    <p:sldId id="759" r:id="rId10"/>
    <p:sldId id="760" r:id="rId11"/>
    <p:sldId id="741" r:id="rId12"/>
    <p:sldId id="773" r:id="rId13"/>
    <p:sldId id="774" r:id="rId14"/>
    <p:sldId id="764" r:id="rId15"/>
    <p:sldId id="768" r:id="rId16"/>
    <p:sldId id="769" r:id="rId17"/>
    <p:sldId id="770" r:id="rId18"/>
    <p:sldId id="771" r:id="rId19"/>
    <p:sldId id="772" r:id="rId20"/>
    <p:sldId id="756" r:id="rId21"/>
    <p:sldId id="765" r:id="rId22"/>
    <p:sldId id="766" r:id="rId23"/>
    <p:sldId id="767" r:id="rId2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oi Seki" initials="AS" lastIdx="1" clrIdx="0">
    <p:extLst>
      <p:ext uri="{19B8F6BF-5375-455C-9EA6-DF929625EA0E}">
        <p15:presenceInfo xmlns:p15="http://schemas.microsoft.com/office/powerpoint/2012/main" userId="3c72e6668d233292"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211793"/>
    <a:srgbClr val="178B76"/>
    <a:srgbClr val="F5EDE9"/>
    <a:srgbClr val="FFFFFF"/>
    <a:srgbClr val="132093"/>
    <a:srgbClr val="1B9A83"/>
    <a:srgbClr val="1828AA"/>
    <a:srgbClr val="21B196"/>
    <a:srgbClr val="599975"/>
    <a:srgbClr val="1C2BB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86186B0-A7FA-304A-AB88-7A7A62240308}" v="155" dt="2026-07-22T00:29:56.056"/>
  </p1510:revLst>
</p1510:revInfo>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スタイルなし、表のグリッド線なし">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1EBBBCC-DAD2-459C-BE2E-F6DE35CF9A28}" styleName="濃色スタイル 2 - アクセント 3/アクセント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 styleId="{5202B0CA-FC54-4496-8BCA-5EF66A818D29}" styleName="スタイル (濃色)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235" autoAdjust="0"/>
    <p:restoredTop sz="85609" autoAdjust="0"/>
  </p:normalViewPr>
  <p:slideViewPr>
    <p:cSldViewPr snapToGrid="0">
      <p:cViewPr>
        <p:scale>
          <a:sx n="108" d="100"/>
          <a:sy n="108" d="100"/>
        </p:scale>
        <p:origin x="1232" y="696"/>
      </p:cViewPr>
      <p:guideLst/>
    </p:cSldViewPr>
  </p:slideViewPr>
  <p:notesTextViewPr>
    <p:cViewPr>
      <p:scale>
        <a:sx n="100" d="100"/>
        <a:sy n="100" d="100"/>
      </p:scale>
      <p:origin x="0" y="0"/>
    </p:cViewPr>
  </p:notesTextViewPr>
  <p:sorterViewPr>
    <p:cViewPr>
      <p:scale>
        <a:sx n="100" d="100"/>
        <a:sy n="100" d="100"/>
      </p:scale>
      <p:origin x="0" y="0"/>
    </p:cViewPr>
  </p:sorterViewPr>
  <p:notesViewPr>
    <p:cSldViewPr snapToGrid="0">
      <p:cViewPr varScale="1">
        <p:scale>
          <a:sx n="58" d="100"/>
          <a:sy n="58" d="100"/>
        </p:scale>
        <p:origin x="2541" y="54"/>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commentAuthors" Target="commentAuthors.xml"/><Relationship Id="rId3" Type="http://schemas.openxmlformats.org/officeDocument/2006/relationships/slideMaster" Target="slideMasters/slideMaster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notesMaster" Target="notesMasters/notesMaster1.xml"/><Relationship Id="rId2" Type="http://schemas.openxmlformats.org/officeDocument/2006/relationships/slideMaster" Target="slideMasters/slideMaster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microsoft.com/office/2015/10/relationships/revisionInfo" Target="revisionInfo.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31" Type="http://schemas.microsoft.com/office/2016/11/relationships/changesInfo" Target="changesInfos/changesInfo1.xml"/><Relationship Id="rId4" Type="http://schemas.openxmlformats.org/officeDocument/2006/relationships/slideMaster" Target="slideMasters/slideMaster4.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presProps" Target="presProps.xml"/><Relationship Id="rId30"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oi Seki" userId="3c72e6668d233292" providerId="LiveId" clId="{B9AE2B71-EDD8-5CEA-A9B6-04399197A6CF}"/>
    <pc:docChg chg="undo redo custSel addSld delSld modSld sldOrd modMainMaster">
      <pc:chgData name="Aoi Seki" userId="3c72e6668d233292" providerId="LiveId" clId="{B9AE2B71-EDD8-5CEA-A9B6-04399197A6CF}" dt="2026-07-22T03:27:23.591" v="25830" actId="14100"/>
      <pc:docMkLst>
        <pc:docMk/>
      </pc:docMkLst>
      <pc:sldChg chg="modSp add del mod modAnim">
        <pc:chgData name="Aoi Seki" userId="3c72e6668d233292" providerId="LiveId" clId="{B9AE2B71-EDD8-5CEA-A9B6-04399197A6CF}" dt="2026-07-21T14:49:44.236" v="23508" actId="1035"/>
        <pc:sldMkLst>
          <pc:docMk/>
          <pc:sldMk cId="608137704" sldId="642"/>
        </pc:sldMkLst>
        <pc:spChg chg="mod">
          <ac:chgData name="Aoi Seki" userId="3c72e6668d233292" providerId="LiveId" clId="{B9AE2B71-EDD8-5CEA-A9B6-04399197A6CF}" dt="2026-07-20T10:21:06.071" v="21890" actId="1076"/>
          <ac:spMkLst>
            <pc:docMk/>
            <pc:sldMk cId="608137704" sldId="642"/>
            <ac:spMk id="6" creationId="{E6D1060F-44F9-5DFF-3978-7C206131EF6B}"/>
          </ac:spMkLst>
        </pc:spChg>
        <pc:spChg chg="mod">
          <ac:chgData name="Aoi Seki" userId="3c72e6668d233292" providerId="LiveId" clId="{B9AE2B71-EDD8-5CEA-A9B6-04399197A6CF}" dt="2026-07-20T10:21:06.071" v="21890" actId="1076"/>
          <ac:spMkLst>
            <pc:docMk/>
            <pc:sldMk cId="608137704" sldId="642"/>
            <ac:spMk id="10" creationId="{24706157-186B-20DC-108F-96232A155A8C}"/>
          </ac:spMkLst>
        </pc:spChg>
        <pc:spChg chg="mod">
          <ac:chgData name="Aoi Seki" userId="3c72e6668d233292" providerId="LiveId" clId="{B9AE2B71-EDD8-5CEA-A9B6-04399197A6CF}" dt="2026-07-20T10:21:06.071" v="21890" actId="1076"/>
          <ac:spMkLst>
            <pc:docMk/>
            <pc:sldMk cId="608137704" sldId="642"/>
            <ac:spMk id="11" creationId="{755125DC-C064-A058-1283-6379D90F65EF}"/>
          </ac:spMkLst>
        </pc:spChg>
        <pc:spChg chg="mod">
          <ac:chgData name="Aoi Seki" userId="3c72e6668d233292" providerId="LiveId" clId="{B9AE2B71-EDD8-5CEA-A9B6-04399197A6CF}" dt="2026-07-20T10:21:06.071" v="21890" actId="1076"/>
          <ac:spMkLst>
            <pc:docMk/>
            <pc:sldMk cId="608137704" sldId="642"/>
            <ac:spMk id="13" creationId="{08522342-8DF4-4EF9-B36A-7C9373D79EA1}"/>
          </ac:spMkLst>
        </pc:spChg>
        <pc:spChg chg="mod">
          <ac:chgData name="Aoi Seki" userId="3c72e6668d233292" providerId="LiveId" clId="{B9AE2B71-EDD8-5CEA-A9B6-04399197A6CF}" dt="2026-07-20T10:21:06.071" v="21890" actId="1076"/>
          <ac:spMkLst>
            <pc:docMk/>
            <pc:sldMk cId="608137704" sldId="642"/>
            <ac:spMk id="22" creationId="{D2DA319E-F696-8F5E-A7EC-2967358A253C}"/>
          </ac:spMkLst>
        </pc:spChg>
        <pc:spChg chg="mod">
          <ac:chgData name="Aoi Seki" userId="3c72e6668d233292" providerId="LiveId" clId="{B9AE2B71-EDD8-5CEA-A9B6-04399197A6CF}" dt="2026-07-20T10:21:06.071" v="21890" actId="1076"/>
          <ac:spMkLst>
            <pc:docMk/>
            <pc:sldMk cId="608137704" sldId="642"/>
            <ac:spMk id="27" creationId="{E0ACE5ED-E904-BB87-4ACF-C55ED20CFB92}"/>
          </ac:spMkLst>
        </pc:spChg>
        <pc:spChg chg="mod">
          <ac:chgData name="Aoi Seki" userId="3c72e6668d233292" providerId="LiveId" clId="{B9AE2B71-EDD8-5CEA-A9B6-04399197A6CF}" dt="2026-07-20T10:21:06.071" v="21890" actId="1076"/>
          <ac:spMkLst>
            <pc:docMk/>
            <pc:sldMk cId="608137704" sldId="642"/>
            <ac:spMk id="31" creationId="{52845CB3-848A-EE64-9512-ACCE36E81EC8}"/>
          </ac:spMkLst>
        </pc:spChg>
        <pc:spChg chg="mod">
          <ac:chgData name="Aoi Seki" userId="3c72e6668d233292" providerId="LiveId" clId="{B9AE2B71-EDD8-5CEA-A9B6-04399197A6CF}" dt="2026-07-20T10:21:06.071" v="21890" actId="1076"/>
          <ac:spMkLst>
            <pc:docMk/>
            <pc:sldMk cId="608137704" sldId="642"/>
            <ac:spMk id="48" creationId="{7E1E8BA0-AE21-157B-D0AC-5CFE8AEFB19F}"/>
          </ac:spMkLst>
        </pc:spChg>
        <pc:spChg chg="mod">
          <ac:chgData name="Aoi Seki" userId="3c72e6668d233292" providerId="LiveId" clId="{B9AE2B71-EDD8-5CEA-A9B6-04399197A6CF}" dt="2026-07-20T10:21:06.071" v="21890" actId="1076"/>
          <ac:spMkLst>
            <pc:docMk/>
            <pc:sldMk cId="608137704" sldId="642"/>
            <ac:spMk id="51" creationId="{ECC56679-0BDD-90AE-FE69-729DDDDC67E0}"/>
          </ac:spMkLst>
        </pc:spChg>
        <pc:spChg chg="mod">
          <ac:chgData name="Aoi Seki" userId="3c72e6668d233292" providerId="LiveId" clId="{B9AE2B71-EDD8-5CEA-A9B6-04399197A6CF}" dt="2026-07-20T10:21:06.071" v="21890" actId="1076"/>
          <ac:spMkLst>
            <pc:docMk/>
            <pc:sldMk cId="608137704" sldId="642"/>
            <ac:spMk id="53" creationId="{E791AF6F-4F7B-91E1-1C0B-3A9B3D1DBC7B}"/>
          </ac:spMkLst>
        </pc:spChg>
        <pc:grpChg chg="mod">
          <ac:chgData name="Aoi Seki" userId="3c72e6668d233292" providerId="LiveId" clId="{B9AE2B71-EDD8-5CEA-A9B6-04399197A6CF}" dt="2026-07-21T14:49:44.236" v="23508" actId="1035"/>
          <ac:grpSpMkLst>
            <pc:docMk/>
            <pc:sldMk cId="608137704" sldId="642"/>
            <ac:grpSpMk id="24" creationId="{C465F563-147C-04EF-5C9E-3708D309D2A3}"/>
          </ac:grpSpMkLst>
        </pc:grpChg>
      </pc:sldChg>
      <pc:sldChg chg="modSp del mod ord">
        <pc:chgData name="Aoi Seki" userId="3c72e6668d233292" providerId="LiveId" clId="{B9AE2B71-EDD8-5CEA-A9B6-04399197A6CF}" dt="2026-07-22T00:37:03.214" v="25800" actId="2696"/>
        <pc:sldMkLst>
          <pc:docMk/>
          <pc:sldMk cId="2760324763" sldId="671"/>
        </pc:sldMkLst>
      </pc:sldChg>
      <pc:sldChg chg="addSp delSp modSp add del mod">
        <pc:chgData name="Aoi Seki" userId="3c72e6668d233292" providerId="LiveId" clId="{B9AE2B71-EDD8-5CEA-A9B6-04399197A6CF}" dt="2026-07-22T00:37:04.335" v="25802" actId="2696"/>
        <pc:sldMkLst>
          <pc:docMk/>
          <pc:sldMk cId="1247563994" sldId="684"/>
        </pc:sldMkLst>
      </pc:sldChg>
      <pc:sldChg chg="addSp modSp del mod">
        <pc:chgData name="Aoi Seki" userId="3c72e6668d233292" providerId="LiveId" clId="{B9AE2B71-EDD8-5CEA-A9B6-04399197A6CF}" dt="2026-07-22T00:37:34.074" v="25815" actId="2696"/>
        <pc:sldMkLst>
          <pc:docMk/>
          <pc:sldMk cId="3965797247" sldId="687"/>
        </pc:sldMkLst>
      </pc:sldChg>
      <pc:sldChg chg="addSp delSp modSp new mod modClrScheme chgLayout">
        <pc:chgData name="Aoi Seki" userId="3c72e6668d233292" providerId="LiveId" clId="{B9AE2B71-EDD8-5CEA-A9B6-04399197A6CF}" dt="2026-07-22T00:36:53.477" v="25798" actId="700"/>
        <pc:sldMkLst>
          <pc:docMk/>
          <pc:sldMk cId="268593480" sldId="696"/>
        </pc:sldMkLst>
        <pc:spChg chg="add mod">
          <ac:chgData name="Aoi Seki" userId="3c72e6668d233292" providerId="LiveId" clId="{B9AE2B71-EDD8-5CEA-A9B6-04399197A6CF}" dt="2026-07-07T08:51:35.107" v="17866" actId="164"/>
          <ac:spMkLst>
            <pc:docMk/>
            <pc:sldMk cId="268593480" sldId="696"/>
            <ac:spMk id="2" creationId="{D57724A6-A86E-F842-F013-0DAF24FA75C6}"/>
          </ac:spMkLst>
        </pc:spChg>
        <pc:spChg chg="add mod">
          <ac:chgData name="Aoi Seki" userId="3c72e6668d233292" providerId="LiveId" clId="{B9AE2B71-EDD8-5CEA-A9B6-04399197A6CF}" dt="2026-07-07T09:18:51.777" v="18224" actId="1037"/>
          <ac:spMkLst>
            <pc:docMk/>
            <pc:sldMk cId="268593480" sldId="696"/>
            <ac:spMk id="112" creationId="{891789FE-3CCB-99F9-9C6B-56573257B3E3}"/>
          </ac:spMkLst>
        </pc:spChg>
        <pc:grpChg chg="mod">
          <ac:chgData name="Aoi Seki" userId="3c72e6668d233292" providerId="LiveId" clId="{B9AE2B71-EDD8-5CEA-A9B6-04399197A6CF}" dt="2026-07-07T08:51:36.799" v="17867" actId="1035"/>
          <ac:grpSpMkLst>
            <pc:docMk/>
            <pc:sldMk cId="268593480" sldId="696"/>
            <ac:grpSpMk id="87" creationId="{296604C8-E6FB-1447-5F46-3F9542C6793A}"/>
          </ac:grpSpMkLst>
        </pc:grpChg>
        <pc:grpChg chg="add mod">
          <ac:chgData name="Aoi Seki" userId="3c72e6668d233292" providerId="LiveId" clId="{B9AE2B71-EDD8-5CEA-A9B6-04399197A6CF}" dt="2026-07-07T08:51:35.107" v="17866" actId="164"/>
          <ac:grpSpMkLst>
            <pc:docMk/>
            <pc:sldMk cId="268593480" sldId="696"/>
            <ac:grpSpMk id="113" creationId="{BE352126-E3B9-95D1-DF4D-36E5BD8BFF05}"/>
          </ac:grpSpMkLst>
        </pc:grpChg>
        <pc:picChg chg="mod">
          <ac:chgData name="Aoi Seki" userId="3c72e6668d233292" providerId="LiveId" clId="{B9AE2B71-EDD8-5CEA-A9B6-04399197A6CF}" dt="2026-07-07T08:47:47.595" v="17809"/>
          <ac:picMkLst>
            <pc:docMk/>
            <pc:sldMk cId="268593480" sldId="696"/>
            <ac:picMk id="90" creationId="{299F7EE7-71DF-5313-D180-EDD2E725A468}"/>
          </ac:picMkLst>
        </pc:picChg>
        <pc:picChg chg="mod">
          <ac:chgData name="Aoi Seki" userId="3c72e6668d233292" providerId="LiveId" clId="{B9AE2B71-EDD8-5CEA-A9B6-04399197A6CF}" dt="2026-07-07T08:47:47.595" v="17809"/>
          <ac:picMkLst>
            <pc:docMk/>
            <pc:sldMk cId="268593480" sldId="696"/>
            <ac:picMk id="91" creationId="{423C6DA5-30AF-EB24-3D1E-9C00BE3BA51E}"/>
          </ac:picMkLst>
        </pc:picChg>
        <pc:picChg chg="mod">
          <ac:chgData name="Aoi Seki" userId="3c72e6668d233292" providerId="LiveId" clId="{B9AE2B71-EDD8-5CEA-A9B6-04399197A6CF}" dt="2026-07-07T08:47:47.595" v="17809"/>
          <ac:picMkLst>
            <pc:docMk/>
            <pc:sldMk cId="268593480" sldId="696"/>
            <ac:picMk id="95" creationId="{ABF37378-541A-3295-963F-2891F19B4AED}"/>
          </ac:picMkLst>
        </pc:picChg>
        <pc:picChg chg="mod">
          <ac:chgData name="Aoi Seki" userId="3c72e6668d233292" providerId="LiveId" clId="{B9AE2B71-EDD8-5CEA-A9B6-04399197A6CF}" dt="2026-07-07T08:47:47.595" v="17809"/>
          <ac:picMkLst>
            <pc:docMk/>
            <pc:sldMk cId="268593480" sldId="696"/>
            <ac:picMk id="99" creationId="{A5C0CBD0-3E63-E407-CF67-FA2C7059CAF7}"/>
          </ac:picMkLst>
        </pc:picChg>
        <pc:picChg chg="mod">
          <ac:chgData name="Aoi Seki" userId="3c72e6668d233292" providerId="LiveId" clId="{B9AE2B71-EDD8-5CEA-A9B6-04399197A6CF}" dt="2026-07-07T08:47:47.595" v="17809"/>
          <ac:picMkLst>
            <pc:docMk/>
            <pc:sldMk cId="268593480" sldId="696"/>
            <ac:picMk id="102" creationId="{D00AC420-EE04-29B6-81FC-7473F93FDC59}"/>
          </ac:picMkLst>
        </pc:picChg>
        <pc:picChg chg="mod">
          <ac:chgData name="Aoi Seki" userId="3c72e6668d233292" providerId="LiveId" clId="{B9AE2B71-EDD8-5CEA-A9B6-04399197A6CF}" dt="2026-07-07T08:47:47.595" v="17809"/>
          <ac:picMkLst>
            <pc:docMk/>
            <pc:sldMk cId="268593480" sldId="696"/>
            <ac:picMk id="103" creationId="{7E369C2C-929C-5C97-8319-711B35D977FF}"/>
          </ac:picMkLst>
        </pc:picChg>
        <pc:picChg chg="mod">
          <ac:chgData name="Aoi Seki" userId="3c72e6668d233292" providerId="LiveId" clId="{B9AE2B71-EDD8-5CEA-A9B6-04399197A6CF}" dt="2026-07-07T08:47:47.595" v="17809"/>
          <ac:picMkLst>
            <pc:docMk/>
            <pc:sldMk cId="268593480" sldId="696"/>
            <ac:picMk id="104" creationId="{C26908C3-2748-306B-8933-622E445ACC82}"/>
          </ac:picMkLst>
        </pc:picChg>
        <pc:picChg chg="mod">
          <ac:chgData name="Aoi Seki" userId="3c72e6668d233292" providerId="LiveId" clId="{B9AE2B71-EDD8-5CEA-A9B6-04399197A6CF}" dt="2026-07-07T08:47:47.595" v="17809"/>
          <ac:picMkLst>
            <pc:docMk/>
            <pc:sldMk cId="268593480" sldId="696"/>
            <ac:picMk id="106" creationId="{59758C72-E6D7-C193-22E5-0B343D9A0719}"/>
          </ac:picMkLst>
        </pc:picChg>
        <pc:picChg chg="mod">
          <ac:chgData name="Aoi Seki" userId="3c72e6668d233292" providerId="LiveId" clId="{B9AE2B71-EDD8-5CEA-A9B6-04399197A6CF}" dt="2026-07-07T08:47:47.595" v="17809"/>
          <ac:picMkLst>
            <pc:docMk/>
            <pc:sldMk cId="268593480" sldId="696"/>
            <ac:picMk id="107" creationId="{D6C756A4-F4F1-68A1-9138-BAC432A87583}"/>
          </ac:picMkLst>
        </pc:picChg>
        <pc:picChg chg="mod">
          <ac:chgData name="Aoi Seki" userId="3c72e6668d233292" providerId="LiveId" clId="{B9AE2B71-EDD8-5CEA-A9B6-04399197A6CF}" dt="2026-07-07T08:47:47.595" v="17809"/>
          <ac:picMkLst>
            <pc:docMk/>
            <pc:sldMk cId="268593480" sldId="696"/>
            <ac:picMk id="110" creationId="{25BE580C-CF55-83EF-1C9B-D8B384E8EE21}"/>
          </ac:picMkLst>
        </pc:picChg>
      </pc:sldChg>
      <pc:sldChg chg="addSp delSp modSp new mod modClrScheme chgLayout">
        <pc:chgData name="Aoi Seki" userId="3c72e6668d233292" providerId="LiveId" clId="{B9AE2B71-EDD8-5CEA-A9B6-04399197A6CF}" dt="2026-07-22T00:36:56.961" v="25799" actId="700"/>
        <pc:sldMkLst>
          <pc:docMk/>
          <pc:sldMk cId="1565710938" sldId="697"/>
        </pc:sldMkLst>
        <pc:spChg chg="mod">
          <ac:chgData name="Aoi Seki" userId="3c72e6668d233292" providerId="LiveId" clId="{B9AE2B71-EDD8-5CEA-A9B6-04399197A6CF}" dt="2026-07-07T08:56:21.052" v="17873"/>
          <ac:spMkLst>
            <pc:docMk/>
            <pc:sldMk cId="1565710938" sldId="697"/>
            <ac:spMk id="8" creationId="{5668D032-889E-790E-40A5-BA16F5A3C3F5}"/>
          </ac:spMkLst>
        </pc:spChg>
        <pc:spChg chg="mod">
          <ac:chgData name="Aoi Seki" userId="3c72e6668d233292" providerId="LiveId" clId="{B9AE2B71-EDD8-5CEA-A9B6-04399197A6CF}" dt="2026-07-07T08:56:21.052" v="17873"/>
          <ac:spMkLst>
            <pc:docMk/>
            <pc:sldMk cId="1565710938" sldId="697"/>
            <ac:spMk id="10" creationId="{334D8CB9-9B81-C60B-5954-4E158D274C2D}"/>
          </ac:spMkLst>
        </pc:spChg>
        <pc:spChg chg="mod">
          <ac:chgData name="Aoi Seki" userId="3c72e6668d233292" providerId="LiveId" clId="{B9AE2B71-EDD8-5CEA-A9B6-04399197A6CF}" dt="2026-07-07T08:56:21.052" v="17873"/>
          <ac:spMkLst>
            <pc:docMk/>
            <pc:sldMk cId="1565710938" sldId="697"/>
            <ac:spMk id="11" creationId="{51AC3CEE-5A0F-EBF7-E2A6-356FD565AB0C}"/>
          </ac:spMkLst>
        </pc:spChg>
        <pc:spChg chg="mod">
          <ac:chgData name="Aoi Seki" userId="3c72e6668d233292" providerId="LiveId" clId="{B9AE2B71-EDD8-5CEA-A9B6-04399197A6CF}" dt="2026-07-07T08:56:21.052" v="17873"/>
          <ac:spMkLst>
            <pc:docMk/>
            <pc:sldMk cId="1565710938" sldId="697"/>
            <ac:spMk id="15" creationId="{333080D5-2509-7012-DDD1-241847A81B8D}"/>
          </ac:spMkLst>
        </pc:spChg>
        <pc:spChg chg="mod">
          <ac:chgData name="Aoi Seki" userId="3c72e6668d233292" providerId="LiveId" clId="{B9AE2B71-EDD8-5CEA-A9B6-04399197A6CF}" dt="2026-07-07T08:56:21.052" v="17873"/>
          <ac:spMkLst>
            <pc:docMk/>
            <pc:sldMk cId="1565710938" sldId="697"/>
            <ac:spMk id="16" creationId="{75B9063E-7F6D-6F6D-DB7F-2C88E4A1D900}"/>
          </ac:spMkLst>
        </pc:spChg>
        <pc:spChg chg="add mod">
          <ac:chgData name="Aoi Seki" userId="3c72e6668d233292" providerId="LiveId" clId="{B9AE2B71-EDD8-5CEA-A9B6-04399197A6CF}" dt="2026-07-07T15:30:22.371" v="20092" actId="1076"/>
          <ac:spMkLst>
            <pc:docMk/>
            <pc:sldMk cId="1565710938" sldId="697"/>
            <ac:spMk id="19" creationId="{7FB88F43-23A2-51C1-BF12-0B4FAB17892F}"/>
          </ac:spMkLst>
        </pc:spChg>
        <pc:spChg chg="add mod">
          <ac:chgData name="Aoi Seki" userId="3c72e6668d233292" providerId="LiveId" clId="{B9AE2B71-EDD8-5CEA-A9B6-04399197A6CF}" dt="2026-07-07T09:07:30.200" v="18018" actId="164"/>
          <ac:spMkLst>
            <pc:docMk/>
            <pc:sldMk cId="1565710938" sldId="697"/>
            <ac:spMk id="20" creationId="{E3F6F272-A0AB-7D07-4A0B-F737349022DE}"/>
          </ac:spMkLst>
        </pc:spChg>
        <pc:spChg chg="add mod">
          <ac:chgData name="Aoi Seki" userId="3c72e6668d233292" providerId="LiveId" clId="{B9AE2B71-EDD8-5CEA-A9B6-04399197A6CF}" dt="2026-07-07T09:07:32.899" v="18019" actId="164"/>
          <ac:spMkLst>
            <pc:docMk/>
            <pc:sldMk cId="1565710938" sldId="697"/>
            <ac:spMk id="21" creationId="{8F49E42C-A444-FA8A-304F-3B2C56CCE115}"/>
          </ac:spMkLst>
        </pc:spChg>
        <pc:spChg chg="add mod">
          <ac:chgData name="Aoi Seki" userId="3c72e6668d233292" providerId="LiveId" clId="{B9AE2B71-EDD8-5CEA-A9B6-04399197A6CF}" dt="2026-07-10T03:46:04.952" v="21865" actId="14100"/>
          <ac:spMkLst>
            <pc:docMk/>
            <pc:sldMk cId="1565710938" sldId="697"/>
            <ac:spMk id="22" creationId="{54DDBABE-112E-AFEC-D9E4-9F393B6EB0FC}"/>
          </ac:spMkLst>
        </pc:spChg>
        <pc:spChg chg="add mod">
          <ac:chgData name="Aoi Seki" userId="3c72e6668d233292" providerId="LiveId" clId="{B9AE2B71-EDD8-5CEA-A9B6-04399197A6CF}" dt="2026-07-08T06:22:51.793" v="21284" actId="1076"/>
          <ac:spMkLst>
            <pc:docMk/>
            <pc:sldMk cId="1565710938" sldId="697"/>
            <ac:spMk id="25" creationId="{1ADD513E-866A-9541-2C76-616114E3AEBF}"/>
          </ac:spMkLst>
        </pc:spChg>
        <pc:spChg chg="mod">
          <ac:chgData name="Aoi Seki" userId="3c72e6668d233292" providerId="LiveId" clId="{B9AE2B71-EDD8-5CEA-A9B6-04399197A6CF}" dt="2026-07-07T09:18:57.471" v="18226"/>
          <ac:spMkLst>
            <pc:docMk/>
            <pc:sldMk cId="1565710938" sldId="697"/>
            <ac:spMk id="27" creationId="{57F84028-382E-2A0E-BB76-4295C9C6455D}"/>
          </ac:spMkLst>
        </pc:spChg>
        <pc:spChg chg="mod">
          <ac:chgData name="Aoi Seki" userId="3c72e6668d233292" providerId="LiveId" clId="{B9AE2B71-EDD8-5CEA-A9B6-04399197A6CF}" dt="2026-07-07T09:18:57.471" v="18226"/>
          <ac:spMkLst>
            <pc:docMk/>
            <pc:sldMk cId="1565710938" sldId="697"/>
            <ac:spMk id="28" creationId="{74AC2B62-B982-1169-B3AE-0504E162528F}"/>
          </ac:spMkLst>
        </pc:spChg>
        <pc:grpChg chg="mod">
          <ac:chgData name="Aoi Seki" userId="3c72e6668d233292" providerId="LiveId" clId="{B9AE2B71-EDD8-5CEA-A9B6-04399197A6CF}" dt="2026-07-07T09:07:30.200" v="18018" actId="164"/>
          <ac:grpSpMkLst>
            <pc:docMk/>
            <pc:sldMk cId="1565710938" sldId="697"/>
            <ac:grpSpMk id="6" creationId="{9D1B213D-D25B-0A43-0EF2-104F5B91C7A7}"/>
          </ac:grpSpMkLst>
        </pc:grpChg>
        <pc:grpChg chg="mod">
          <ac:chgData name="Aoi Seki" userId="3c72e6668d233292" providerId="LiveId" clId="{B9AE2B71-EDD8-5CEA-A9B6-04399197A6CF}" dt="2026-07-07T08:56:21.052" v="17873"/>
          <ac:grpSpMkLst>
            <pc:docMk/>
            <pc:sldMk cId="1565710938" sldId="697"/>
            <ac:grpSpMk id="7" creationId="{5DD43ABB-99FF-0832-D32B-E2F30DA64273}"/>
          </ac:grpSpMkLst>
        </pc:grpChg>
        <pc:grpChg chg="mod">
          <ac:chgData name="Aoi Seki" userId="3c72e6668d233292" providerId="LiveId" clId="{B9AE2B71-EDD8-5CEA-A9B6-04399197A6CF}" dt="2026-07-07T08:56:21.052" v="17873"/>
          <ac:grpSpMkLst>
            <pc:docMk/>
            <pc:sldMk cId="1565710938" sldId="697"/>
            <ac:grpSpMk id="9" creationId="{8F09D80C-22F0-6C14-BBA5-DF4665D64CE5}"/>
          </ac:grpSpMkLst>
        </pc:grpChg>
        <pc:grpChg chg="mod">
          <ac:chgData name="Aoi Seki" userId="3c72e6668d233292" providerId="LiveId" clId="{B9AE2B71-EDD8-5CEA-A9B6-04399197A6CF}" dt="2026-07-07T08:56:21.052" v="17873"/>
          <ac:grpSpMkLst>
            <pc:docMk/>
            <pc:sldMk cId="1565710938" sldId="697"/>
            <ac:grpSpMk id="12" creationId="{D1D5CD96-706B-BAFC-D7BA-49D022BAD0A1}"/>
          </ac:grpSpMkLst>
        </pc:grpChg>
        <pc:grpChg chg="add mod">
          <ac:chgData name="Aoi Seki" userId="3c72e6668d233292" providerId="LiveId" clId="{B9AE2B71-EDD8-5CEA-A9B6-04399197A6CF}" dt="2026-07-07T09:15:27.818" v="18208" actId="1036"/>
          <ac:grpSpMkLst>
            <pc:docMk/>
            <pc:sldMk cId="1565710938" sldId="697"/>
            <ac:grpSpMk id="23" creationId="{09905D26-757C-1125-3879-A017C7D70AE4}"/>
          </ac:grpSpMkLst>
        </pc:grpChg>
        <pc:grpChg chg="add mod">
          <ac:chgData name="Aoi Seki" userId="3c72e6668d233292" providerId="LiveId" clId="{B9AE2B71-EDD8-5CEA-A9B6-04399197A6CF}" dt="2026-07-07T09:15:27.818" v="18208" actId="1036"/>
          <ac:grpSpMkLst>
            <pc:docMk/>
            <pc:sldMk cId="1565710938" sldId="697"/>
            <ac:grpSpMk id="24" creationId="{4756372C-6940-8E91-AC04-7C5FD3A568ED}"/>
          </ac:grpSpMkLst>
        </pc:grpChg>
        <pc:grpChg chg="add mod">
          <ac:chgData name="Aoi Seki" userId="3c72e6668d233292" providerId="LiveId" clId="{B9AE2B71-EDD8-5CEA-A9B6-04399197A6CF}" dt="2026-07-07T09:18:57.471" v="18226"/>
          <ac:grpSpMkLst>
            <pc:docMk/>
            <pc:sldMk cId="1565710938" sldId="697"/>
            <ac:grpSpMk id="26" creationId="{1C3BD6A4-9B7C-F659-3C7B-06573055A38C}"/>
          </ac:grpSpMkLst>
        </pc:grpChg>
        <pc:picChg chg="mod">
          <ac:chgData name="Aoi Seki" userId="3c72e6668d233292" providerId="LiveId" clId="{B9AE2B71-EDD8-5CEA-A9B6-04399197A6CF}" dt="2026-07-07T08:56:21.052" v="17873"/>
          <ac:picMkLst>
            <pc:docMk/>
            <pc:sldMk cId="1565710938" sldId="697"/>
            <ac:picMk id="13" creationId="{244AEAC5-E274-0F2D-BE7E-196F051FBE35}"/>
          </ac:picMkLst>
        </pc:picChg>
        <pc:picChg chg="mod">
          <ac:chgData name="Aoi Seki" userId="3c72e6668d233292" providerId="LiveId" clId="{B9AE2B71-EDD8-5CEA-A9B6-04399197A6CF}" dt="2026-07-07T08:56:21.052" v="17873"/>
          <ac:picMkLst>
            <pc:docMk/>
            <pc:sldMk cId="1565710938" sldId="697"/>
            <ac:picMk id="14" creationId="{F0E4C5C2-34EE-C1D8-C563-BAD0DD1E091F}"/>
          </ac:picMkLst>
        </pc:picChg>
        <pc:picChg chg="add mod">
          <ac:chgData name="Aoi Seki" userId="3c72e6668d233292" providerId="LiveId" clId="{B9AE2B71-EDD8-5CEA-A9B6-04399197A6CF}" dt="2026-07-07T09:07:32.899" v="18019" actId="164"/>
          <ac:picMkLst>
            <pc:docMk/>
            <pc:sldMk cId="1565710938" sldId="697"/>
            <ac:picMk id="18" creationId="{8EC324D8-4456-F3ED-2189-5D382CD53453}"/>
          </ac:picMkLst>
        </pc:picChg>
      </pc:sldChg>
      <pc:sldChg chg="addSp delSp modSp add del mod">
        <pc:chgData name="Aoi Seki" userId="3c72e6668d233292" providerId="LiveId" clId="{B9AE2B71-EDD8-5CEA-A9B6-04399197A6CF}" dt="2026-07-22T00:37:03.705" v="25801" actId="2696"/>
        <pc:sldMkLst>
          <pc:docMk/>
          <pc:sldMk cId="4007403190" sldId="698"/>
        </pc:sldMkLst>
      </pc:sldChg>
      <pc:sldChg chg="addSp delSp modSp new del mod modClrScheme chgLayout">
        <pc:chgData name="Aoi Seki" userId="3c72e6668d233292" providerId="LiveId" clId="{B9AE2B71-EDD8-5CEA-A9B6-04399197A6CF}" dt="2026-07-22T00:37:04.719" v="25803" actId="2696"/>
        <pc:sldMkLst>
          <pc:docMk/>
          <pc:sldMk cId="499769518" sldId="699"/>
        </pc:sldMkLst>
      </pc:sldChg>
      <pc:sldChg chg="addSp delSp modSp new del mod modClrScheme chgLayout">
        <pc:chgData name="Aoi Seki" userId="3c72e6668d233292" providerId="LiveId" clId="{B9AE2B71-EDD8-5CEA-A9B6-04399197A6CF}" dt="2026-07-22T00:37:05.774" v="25804" actId="2696"/>
        <pc:sldMkLst>
          <pc:docMk/>
          <pc:sldMk cId="1618993878" sldId="700"/>
        </pc:sldMkLst>
      </pc:sldChg>
      <pc:sldChg chg="addSp delSp modSp new del mod">
        <pc:chgData name="Aoi Seki" userId="3c72e6668d233292" providerId="LiveId" clId="{B9AE2B71-EDD8-5CEA-A9B6-04399197A6CF}" dt="2026-07-22T00:37:06.032" v="25805" actId="2696"/>
        <pc:sldMkLst>
          <pc:docMk/>
          <pc:sldMk cId="1499596391" sldId="701"/>
        </pc:sldMkLst>
      </pc:sldChg>
      <pc:sldChg chg="addSp modSp new del mod">
        <pc:chgData name="Aoi Seki" userId="3c72e6668d233292" providerId="LiveId" clId="{B9AE2B71-EDD8-5CEA-A9B6-04399197A6CF}" dt="2026-07-22T00:37:06.549" v="25806" actId="2696"/>
        <pc:sldMkLst>
          <pc:docMk/>
          <pc:sldMk cId="1473997782" sldId="702"/>
        </pc:sldMkLst>
      </pc:sldChg>
      <pc:sldChg chg="addSp delSp modSp new mod modClrScheme chgLayout">
        <pc:chgData name="Aoi Seki" userId="3c72e6668d233292" providerId="LiveId" clId="{B9AE2B71-EDD8-5CEA-A9B6-04399197A6CF}" dt="2026-07-22T00:37:20.343" v="25809" actId="700"/>
        <pc:sldMkLst>
          <pc:docMk/>
          <pc:sldMk cId="1371219234" sldId="703"/>
        </pc:sldMkLst>
        <pc:spChg chg="add mod">
          <ac:chgData name="Aoi Seki" userId="3c72e6668d233292" providerId="LiveId" clId="{B9AE2B71-EDD8-5CEA-A9B6-04399197A6CF}" dt="2026-07-08T04:42:08.930" v="20741" actId="164"/>
          <ac:spMkLst>
            <pc:docMk/>
            <pc:sldMk cId="1371219234" sldId="703"/>
            <ac:spMk id="2" creationId="{83E95846-D484-950E-1A6F-1BBD51E201F2}"/>
          </ac:spMkLst>
        </pc:spChg>
        <pc:spChg chg="add mod">
          <ac:chgData name="Aoi Seki" userId="3c72e6668d233292" providerId="LiveId" clId="{B9AE2B71-EDD8-5CEA-A9B6-04399197A6CF}" dt="2026-07-08T04:43:02.781" v="20749" actId="1035"/>
          <ac:spMkLst>
            <pc:docMk/>
            <pc:sldMk cId="1371219234" sldId="703"/>
            <ac:spMk id="4" creationId="{FAFBE736-B248-D9F5-6EDC-C2ECF75DC336}"/>
          </ac:spMkLst>
        </pc:spChg>
        <pc:spChg chg="add mod">
          <ac:chgData name="Aoi Seki" userId="3c72e6668d233292" providerId="LiveId" clId="{B9AE2B71-EDD8-5CEA-A9B6-04399197A6CF}" dt="2026-07-08T04:54:19.032" v="20906" actId="1035"/>
          <ac:spMkLst>
            <pc:docMk/>
            <pc:sldMk cId="1371219234" sldId="703"/>
            <ac:spMk id="5" creationId="{BA9411D6-7AF7-6FFA-D592-74E0D179192F}"/>
          </ac:spMkLst>
        </pc:spChg>
        <pc:spChg chg="add mod">
          <ac:chgData name="Aoi Seki" userId="3c72e6668d233292" providerId="LiveId" clId="{B9AE2B71-EDD8-5CEA-A9B6-04399197A6CF}" dt="2026-07-08T04:57:42.840" v="20912" actId="1036"/>
          <ac:spMkLst>
            <pc:docMk/>
            <pc:sldMk cId="1371219234" sldId="703"/>
            <ac:spMk id="16" creationId="{DCD37943-0D31-572D-A99A-26EF0A12C494}"/>
          </ac:spMkLst>
        </pc:spChg>
        <pc:spChg chg="add mod">
          <ac:chgData name="Aoi Seki" userId="3c72e6668d233292" providerId="LiveId" clId="{B9AE2B71-EDD8-5CEA-A9B6-04399197A6CF}" dt="2026-07-08T04:57:46.819" v="20913" actId="1036"/>
          <ac:spMkLst>
            <pc:docMk/>
            <pc:sldMk cId="1371219234" sldId="703"/>
            <ac:spMk id="17" creationId="{6A1B3DB7-7415-65F2-2A05-6D57C2865F10}"/>
          </ac:spMkLst>
        </pc:spChg>
        <pc:spChg chg="add mod">
          <ac:chgData name="Aoi Seki" userId="3c72e6668d233292" providerId="LiveId" clId="{B9AE2B71-EDD8-5CEA-A9B6-04399197A6CF}" dt="2026-07-08T04:51:38.019" v="20844" actId="164"/>
          <ac:spMkLst>
            <pc:docMk/>
            <pc:sldMk cId="1371219234" sldId="703"/>
            <ac:spMk id="18" creationId="{801E5C30-C8A7-2B19-2CB9-CC5A6817700D}"/>
          </ac:spMkLst>
        </pc:spChg>
        <pc:spChg chg="add mod">
          <ac:chgData name="Aoi Seki" userId="3c72e6668d233292" providerId="LiveId" clId="{B9AE2B71-EDD8-5CEA-A9B6-04399197A6CF}" dt="2026-07-08T04:50:41.768" v="20804" actId="164"/>
          <ac:spMkLst>
            <pc:docMk/>
            <pc:sldMk cId="1371219234" sldId="703"/>
            <ac:spMk id="19" creationId="{688227A9-8249-B40F-7334-0B425EEAB1E0}"/>
          </ac:spMkLst>
        </pc:spChg>
        <pc:spChg chg="add mod">
          <ac:chgData name="Aoi Seki" userId="3c72e6668d233292" providerId="LiveId" clId="{B9AE2B71-EDD8-5CEA-A9B6-04399197A6CF}" dt="2026-07-08T04:51:52.751" v="20848" actId="164"/>
          <ac:spMkLst>
            <pc:docMk/>
            <pc:sldMk cId="1371219234" sldId="703"/>
            <ac:spMk id="22" creationId="{37BC0064-D106-7AC7-BF2B-E63C6F0C684F}"/>
          </ac:spMkLst>
        </pc:spChg>
        <pc:spChg chg="add mod">
          <ac:chgData name="Aoi Seki" userId="3c72e6668d233292" providerId="LiveId" clId="{B9AE2B71-EDD8-5CEA-A9B6-04399197A6CF}" dt="2026-07-08T04:52:29.403" v="20896" actId="164"/>
          <ac:spMkLst>
            <pc:docMk/>
            <pc:sldMk cId="1371219234" sldId="703"/>
            <ac:spMk id="24" creationId="{D7023310-C3CE-E506-6EE0-80C21B6A4D10}"/>
          </ac:spMkLst>
        </pc:spChg>
        <pc:grpChg chg="add mod">
          <ac:chgData name="Aoi Seki" userId="3c72e6668d233292" providerId="LiveId" clId="{B9AE2B71-EDD8-5CEA-A9B6-04399197A6CF}" dt="2026-07-08T04:52:51.405" v="20900" actId="1035"/>
          <ac:grpSpMkLst>
            <pc:docMk/>
            <pc:sldMk cId="1371219234" sldId="703"/>
            <ac:grpSpMk id="6" creationId="{A47934A6-EA82-1E5D-C07C-6FCDE939A1B9}"/>
          </ac:grpSpMkLst>
        </pc:grpChg>
        <pc:grpChg chg="add mod">
          <ac:chgData name="Aoi Seki" userId="3c72e6668d233292" providerId="LiveId" clId="{B9AE2B71-EDD8-5CEA-A9B6-04399197A6CF}" dt="2026-07-08T04:51:38.019" v="20844" actId="164"/>
          <ac:grpSpMkLst>
            <pc:docMk/>
            <pc:sldMk cId="1371219234" sldId="703"/>
            <ac:grpSpMk id="20" creationId="{E5FA841A-968A-4F96-3919-111EF13D508A}"/>
          </ac:grpSpMkLst>
        </pc:grpChg>
        <pc:grpChg chg="add mod">
          <ac:chgData name="Aoi Seki" userId="3c72e6668d233292" providerId="LiveId" clId="{B9AE2B71-EDD8-5CEA-A9B6-04399197A6CF}" dt="2026-07-08T04:51:38.019" v="20844" actId="164"/>
          <ac:grpSpMkLst>
            <pc:docMk/>
            <pc:sldMk cId="1371219234" sldId="703"/>
            <ac:grpSpMk id="21" creationId="{CDE41FB6-2BC0-BE6E-6BF0-CBDF1F0D0770}"/>
          </ac:grpSpMkLst>
        </pc:grpChg>
        <pc:grpChg chg="add mod">
          <ac:chgData name="Aoi Seki" userId="3c72e6668d233292" providerId="LiveId" clId="{B9AE2B71-EDD8-5CEA-A9B6-04399197A6CF}" dt="2026-07-08T04:52:29.403" v="20896" actId="164"/>
          <ac:grpSpMkLst>
            <pc:docMk/>
            <pc:sldMk cId="1371219234" sldId="703"/>
            <ac:grpSpMk id="23" creationId="{D1A9FC15-0242-0430-4124-F7677A1F32F1}"/>
          </ac:grpSpMkLst>
        </pc:grpChg>
        <pc:grpChg chg="add mod">
          <ac:chgData name="Aoi Seki" userId="3c72e6668d233292" providerId="LiveId" clId="{B9AE2B71-EDD8-5CEA-A9B6-04399197A6CF}" dt="2026-07-08T04:52:29.403" v="20896" actId="164"/>
          <ac:grpSpMkLst>
            <pc:docMk/>
            <pc:sldMk cId="1371219234" sldId="703"/>
            <ac:grpSpMk id="25" creationId="{D9B178AF-39A4-8D9E-BC1B-792FEAE10566}"/>
          </ac:grpSpMkLst>
        </pc:grpChg>
        <pc:picChg chg="add mod">
          <ac:chgData name="Aoi Seki" userId="3c72e6668d233292" providerId="LiveId" clId="{B9AE2B71-EDD8-5CEA-A9B6-04399197A6CF}" dt="2026-07-08T04:50:41.768" v="20804" actId="164"/>
          <ac:picMkLst>
            <pc:docMk/>
            <pc:sldMk cId="1371219234" sldId="703"/>
            <ac:picMk id="9" creationId="{1811914F-5A86-4B07-8E77-7BFBBF0968A6}"/>
          </ac:picMkLst>
        </pc:picChg>
        <pc:picChg chg="add mod">
          <ac:chgData name="Aoi Seki" userId="3c72e6668d233292" providerId="LiveId" clId="{B9AE2B71-EDD8-5CEA-A9B6-04399197A6CF}" dt="2026-07-08T04:51:52.751" v="20848" actId="164"/>
          <ac:picMkLst>
            <pc:docMk/>
            <pc:sldMk cId="1371219234" sldId="703"/>
            <ac:picMk id="11" creationId="{82562D95-D582-7BBA-64D8-4EF340F43E1B}"/>
          </ac:picMkLst>
        </pc:picChg>
        <pc:picChg chg="add mod">
          <ac:chgData name="Aoi Seki" userId="3c72e6668d233292" providerId="LiveId" clId="{B9AE2B71-EDD8-5CEA-A9B6-04399197A6CF}" dt="2026-07-08T04:58:02.992" v="20915" actId="1038"/>
          <ac:picMkLst>
            <pc:docMk/>
            <pc:sldMk cId="1371219234" sldId="703"/>
            <ac:picMk id="13" creationId="{8B9F5736-900C-E45F-BCC2-4E797227CA3B}"/>
          </ac:picMkLst>
        </pc:picChg>
        <pc:picChg chg="add mod">
          <ac:chgData name="Aoi Seki" userId="3c72e6668d233292" providerId="LiveId" clId="{B9AE2B71-EDD8-5CEA-A9B6-04399197A6CF}" dt="2026-07-08T04:58:02.992" v="20915" actId="1038"/>
          <ac:picMkLst>
            <pc:docMk/>
            <pc:sldMk cId="1371219234" sldId="703"/>
            <ac:picMk id="15" creationId="{CEA145B3-F7A4-7265-C1AF-B6372D745D64}"/>
          </ac:picMkLst>
        </pc:picChg>
      </pc:sldChg>
      <pc:sldChg chg="addSp delSp modSp add mod modClrScheme chgLayout">
        <pc:chgData name="Aoi Seki" userId="3c72e6668d233292" providerId="LiveId" clId="{B9AE2B71-EDD8-5CEA-A9B6-04399197A6CF}" dt="2026-07-22T00:37:12.927" v="25807" actId="700"/>
        <pc:sldMkLst>
          <pc:docMk/>
          <pc:sldMk cId="2209131265" sldId="704"/>
        </pc:sldMkLst>
        <pc:spChg chg="mod">
          <ac:chgData name="Aoi Seki" userId="3c72e6668d233292" providerId="LiveId" clId="{B9AE2B71-EDD8-5CEA-A9B6-04399197A6CF}" dt="2026-07-08T02:06:16.801" v="20349" actId="20577"/>
          <ac:spMkLst>
            <pc:docMk/>
            <pc:sldMk cId="2209131265" sldId="704"/>
            <ac:spMk id="2" creationId="{F54C53AD-D90C-B875-E33F-173A282FF9C4}"/>
          </ac:spMkLst>
        </pc:spChg>
        <pc:spChg chg="add mod">
          <ac:chgData name="Aoi Seki" userId="3c72e6668d233292" providerId="LiveId" clId="{B9AE2B71-EDD8-5CEA-A9B6-04399197A6CF}" dt="2026-07-08T04:13:34.456" v="20501" actId="20577"/>
          <ac:spMkLst>
            <pc:docMk/>
            <pc:sldMk cId="2209131265" sldId="704"/>
            <ac:spMk id="3" creationId="{79BFB2C1-C3FD-DA89-0037-DEFAA282BCC0}"/>
          </ac:spMkLst>
        </pc:spChg>
        <pc:spChg chg="mod">
          <ac:chgData name="Aoi Seki" userId="3c72e6668d233292" providerId="LiveId" clId="{B9AE2B71-EDD8-5CEA-A9B6-04399197A6CF}" dt="2026-07-08T01:48:13.484" v="20244" actId="20577"/>
          <ac:spMkLst>
            <pc:docMk/>
            <pc:sldMk cId="2209131265" sldId="704"/>
            <ac:spMk id="5" creationId="{D3AAC304-31A3-523D-15EE-1305B9950AA1}"/>
          </ac:spMkLst>
        </pc:spChg>
        <pc:spChg chg="mod">
          <ac:chgData name="Aoi Seki" userId="3c72e6668d233292" providerId="LiveId" clId="{B9AE2B71-EDD8-5CEA-A9B6-04399197A6CF}" dt="2026-07-08T02:09:11.869" v="20378" actId="115"/>
          <ac:spMkLst>
            <pc:docMk/>
            <pc:sldMk cId="2209131265" sldId="704"/>
            <ac:spMk id="6" creationId="{3E835E4D-B141-4E55-97AC-620C9EC2CFD9}"/>
          </ac:spMkLst>
        </pc:spChg>
        <pc:spChg chg="mod">
          <ac:chgData name="Aoi Seki" userId="3c72e6668d233292" providerId="LiveId" clId="{B9AE2B71-EDD8-5CEA-A9B6-04399197A6CF}" dt="2026-07-08T02:09:16.435" v="20379" actId="115"/>
          <ac:spMkLst>
            <pc:docMk/>
            <pc:sldMk cId="2209131265" sldId="704"/>
            <ac:spMk id="13" creationId="{CC27169F-2A46-F2D6-6467-841C81A24C78}"/>
          </ac:spMkLst>
        </pc:spChg>
        <pc:spChg chg="mod">
          <ac:chgData name="Aoi Seki" userId="3c72e6668d233292" providerId="LiveId" clId="{B9AE2B71-EDD8-5CEA-A9B6-04399197A6CF}" dt="2026-07-08T02:06:37.019" v="20366" actId="1037"/>
          <ac:spMkLst>
            <pc:docMk/>
            <pc:sldMk cId="2209131265" sldId="704"/>
            <ac:spMk id="15" creationId="{0A103FCB-DDA8-F3EF-6ECC-8C61EDE6ABC4}"/>
          </ac:spMkLst>
        </pc:spChg>
        <pc:grpChg chg="add del mod">
          <ac:chgData name="Aoi Seki" userId="3c72e6668d233292" providerId="LiveId" clId="{B9AE2B71-EDD8-5CEA-A9B6-04399197A6CF}" dt="2026-07-08T04:21:10.835" v="20543" actId="167"/>
          <ac:grpSpMkLst>
            <pc:docMk/>
            <pc:sldMk cId="2209131265" sldId="704"/>
            <ac:grpSpMk id="7" creationId="{F2A5047F-0C1F-8196-00EC-B4EC66C3A4FE}"/>
          </ac:grpSpMkLst>
        </pc:grpChg>
        <pc:grpChg chg="mod">
          <ac:chgData name="Aoi Seki" userId="3c72e6668d233292" providerId="LiveId" clId="{B9AE2B71-EDD8-5CEA-A9B6-04399197A6CF}" dt="2026-07-08T02:07:29.411" v="20373" actId="164"/>
          <ac:grpSpMkLst>
            <pc:docMk/>
            <pc:sldMk cId="2209131265" sldId="704"/>
            <ac:grpSpMk id="14" creationId="{E4D0C02B-E5E4-E0B0-9897-A7E4FE1C54EF}"/>
          </ac:grpSpMkLst>
        </pc:grpChg>
        <pc:grpChg chg="add mod">
          <ac:chgData name="Aoi Seki" userId="3c72e6668d233292" providerId="LiveId" clId="{B9AE2B71-EDD8-5CEA-A9B6-04399197A6CF}" dt="2026-07-08T04:22:15.021" v="20550" actId="1076"/>
          <ac:grpSpMkLst>
            <pc:docMk/>
            <pc:sldMk cId="2209131265" sldId="704"/>
            <ac:grpSpMk id="62" creationId="{D90515F1-3688-AC6F-458B-6625CD5E0DB5}"/>
          </ac:grpSpMkLst>
        </pc:grpChg>
        <pc:picChg chg="add mod">
          <ac:chgData name="Aoi Seki" userId="3c72e6668d233292" providerId="LiveId" clId="{B9AE2B71-EDD8-5CEA-A9B6-04399197A6CF}" dt="2026-07-08T04:21:20.419" v="20545" actId="164"/>
          <ac:picMkLst>
            <pc:docMk/>
            <pc:sldMk cId="2209131265" sldId="704"/>
            <ac:picMk id="45" creationId="{66ED3FC5-9915-59BD-E59B-1F7A3D6D033C}"/>
          </ac:picMkLst>
        </pc:picChg>
        <pc:picChg chg="add mod">
          <ac:chgData name="Aoi Seki" userId="3c72e6668d233292" providerId="LiveId" clId="{B9AE2B71-EDD8-5CEA-A9B6-04399197A6CF}" dt="2026-07-08T04:22:10.854" v="20549" actId="1076"/>
          <ac:picMkLst>
            <pc:docMk/>
            <pc:sldMk cId="2209131265" sldId="704"/>
            <ac:picMk id="55" creationId="{A0F519A1-3478-5C0B-B296-51DCB7D2D3D3}"/>
          </ac:picMkLst>
        </pc:picChg>
      </pc:sldChg>
      <pc:sldChg chg="addSp delSp modSp add mod modClrScheme chgLayout">
        <pc:chgData name="Aoi Seki" userId="3c72e6668d233292" providerId="LiveId" clId="{B9AE2B71-EDD8-5CEA-A9B6-04399197A6CF}" dt="2026-07-22T00:37:17.629" v="25808" actId="700"/>
        <pc:sldMkLst>
          <pc:docMk/>
          <pc:sldMk cId="3582358552" sldId="705"/>
        </pc:sldMkLst>
        <pc:spChg chg="mod">
          <ac:chgData name="Aoi Seki" userId="3c72e6668d233292" providerId="LiveId" clId="{B9AE2B71-EDD8-5CEA-A9B6-04399197A6CF}" dt="2026-07-08T04:58:21.648" v="20927" actId="20577"/>
          <ac:spMkLst>
            <pc:docMk/>
            <pc:sldMk cId="3582358552" sldId="705"/>
            <ac:spMk id="2" creationId="{0E583A6B-932A-2BD9-D699-9F95A6861672}"/>
          </ac:spMkLst>
        </pc:spChg>
        <pc:spChg chg="mod">
          <ac:chgData name="Aoi Seki" userId="3c72e6668d233292" providerId="LiveId" clId="{B9AE2B71-EDD8-5CEA-A9B6-04399197A6CF}" dt="2026-07-08T05:09:54.857" v="20974" actId="115"/>
          <ac:spMkLst>
            <pc:docMk/>
            <pc:sldMk cId="3582358552" sldId="705"/>
            <ac:spMk id="12" creationId="{EAC149B2-4973-D750-F4C5-181C9BA018C8}"/>
          </ac:spMkLst>
        </pc:spChg>
        <pc:spChg chg="mod">
          <ac:chgData name="Aoi Seki" userId="3c72e6668d233292" providerId="LiveId" clId="{B9AE2B71-EDD8-5CEA-A9B6-04399197A6CF}" dt="2026-07-08T05:06:20.724" v="20946" actId="20577"/>
          <ac:spMkLst>
            <pc:docMk/>
            <pc:sldMk cId="3582358552" sldId="705"/>
            <ac:spMk id="15" creationId="{F243A779-54EE-CE19-90B0-2AD43BCFDD77}"/>
          </ac:spMkLst>
        </pc:spChg>
        <pc:spChg chg="mod">
          <ac:chgData name="Aoi Seki" userId="3c72e6668d233292" providerId="LiveId" clId="{B9AE2B71-EDD8-5CEA-A9B6-04399197A6CF}" dt="2026-07-08T05:08:02.218" v="20958" actId="20577"/>
          <ac:spMkLst>
            <pc:docMk/>
            <pc:sldMk cId="3582358552" sldId="705"/>
            <ac:spMk id="16" creationId="{EAD15332-46A0-8A1A-C364-9D75BE64F01E}"/>
          </ac:spMkLst>
        </pc:spChg>
        <pc:spChg chg="mod">
          <ac:chgData name="Aoi Seki" userId="3c72e6668d233292" providerId="LiveId" clId="{B9AE2B71-EDD8-5CEA-A9B6-04399197A6CF}" dt="2026-07-08T05:13:02.682" v="20976" actId="115"/>
          <ac:spMkLst>
            <pc:docMk/>
            <pc:sldMk cId="3582358552" sldId="705"/>
            <ac:spMk id="17" creationId="{B14D3ABB-A040-82CE-2185-577C5AB18D81}"/>
          </ac:spMkLst>
        </pc:spChg>
        <pc:spChg chg="mod">
          <ac:chgData name="Aoi Seki" userId="3c72e6668d233292" providerId="LiveId" clId="{B9AE2B71-EDD8-5CEA-A9B6-04399197A6CF}" dt="2026-07-08T05:07:30.191" v="20954"/>
          <ac:spMkLst>
            <pc:docMk/>
            <pc:sldMk cId="3582358552" sldId="705"/>
            <ac:spMk id="18" creationId="{1E5FCD48-D105-30E7-5EC2-759409B2EDCB}"/>
          </ac:spMkLst>
        </pc:spChg>
        <pc:grpChg chg="add mod">
          <ac:chgData name="Aoi Seki" userId="3c72e6668d233292" providerId="LiveId" clId="{B9AE2B71-EDD8-5CEA-A9B6-04399197A6CF}" dt="2026-07-08T05:07:30.191" v="20954"/>
          <ac:grpSpMkLst>
            <pc:docMk/>
            <pc:sldMk cId="3582358552" sldId="705"/>
            <ac:grpSpMk id="10" creationId="{0C7FE804-D198-8223-7BD2-D1CF95AB6E61}"/>
          </ac:grpSpMkLst>
        </pc:grpChg>
        <pc:grpChg chg="mod">
          <ac:chgData name="Aoi Seki" userId="3c72e6668d233292" providerId="LiveId" clId="{B9AE2B71-EDD8-5CEA-A9B6-04399197A6CF}" dt="2026-07-08T05:07:30.191" v="20954"/>
          <ac:grpSpMkLst>
            <pc:docMk/>
            <pc:sldMk cId="3582358552" sldId="705"/>
            <ac:grpSpMk id="11" creationId="{375647A1-904B-C78A-AF90-E3234EB37552}"/>
          </ac:grpSpMkLst>
        </pc:grpChg>
        <pc:grpChg chg="add mod">
          <ac:chgData name="Aoi Seki" userId="3c72e6668d233292" providerId="LiveId" clId="{B9AE2B71-EDD8-5CEA-A9B6-04399197A6CF}" dt="2026-07-08T05:09:34.067" v="20973"/>
          <ac:grpSpMkLst>
            <pc:docMk/>
            <pc:sldMk cId="3582358552" sldId="705"/>
            <ac:grpSpMk id="19" creationId="{36016931-6FE0-61E9-F467-18CC394E5A3A}"/>
          </ac:grpSpMkLst>
        </pc:grpChg>
        <pc:picChg chg="mod">
          <ac:chgData name="Aoi Seki" userId="3c72e6668d233292" providerId="LiveId" clId="{B9AE2B71-EDD8-5CEA-A9B6-04399197A6CF}" dt="2026-07-08T05:09:34.067" v="20973"/>
          <ac:picMkLst>
            <pc:docMk/>
            <pc:sldMk cId="3582358552" sldId="705"/>
            <ac:picMk id="20" creationId="{8DAA6293-CCF8-3E14-C1EF-8BCA97A57E22}"/>
          </ac:picMkLst>
        </pc:picChg>
        <pc:picChg chg="mod">
          <ac:chgData name="Aoi Seki" userId="3c72e6668d233292" providerId="LiveId" clId="{B9AE2B71-EDD8-5CEA-A9B6-04399197A6CF}" dt="2026-07-08T05:09:34.067" v="20973"/>
          <ac:picMkLst>
            <pc:docMk/>
            <pc:sldMk cId="3582358552" sldId="705"/>
            <ac:picMk id="21" creationId="{1ADDB173-ACF5-B6DA-3496-0159B9E0FAAB}"/>
          </ac:picMkLst>
        </pc:picChg>
      </pc:sldChg>
      <pc:sldChg chg="addSp delSp modSp add mod modClrScheme chgLayout">
        <pc:chgData name="Aoi Seki" userId="3c72e6668d233292" providerId="LiveId" clId="{B9AE2B71-EDD8-5CEA-A9B6-04399197A6CF}" dt="2026-07-22T00:37:24.018" v="25810" actId="700"/>
        <pc:sldMkLst>
          <pc:docMk/>
          <pc:sldMk cId="3985034753" sldId="706"/>
        </pc:sldMkLst>
        <pc:spChg chg="mod">
          <ac:chgData name="Aoi Seki" userId="3c72e6668d233292" providerId="LiveId" clId="{B9AE2B71-EDD8-5CEA-A9B6-04399197A6CF}" dt="2026-07-08T05:23:59.635" v="20984" actId="14100"/>
          <ac:spMkLst>
            <pc:docMk/>
            <pc:sldMk cId="3985034753" sldId="706"/>
            <ac:spMk id="19" creationId="{93FCDA0C-39F9-6C2A-FE12-779603C66843}"/>
          </ac:spMkLst>
        </pc:spChg>
        <pc:grpChg chg="add mod">
          <ac:chgData name="Aoi Seki" userId="3c72e6668d233292" providerId="LiveId" clId="{B9AE2B71-EDD8-5CEA-A9B6-04399197A6CF}" dt="2026-07-08T05:24:54.264" v="20993" actId="164"/>
          <ac:grpSpMkLst>
            <pc:docMk/>
            <pc:sldMk cId="3985034753" sldId="706"/>
            <ac:grpSpMk id="8" creationId="{03840DA4-4076-C156-F6EC-9E55E3908190}"/>
          </ac:grpSpMkLst>
        </pc:grpChg>
        <pc:grpChg chg="add mod">
          <ac:chgData name="Aoi Seki" userId="3c72e6668d233292" providerId="LiveId" clId="{B9AE2B71-EDD8-5CEA-A9B6-04399197A6CF}" dt="2026-07-08T05:25:38.827" v="21003" actId="164"/>
          <ac:grpSpMkLst>
            <pc:docMk/>
            <pc:sldMk cId="3985034753" sldId="706"/>
            <ac:grpSpMk id="14" creationId="{5373A3C0-DEC2-14E0-F1D3-AAE9270723C8}"/>
          </ac:grpSpMkLst>
        </pc:grpChg>
        <pc:grpChg chg="mod">
          <ac:chgData name="Aoi Seki" userId="3c72e6668d233292" providerId="LiveId" clId="{B9AE2B71-EDD8-5CEA-A9B6-04399197A6CF}" dt="2026-07-08T05:24:54.264" v="20993" actId="164"/>
          <ac:grpSpMkLst>
            <pc:docMk/>
            <pc:sldMk cId="3985034753" sldId="706"/>
            <ac:grpSpMk id="21" creationId="{64AE4BAC-2107-55E1-6354-A1F2BA2C83C7}"/>
          </ac:grpSpMkLst>
        </pc:grpChg>
        <pc:grpChg chg="mod">
          <ac:chgData name="Aoi Seki" userId="3c72e6668d233292" providerId="LiveId" clId="{B9AE2B71-EDD8-5CEA-A9B6-04399197A6CF}" dt="2026-07-08T05:25:38.827" v="21003" actId="164"/>
          <ac:grpSpMkLst>
            <pc:docMk/>
            <pc:sldMk cId="3985034753" sldId="706"/>
            <ac:grpSpMk id="25" creationId="{0A23E9BE-4048-7730-5A36-3C57DF3722C0}"/>
          </ac:grpSpMkLst>
        </pc:grpChg>
        <pc:picChg chg="add mod">
          <ac:chgData name="Aoi Seki" userId="3c72e6668d233292" providerId="LiveId" clId="{B9AE2B71-EDD8-5CEA-A9B6-04399197A6CF}" dt="2026-07-08T05:24:54.264" v="20993" actId="164"/>
          <ac:picMkLst>
            <pc:docMk/>
            <pc:sldMk cId="3985034753" sldId="706"/>
            <ac:picMk id="7" creationId="{C738256F-C963-0DEE-F9B3-1D2BFDA4F783}"/>
          </ac:picMkLst>
        </pc:picChg>
        <pc:picChg chg="add mod">
          <ac:chgData name="Aoi Seki" userId="3c72e6668d233292" providerId="LiveId" clId="{B9AE2B71-EDD8-5CEA-A9B6-04399197A6CF}" dt="2026-07-08T05:25:38.827" v="21003" actId="164"/>
          <ac:picMkLst>
            <pc:docMk/>
            <pc:sldMk cId="3985034753" sldId="706"/>
            <ac:picMk id="12" creationId="{EBC57856-E673-217F-1A17-45416EE36675}"/>
          </ac:picMkLst>
        </pc:picChg>
        <pc:picChg chg="add mod">
          <ac:chgData name="Aoi Seki" userId="3c72e6668d233292" providerId="LiveId" clId="{B9AE2B71-EDD8-5CEA-A9B6-04399197A6CF}" dt="2026-07-08T05:26:33.688" v="21019" actId="167"/>
          <ac:picMkLst>
            <pc:docMk/>
            <pc:sldMk cId="3985034753" sldId="706"/>
            <ac:picMk id="27" creationId="{2A847098-1F78-3B76-633F-2BCE647BBB05}"/>
          </ac:picMkLst>
        </pc:picChg>
        <pc:picChg chg="add mod">
          <ac:chgData name="Aoi Seki" userId="3c72e6668d233292" providerId="LiveId" clId="{B9AE2B71-EDD8-5CEA-A9B6-04399197A6CF}" dt="2026-07-08T05:26:52.355" v="21024" actId="167"/>
          <ac:picMkLst>
            <pc:docMk/>
            <pc:sldMk cId="3985034753" sldId="706"/>
            <ac:picMk id="29" creationId="{3A54BD22-2EB2-AE01-BC6D-BB0719D376D8}"/>
          </ac:picMkLst>
        </pc:picChg>
      </pc:sldChg>
      <pc:sldChg chg="addSp modSp new del mod">
        <pc:chgData name="Aoi Seki" userId="3c72e6668d233292" providerId="LiveId" clId="{B9AE2B71-EDD8-5CEA-A9B6-04399197A6CF}" dt="2026-07-22T00:37:27.979" v="25811" actId="2696"/>
        <pc:sldMkLst>
          <pc:docMk/>
          <pc:sldMk cId="3253177615" sldId="707"/>
        </pc:sldMkLst>
      </pc:sldChg>
      <pc:sldChg chg="addSp delSp modSp add mod modClrScheme chgLayout">
        <pc:chgData name="Aoi Seki" userId="3c72e6668d233292" providerId="LiveId" clId="{B9AE2B71-EDD8-5CEA-A9B6-04399197A6CF}" dt="2026-07-22T00:37:30.162" v="25812" actId="700"/>
        <pc:sldMkLst>
          <pc:docMk/>
          <pc:sldMk cId="2699308231" sldId="708"/>
        </pc:sldMkLst>
        <pc:picChg chg="add mod modCrop">
          <ac:chgData name="Aoi Seki" userId="3c72e6668d233292" providerId="LiveId" clId="{B9AE2B71-EDD8-5CEA-A9B6-04399197A6CF}" dt="2026-07-08T05:36:31.481" v="21136" actId="1038"/>
          <ac:picMkLst>
            <pc:docMk/>
            <pc:sldMk cId="2699308231" sldId="708"/>
            <ac:picMk id="8" creationId="{CD0B90C2-E2E6-1DC9-C553-85173F1FBDE7}"/>
          </ac:picMkLst>
        </pc:picChg>
        <pc:picChg chg="add mod">
          <ac:chgData name="Aoi Seki" userId="3c72e6668d233292" providerId="LiveId" clId="{B9AE2B71-EDD8-5CEA-A9B6-04399197A6CF}" dt="2026-07-08T05:36:27.809" v="21135" actId="1076"/>
          <ac:picMkLst>
            <pc:docMk/>
            <pc:sldMk cId="2699308231" sldId="708"/>
            <ac:picMk id="9" creationId="{424049DA-835F-57CC-82D1-8C94A490DB5C}"/>
          </ac:picMkLst>
        </pc:picChg>
      </pc:sldChg>
      <pc:sldChg chg="addSp delSp modSp new del mod">
        <pc:chgData name="Aoi Seki" userId="3c72e6668d233292" providerId="LiveId" clId="{B9AE2B71-EDD8-5CEA-A9B6-04399197A6CF}" dt="2026-07-22T00:37:33.263" v="25813" actId="2696"/>
        <pc:sldMkLst>
          <pc:docMk/>
          <pc:sldMk cId="667605537" sldId="709"/>
        </pc:sldMkLst>
      </pc:sldChg>
      <pc:sldChg chg="addSp delSp modSp add del mod modClrScheme chgLayout">
        <pc:chgData name="Aoi Seki" userId="3c72e6668d233292" providerId="LiveId" clId="{B9AE2B71-EDD8-5CEA-A9B6-04399197A6CF}" dt="2026-07-22T00:37:33.575" v="25814" actId="2696"/>
        <pc:sldMkLst>
          <pc:docMk/>
          <pc:sldMk cId="1188720854" sldId="710"/>
        </pc:sldMkLst>
      </pc:sldChg>
      <pc:sldChg chg="modSp add mod">
        <pc:chgData name="Aoi Seki" userId="3c72e6668d233292" providerId="LiveId" clId="{B9AE2B71-EDD8-5CEA-A9B6-04399197A6CF}" dt="2026-07-22T02:10:26.027" v="25817" actId="20577"/>
        <pc:sldMkLst>
          <pc:docMk/>
          <pc:sldMk cId="1472620799" sldId="712"/>
        </pc:sldMkLst>
        <pc:spChg chg="mod">
          <ac:chgData name="Aoi Seki" userId="3c72e6668d233292" providerId="LiveId" clId="{B9AE2B71-EDD8-5CEA-A9B6-04399197A6CF}" dt="2026-07-21T11:43:07.978" v="22916" actId="255"/>
          <ac:spMkLst>
            <pc:docMk/>
            <pc:sldMk cId="1472620799" sldId="712"/>
            <ac:spMk id="3" creationId="{9129834F-A069-05CF-8871-7B56CA6D1122}"/>
          </ac:spMkLst>
        </pc:spChg>
        <pc:spChg chg="mod">
          <ac:chgData name="Aoi Seki" userId="3c72e6668d233292" providerId="LiveId" clId="{B9AE2B71-EDD8-5CEA-A9B6-04399197A6CF}" dt="2026-07-22T02:10:26.027" v="25817" actId="20577"/>
          <ac:spMkLst>
            <pc:docMk/>
            <pc:sldMk cId="1472620799" sldId="712"/>
            <ac:spMk id="7" creationId="{2DDE7B74-A580-551D-2DA4-EA1995AB2CE6}"/>
          </ac:spMkLst>
        </pc:spChg>
        <pc:grpChg chg="mod">
          <ac:chgData name="Aoi Seki" userId="3c72e6668d233292" providerId="LiveId" clId="{B9AE2B71-EDD8-5CEA-A9B6-04399197A6CF}" dt="2026-07-21T11:43:15.889" v="22917" actId="1036"/>
          <ac:grpSpMkLst>
            <pc:docMk/>
            <pc:sldMk cId="1472620799" sldId="712"/>
            <ac:grpSpMk id="9" creationId="{E16B0EE2-7444-CBB1-E9DD-2E23DCA5BF4D}"/>
          </ac:grpSpMkLst>
        </pc:grpChg>
      </pc:sldChg>
      <pc:sldChg chg="addSp delSp modSp add mod">
        <pc:chgData name="Aoi Seki" userId="3c72e6668d233292" providerId="LiveId" clId="{B9AE2B71-EDD8-5CEA-A9B6-04399197A6CF}" dt="2026-07-22T02:11:21.470" v="25818" actId="947"/>
        <pc:sldMkLst>
          <pc:docMk/>
          <pc:sldMk cId="3232285701" sldId="713"/>
        </pc:sldMkLst>
        <pc:spChg chg="mod">
          <ac:chgData name="Aoi Seki" userId="3c72e6668d233292" providerId="LiveId" clId="{B9AE2B71-EDD8-5CEA-A9B6-04399197A6CF}" dt="2026-07-21T04:37:48.836" v="22910" actId="14100"/>
          <ac:spMkLst>
            <pc:docMk/>
            <pc:sldMk cId="3232285701" sldId="713"/>
            <ac:spMk id="5" creationId="{BB1CDE7E-CFB8-A199-BCE1-D8CA739F1592}"/>
          </ac:spMkLst>
        </pc:spChg>
        <pc:spChg chg="mod">
          <ac:chgData name="Aoi Seki" userId="3c72e6668d233292" providerId="LiveId" clId="{B9AE2B71-EDD8-5CEA-A9B6-04399197A6CF}" dt="2026-07-21T15:56:31.891" v="24749" actId="947"/>
          <ac:spMkLst>
            <pc:docMk/>
            <pc:sldMk cId="3232285701" sldId="713"/>
            <ac:spMk id="6" creationId="{3086408A-DF88-F3ED-2BD7-52BBE5DBC0AE}"/>
          </ac:spMkLst>
        </pc:spChg>
        <pc:spChg chg="mod">
          <ac:chgData name="Aoi Seki" userId="3c72e6668d233292" providerId="LiveId" clId="{B9AE2B71-EDD8-5CEA-A9B6-04399197A6CF}" dt="2026-07-21T04:37:48.836" v="22910" actId="14100"/>
          <ac:spMkLst>
            <pc:docMk/>
            <pc:sldMk cId="3232285701" sldId="713"/>
            <ac:spMk id="8" creationId="{D81522CA-A8EA-841F-C2A9-8DA1D5986431}"/>
          </ac:spMkLst>
        </pc:spChg>
        <pc:spChg chg="mod">
          <ac:chgData name="Aoi Seki" userId="3c72e6668d233292" providerId="LiveId" clId="{B9AE2B71-EDD8-5CEA-A9B6-04399197A6CF}" dt="2026-07-22T02:11:21.470" v="25818" actId="947"/>
          <ac:spMkLst>
            <pc:docMk/>
            <pc:sldMk cId="3232285701" sldId="713"/>
            <ac:spMk id="13" creationId="{6EDD3DAE-9433-2950-1F75-030FEE90AFFC}"/>
          </ac:spMkLst>
        </pc:spChg>
        <pc:grpChg chg="add mod">
          <ac:chgData name="Aoi Seki" userId="3c72e6668d233292" providerId="LiveId" clId="{B9AE2B71-EDD8-5CEA-A9B6-04399197A6CF}" dt="2026-07-21T23:49:47.994" v="25019"/>
          <ac:grpSpMkLst>
            <pc:docMk/>
            <pc:sldMk cId="3232285701" sldId="713"/>
            <ac:grpSpMk id="2" creationId="{5182833B-3DE3-70B0-E905-10FCE2FF37FE}"/>
          </ac:grpSpMkLst>
        </pc:grpChg>
        <pc:grpChg chg="add mod">
          <ac:chgData name="Aoi Seki" userId="3c72e6668d233292" providerId="LiveId" clId="{B9AE2B71-EDD8-5CEA-A9B6-04399197A6CF}" dt="2026-07-21T23:49:54.281" v="25021"/>
          <ac:grpSpMkLst>
            <pc:docMk/>
            <pc:sldMk cId="3232285701" sldId="713"/>
            <ac:grpSpMk id="12" creationId="{CAF20D52-D380-7D5C-5D26-BB4F3423EBCC}"/>
          </ac:grpSpMkLst>
        </pc:grpChg>
        <pc:grpChg chg="mod">
          <ac:chgData name="Aoi Seki" userId="3c72e6668d233292" providerId="LiveId" clId="{B9AE2B71-EDD8-5CEA-A9B6-04399197A6CF}" dt="2026-07-21T23:50:45.765" v="25034" actId="1035"/>
          <ac:grpSpMkLst>
            <pc:docMk/>
            <pc:sldMk cId="3232285701" sldId="713"/>
            <ac:grpSpMk id="14" creationId="{AC4F92C8-CE12-DE27-E8F9-3764CB9DB0C5}"/>
          </ac:grpSpMkLst>
        </pc:grpChg>
        <pc:grpChg chg="del">
          <ac:chgData name="Aoi Seki" userId="3c72e6668d233292" providerId="LiveId" clId="{B9AE2B71-EDD8-5CEA-A9B6-04399197A6CF}" dt="2026-07-21T23:49:53.937" v="25020" actId="478"/>
          <ac:grpSpMkLst>
            <pc:docMk/>
            <pc:sldMk cId="3232285701" sldId="713"/>
            <ac:grpSpMk id="17" creationId="{A1D2D0AB-4BA0-3632-E859-01E7C344BB4B}"/>
          </ac:grpSpMkLst>
        </pc:grpChg>
        <pc:picChg chg="mod">
          <ac:chgData name="Aoi Seki" userId="3c72e6668d233292" providerId="LiveId" clId="{B9AE2B71-EDD8-5CEA-A9B6-04399197A6CF}" dt="2026-07-21T23:49:47.994" v="25019"/>
          <ac:picMkLst>
            <pc:docMk/>
            <pc:sldMk cId="3232285701" sldId="713"/>
            <ac:picMk id="3" creationId="{1C2CF271-1AFC-B39F-E0A5-49BC500E0F84}"/>
          </ac:picMkLst>
        </pc:picChg>
        <pc:picChg chg="mod">
          <ac:chgData name="Aoi Seki" userId="3c72e6668d233292" providerId="LiveId" clId="{B9AE2B71-EDD8-5CEA-A9B6-04399197A6CF}" dt="2026-07-21T23:49:47.994" v="25019"/>
          <ac:picMkLst>
            <pc:docMk/>
            <pc:sldMk cId="3232285701" sldId="713"/>
            <ac:picMk id="10" creationId="{9469797E-8A73-F5F9-7005-E08AB5D66DC2}"/>
          </ac:picMkLst>
        </pc:picChg>
        <pc:picChg chg="mod">
          <ac:chgData name="Aoi Seki" userId="3c72e6668d233292" providerId="LiveId" clId="{B9AE2B71-EDD8-5CEA-A9B6-04399197A6CF}" dt="2026-07-21T23:49:54.281" v="25021"/>
          <ac:picMkLst>
            <pc:docMk/>
            <pc:sldMk cId="3232285701" sldId="713"/>
            <ac:picMk id="18" creationId="{E83AC2A1-7FB0-04B7-1AEE-238F32409CF6}"/>
          </ac:picMkLst>
        </pc:picChg>
        <pc:picChg chg="mod">
          <ac:chgData name="Aoi Seki" userId="3c72e6668d233292" providerId="LiveId" clId="{B9AE2B71-EDD8-5CEA-A9B6-04399197A6CF}" dt="2026-07-21T23:49:54.281" v="25021"/>
          <ac:picMkLst>
            <pc:docMk/>
            <pc:sldMk cId="3232285701" sldId="713"/>
            <ac:picMk id="19" creationId="{AB3575B3-0ABA-F6E2-1AF5-F449796BC93B}"/>
          </ac:picMkLst>
        </pc:picChg>
      </pc:sldChg>
      <pc:sldChg chg="addSp delSp modSp add mod modNotesTx">
        <pc:chgData name="Aoi Seki" userId="3c72e6668d233292" providerId="LiveId" clId="{B9AE2B71-EDD8-5CEA-A9B6-04399197A6CF}" dt="2026-07-22T02:14:41.249" v="25822" actId="1037"/>
        <pc:sldMkLst>
          <pc:docMk/>
          <pc:sldMk cId="1358966459" sldId="714"/>
        </pc:sldMkLst>
        <pc:spChg chg="mod">
          <ac:chgData name="Aoi Seki" userId="3c72e6668d233292" providerId="LiveId" clId="{B9AE2B71-EDD8-5CEA-A9B6-04399197A6CF}" dt="2026-07-21T03:56:59.717" v="22220"/>
          <ac:spMkLst>
            <pc:docMk/>
            <pc:sldMk cId="1358966459" sldId="714"/>
            <ac:spMk id="9" creationId="{8FBCA6E2-FF2E-B3F0-ECA1-462A9261D82C}"/>
          </ac:spMkLst>
        </pc:spChg>
        <pc:spChg chg="mod">
          <ac:chgData name="Aoi Seki" userId="3c72e6668d233292" providerId="LiveId" clId="{B9AE2B71-EDD8-5CEA-A9B6-04399197A6CF}" dt="2026-07-21T03:56:59.717" v="22220"/>
          <ac:spMkLst>
            <pc:docMk/>
            <pc:sldMk cId="1358966459" sldId="714"/>
            <ac:spMk id="11" creationId="{862E0883-5396-3751-C259-B08A2BED23E6}"/>
          </ac:spMkLst>
        </pc:spChg>
        <pc:spChg chg="mod">
          <ac:chgData name="Aoi Seki" userId="3c72e6668d233292" providerId="LiveId" clId="{B9AE2B71-EDD8-5CEA-A9B6-04399197A6CF}" dt="2026-07-21T03:56:59.717" v="22220"/>
          <ac:spMkLst>
            <pc:docMk/>
            <pc:sldMk cId="1358966459" sldId="714"/>
            <ac:spMk id="12" creationId="{F5BA5509-77B9-2070-1EE3-E3E91D347313}"/>
          </ac:spMkLst>
        </pc:spChg>
        <pc:spChg chg="mod">
          <ac:chgData name="Aoi Seki" userId="3c72e6668d233292" providerId="LiveId" clId="{B9AE2B71-EDD8-5CEA-A9B6-04399197A6CF}" dt="2026-07-21T03:56:59.717" v="22220"/>
          <ac:spMkLst>
            <pc:docMk/>
            <pc:sldMk cId="1358966459" sldId="714"/>
            <ac:spMk id="13" creationId="{EC189FB0-5068-25F6-6CC6-F736A8A2E3B1}"/>
          </ac:spMkLst>
        </pc:spChg>
        <pc:spChg chg="add del mod">
          <ac:chgData name="Aoi Seki" userId="3c72e6668d233292" providerId="LiveId" clId="{B9AE2B71-EDD8-5CEA-A9B6-04399197A6CF}" dt="2026-07-21T03:57:19.412" v="22225" actId="478"/>
          <ac:spMkLst>
            <pc:docMk/>
            <pc:sldMk cId="1358966459" sldId="714"/>
            <ac:spMk id="14" creationId="{5598921F-3996-8341-B910-6E5DE60602EB}"/>
          </ac:spMkLst>
        </pc:spChg>
        <pc:spChg chg="add mod">
          <ac:chgData name="Aoi Seki" userId="3c72e6668d233292" providerId="LiveId" clId="{B9AE2B71-EDD8-5CEA-A9B6-04399197A6CF}" dt="2026-07-21T04:00:59.842" v="22285" actId="164"/>
          <ac:spMkLst>
            <pc:docMk/>
            <pc:sldMk cId="1358966459" sldId="714"/>
            <ac:spMk id="15" creationId="{E27AE461-F94B-9FB8-9DA3-5F0A5535CD35}"/>
          </ac:spMkLst>
        </pc:spChg>
        <pc:spChg chg="add mod">
          <ac:chgData name="Aoi Seki" userId="3c72e6668d233292" providerId="LiveId" clId="{B9AE2B71-EDD8-5CEA-A9B6-04399197A6CF}" dt="2026-07-21T14:52:46.719" v="23562" actId="948"/>
          <ac:spMkLst>
            <pc:docMk/>
            <pc:sldMk cId="1358966459" sldId="714"/>
            <ac:spMk id="16" creationId="{197A9891-0625-1963-6956-90FAD90C929F}"/>
          </ac:spMkLst>
        </pc:spChg>
        <pc:spChg chg="mod">
          <ac:chgData name="Aoi Seki" userId="3c72e6668d233292" providerId="LiveId" clId="{B9AE2B71-EDD8-5CEA-A9B6-04399197A6CF}" dt="2026-07-21T16:03:20.857" v="24781" actId="1036"/>
          <ac:spMkLst>
            <pc:docMk/>
            <pc:sldMk cId="1358966459" sldId="714"/>
            <ac:spMk id="19" creationId="{27C1A1CF-D5A0-5C70-EB02-74F82A29231C}"/>
          </ac:spMkLst>
        </pc:spChg>
        <pc:spChg chg="add del mod">
          <ac:chgData name="Aoi Seki" userId="3c72e6668d233292" providerId="LiveId" clId="{B9AE2B71-EDD8-5CEA-A9B6-04399197A6CF}" dt="2026-07-21T04:03:41.604" v="22292" actId="22"/>
          <ac:spMkLst>
            <pc:docMk/>
            <pc:sldMk cId="1358966459" sldId="714"/>
            <ac:spMk id="20" creationId="{EF270493-14A1-510E-CA9F-F0ACAF68DEA8}"/>
          </ac:spMkLst>
        </pc:spChg>
        <pc:spChg chg="add del mod">
          <ac:chgData name="Aoi Seki" userId="3c72e6668d233292" providerId="LiveId" clId="{B9AE2B71-EDD8-5CEA-A9B6-04399197A6CF}" dt="2026-07-21T04:05:52.729" v="22300" actId="478"/>
          <ac:spMkLst>
            <pc:docMk/>
            <pc:sldMk cId="1358966459" sldId="714"/>
            <ac:spMk id="22" creationId="{C196D878-1EF9-E645-2AB8-E2CA3F31A25D}"/>
          </ac:spMkLst>
        </pc:spChg>
        <pc:spChg chg="add mod">
          <ac:chgData name="Aoi Seki" userId="3c72e6668d233292" providerId="LiveId" clId="{B9AE2B71-EDD8-5CEA-A9B6-04399197A6CF}" dt="2026-07-21T04:20:55.368" v="22716" actId="1037"/>
          <ac:spMkLst>
            <pc:docMk/>
            <pc:sldMk cId="1358966459" sldId="714"/>
            <ac:spMk id="25" creationId="{62DBE6C4-71D5-AB9F-FFA3-1DF8B0210BEE}"/>
          </ac:spMkLst>
        </pc:spChg>
        <pc:spChg chg="add mod">
          <ac:chgData name="Aoi Seki" userId="3c72e6668d233292" providerId="LiveId" clId="{B9AE2B71-EDD8-5CEA-A9B6-04399197A6CF}" dt="2026-07-21T04:17:39.659" v="22539" actId="2711"/>
          <ac:spMkLst>
            <pc:docMk/>
            <pc:sldMk cId="1358966459" sldId="714"/>
            <ac:spMk id="26" creationId="{83F2F230-2618-A9C7-E570-8755F265186A}"/>
          </ac:spMkLst>
        </pc:spChg>
        <pc:spChg chg="add mod">
          <ac:chgData name="Aoi Seki" userId="3c72e6668d233292" providerId="LiveId" clId="{B9AE2B71-EDD8-5CEA-A9B6-04399197A6CF}" dt="2026-07-21T04:31:49.078" v="22874" actId="1036"/>
          <ac:spMkLst>
            <pc:docMk/>
            <pc:sldMk cId="1358966459" sldId="714"/>
            <ac:spMk id="28" creationId="{7A2131CC-C0E2-C5CB-D2B6-299E3A53B2D2}"/>
          </ac:spMkLst>
        </pc:spChg>
        <pc:spChg chg="add del mod">
          <ac:chgData name="Aoi Seki" userId="3c72e6668d233292" providerId="LiveId" clId="{B9AE2B71-EDD8-5CEA-A9B6-04399197A6CF}" dt="2026-07-21T04:19:54.283" v="22677" actId="478"/>
          <ac:spMkLst>
            <pc:docMk/>
            <pc:sldMk cId="1358966459" sldId="714"/>
            <ac:spMk id="29" creationId="{52A07EE1-D6BD-2A0E-4110-12F888EA4543}"/>
          </ac:spMkLst>
        </pc:spChg>
        <pc:spChg chg="del mod">
          <ac:chgData name="Aoi Seki" userId="3c72e6668d233292" providerId="LiveId" clId="{B9AE2B71-EDD8-5CEA-A9B6-04399197A6CF}" dt="2026-07-21T04:25:34.597" v="22783" actId="478"/>
          <ac:spMkLst>
            <pc:docMk/>
            <pc:sldMk cId="1358966459" sldId="714"/>
            <ac:spMk id="35" creationId="{4F99FE16-3EBE-DB4D-ED20-FC89C6F559EC}"/>
          </ac:spMkLst>
        </pc:spChg>
        <pc:spChg chg="del mod">
          <ac:chgData name="Aoi Seki" userId="3c72e6668d233292" providerId="LiveId" clId="{B9AE2B71-EDD8-5CEA-A9B6-04399197A6CF}" dt="2026-07-21T04:25:34.597" v="22783" actId="478"/>
          <ac:spMkLst>
            <pc:docMk/>
            <pc:sldMk cId="1358966459" sldId="714"/>
            <ac:spMk id="37" creationId="{D9244A3E-8D4B-2F1D-DF5F-903C4EAC8CA5}"/>
          </ac:spMkLst>
        </pc:spChg>
        <pc:spChg chg="mod">
          <ac:chgData name="Aoi Seki" userId="3c72e6668d233292" providerId="LiveId" clId="{B9AE2B71-EDD8-5CEA-A9B6-04399197A6CF}" dt="2026-07-21T15:56:08.404" v="24748" actId="947"/>
          <ac:spMkLst>
            <pc:docMk/>
            <pc:sldMk cId="1358966459" sldId="714"/>
            <ac:spMk id="39" creationId="{7D30F17D-5644-E600-3E96-48E252F7F03B}"/>
          </ac:spMkLst>
        </pc:spChg>
        <pc:spChg chg="add mod">
          <ac:chgData name="Aoi Seki" userId="3c72e6668d233292" providerId="LiveId" clId="{B9AE2B71-EDD8-5CEA-A9B6-04399197A6CF}" dt="2026-07-21T04:26:43.616" v="22829" actId="164"/>
          <ac:spMkLst>
            <pc:docMk/>
            <pc:sldMk cId="1358966459" sldId="714"/>
            <ac:spMk id="41" creationId="{B2EDB027-F2EC-7308-FDD1-2D6A8B9069F1}"/>
          </ac:spMkLst>
        </pc:spChg>
        <pc:spChg chg="add mod">
          <ac:chgData name="Aoi Seki" userId="3c72e6668d233292" providerId="LiveId" clId="{B9AE2B71-EDD8-5CEA-A9B6-04399197A6CF}" dt="2026-07-21T04:26:43.616" v="22829" actId="164"/>
          <ac:spMkLst>
            <pc:docMk/>
            <pc:sldMk cId="1358966459" sldId="714"/>
            <ac:spMk id="43" creationId="{79492A7A-D966-E981-132D-E9F317641E5C}"/>
          </ac:spMkLst>
        </pc:spChg>
        <pc:spChg chg="add mod">
          <ac:chgData name="Aoi Seki" userId="3c72e6668d233292" providerId="LiveId" clId="{B9AE2B71-EDD8-5CEA-A9B6-04399197A6CF}" dt="2026-07-21T04:26:43.616" v="22829" actId="164"/>
          <ac:spMkLst>
            <pc:docMk/>
            <pc:sldMk cId="1358966459" sldId="714"/>
            <ac:spMk id="44" creationId="{72EFA17E-C0E0-40C0-79C9-9F06FC42C350}"/>
          </ac:spMkLst>
        </pc:spChg>
        <pc:spChg chg="add mod">
          <ac:chgData name="Aoi Seki" userId="3c72e6668d233292" providerId="LiveId" clId="{B9AE2B71-EDD8-5CEA-A9B6-04399197A6CF}" dt="2026-07-21T04:26:43.616" v="22829" actId="164"/>
          <ac:spMkLst>
            <pc:docMk/>
            <pc:sldMk cId="1358966459" sldId="714"/>
            <ac:spMk id="45" creationId="{80F48A43-C704-7775-D97C-D39A74113129}"/>
          </ac:spMkLst>
        </pc:spChg>
        <pc:grpChg chg="add del mod">
          <ac:chgData name="Aoi Seki" userId="3c72e6668d233292" providerId="LiveId" clId="{B9AE2B71-EDD8-5CEA-A9B6-04399197A6CF}" dt="2026-07-21T04:26:34.005" v="22828" actId="478"/>
          <ac:grpSpMkLst>
            <pc:docMk/>
            <pc:sldMk cId="1358966459" sldId="714"/>
            <ac:grpSpMk id="2" creationId="{212775DF-7EAA-E302-F097-4548F1AAA0F9}"/>
          </ac:grpSpMkLst>
        </pc:grpChg>
        <pc:grpChg chg="add mod">
          <ac:chgData name="Aoi Seki" userId="3c72e6668d233292" providerId="LiveId" clId="{B9AE2B71-EDD8-5CEA-A9B6-04399197A6CF}" dt="2026-07-22T02:14:41.249" v="25822" actId="1037"/>
          <ac:grpSpMkLst>
            <pc:docMk/>
            <pc:sldMk cId="1358966459" sldId="714"/>
            <ac:grpSpMk id="17" creationId="{A12CABBC-C3B7-9085-AD0D-DD2155F19995}"/>
          </ac:grpSpMkLst>
        </pc:grpChg>
        <pc:grpChg chg="add mod">
          <ac:chgData name="Aoi Seki" userId="3c72e6668d233292" providerId="LiveId" clId="{B9AE2B71-EDD8-5CEA-A9B6-04399197A6CF}" dt="2026-07-21T04:20:04.120" v="22680" actId="164"/>
          <ac:grpSpMkLst>
            <pc:docMk/>
            <pc:sldMk cId="1358966459" sldId="714"/>
            <ac:grpSpMk id="27" creationId="{F0F492C0-1711-F39C-E7FC-A7CFE389AA64}"/>
          </ac:grpSpMkLst>
        </pc:grpChg>
        <pc:grpChg chg="add mod">
          <ac:chgData name="Aoi Seki" userId="3c72e6668d233292" providerId="LiveId" clId="{B9AE2B71-EDD8-5CEA-A9B6-04399197A6CF}" dt="2026-07-21T14:51:15.773" v="23509" actId="1036"/>
          <ac:grpSpMkLst>
            <pc:docMk/>
            <pc:sldMk cId="1358966459" sldId="714"/>
            <ac:grpSpMk id="30" creationId="{3BEEA22B-FB9B-C115-A1A3-5F1B20E75425}"/>
          </ac:grpSpMkLst>
        </pc:grpChg>
        <pc:grpChg chg="add del mod">
          <ac:chgData name="Aoi Seki" userId="3c72e6668d233292" providerId="LiveId" clId="{B9AE2B71-EDD8-5CEA-A9B6-04399197A6CF}" dt="2026-07-21T04:25:34.597" v="22783" actId="478"/>
          <ac:grpSpMkLst>
            <pc:docMk/>
            <pc:sldMk cId="1358966459" sldId="714"/>
            <ac:grpSpMk id="31" creationId="{71F0AB29-3ABD-F550-3834-CCAB835C3357}"/>
          </ac:grpSpMkLst>
        </pc:grpChg>
        <pc:grpChg chg="del">
          <ac:chgData name="Aoi Seki" userId="3c72e6668d233292" providerId="LiveId" clId="{B9AE2B71-EDD8-5CEA-A9B6-04399197A6CF}" dt="2026-07-21T03:56:59.230" v="22219" actId="478"/>
          <ac:grpSpMkLst>
            <pc:docMk/>
            <pc:sldMk cId="1358966459" sldId="714"/>
            <ac:grpSpMk id="34" creationId="{46D633B8-1FF9-61AB-7D43-76016C56E5FC}"/>
          </ac:grpSpMkLst>
        </pc:grpChg>
        <pc:grpChg chg="add mod">
          <ac:chgData name="Aoi Seki" userId="3c72e6668d233292" providerId="LiveId" clId="{B9AE2B71-EDD8-5CEA-A9B6-04399197A6CF}" dt="2026-07-21T04:26:54.621" v="22830" actId="1076"/>
          <ac:grpSpMkLst>
            <pc:docMk/>
            <pc:sldMk cId="1358966459" sldId="714"/>
            <ac:grpSpMk id="46" creationId="{365FB076-FAA2-AB50-82D5-4E1AD2424BD2}"/>
          </ac:grpSpMkLst>
        </pc:grpChg>
        <pc:picChg chg="mod">
          <ac:chgData name="Aoi Seki" userId="3c72e6668d233292" providerId="LiveId" clId="{B9AE2B71-EDD8-5CEA-A9B6-04399197A6CF}" dt="2026-07-21T03:56:59.717" v="22220"/>
          <ac:picMkLst>
            <pc:docMk/>
            <pc:sldMk cId="1358966459" sldId="714"/>
            <ac:picMk id="3" creationId="{09E3156E-B927-36BB-037D-707F6002A474}"/>
          </ac:picMkLst>
        </pc:picChg>
        <pc:picChg chg="mod">
          <ac:chgData name="Aoi Seki" userId="3c72e6668d233292" providerId="LiveId" clId="{B9AE2B71-EDD8-5CEA-A9B6-04399197A6CF}" dt="2026-07-21T03:56:59.717" v="22220"/>
          <ac:picMkLst>
            <pc:docMk/>
            <pc:sldMk cId="1358966459" sldId="714"/>
            <ac:picMk id="8" creationId="{02EF3D00-C9BC-CC62-F022-A6608850BBB0}"/>
          </ac:picMkLst>
        </pc:picChg>
        <pc:picChg chg="mod">
          <ac:chgData name="Aoi Seki" userId="3c72e6668d233292" providerId="LiveId" clId="{B9AE2B71-EDD8-5CEA-A9B6-04399197A6CF}" dt="2026-07-21T03:56:59.717" v="22220"/>
          <ac:picMkLst>
            <pc:docMk/>
            <pc:sldMk cId="1358966459" sldId="714"/>
            <ac:picMk id="10" creationId="{7E0AA73E-B1D9-3423-EB3A-A39AE978B291}"/>
          </ac:picMkLst>
        </pc:picChg>
        <pc:picChg chg="mod topLvl">
          <ac:chgData name="Aoi Seki" userId="3c72e6668d233292" providerId="LiveId" clId="{B9AE2B71-EDD8-5CEA-A9B6-04399197A6CF}" dt="2026-07-21T04:26:43.616" v="22829" actId="164"/>
          <ac:picMkLst>
            <pc:docMk/>
            <pc:sldMk cId="1358966459" sldId="714"/>
            <ac:picMk id="32" creationId="{D56885D0-D995-42CB-47D1-919EE69E2A1A}"/>
          </ac:picMkLst>
        </pc:picChg>
        <pc:picChg chg="del mod topLvl">
          <ac:chgData name="Aoi Seki" userId="3c72e6668d233292" providerId="LiveId" clId="{B9AE2B71-EDD8-5CEA-A9B6-04399197A6CF}" dt="2026-07-21T04:25:34.597" v="22783" actId="478"/>
          <ac:picMkLst>
            <pc:docMk/>
            <pc:sldMk cId="1358966459" sldId="714"/>
            <ac:picMk id="33" creationId="{D91A00D7-8001-A2E7-036A-3552D18A4F62}"/>
          </ac:picMkLst>
        </pc:picChg>
        <pc:picChg chg="del mod">
          <ac:chgData name="Aoi Seki" userId="3c72e6668d233292" providerId="LiveId" clId="{B9AE2B71-EDD8-5CEA-A9B6-04399197A6CF}" dt="2026-07-21T04:25:34.597" v="22783" actId="478"/>
          <ac:picMkLst>
            <pc:docMk/>
            <pc:sldMk cId="1358966459" sldId="714"/>
            <ac:picMk id="36" creationId="{DB99C401-3D37-E6AA-FB86-8176A71E0216}"/>
          </ac:picMkLst>
        </pc:picChg>
        <pc:picChg chg="mod">
          <ac:chgData name="Aoi Seki" userId="3c72e6668d233292" providerId="LiveId" clId="{B9AE2B71-EDD8-5CEA-A9B6-04399197A6CF}" dt="2026-07-21T04:00:59.842" v="22285" actId="164"/>
          <ac:picMkLst>
            <pc:docMk/>
            <pc:sldMk cId="1358966459" sldId="714"/>
            <ac:picMk id="38" creationId="{28C54EA5-14E9-5CF6-D9E2-3A9FC42D3689}"/>
          </ac:picMkLst>
        </pc:picChg>
        <pc:picChg chg="add mod">
          <ac:chgData name="Aoi Seki" userId="3c72e6668d233292" providerId="LiveId" clId="{B9AE2B71-EDD8-5CEA-A9B6-04399197A6CF}" dt="2026-07-21T04:26:43.616" v="22829" actId="164"/>
          <ac:picMkLst>
            <pc:docMk/>
            <pc:sldMk cId="1358966459" sldId="714"/>
            <ac:picMk id="40" creationId="{75A07C69-CC24-69A6-5B86-435EA7B208AB}"/>
          </ac:picMkLst>
        </pc:picChg>
        <pc:picChg chg="add mod">
          <ac:chgData name="Aoi Seki" userId="3c72e6668d233292" providerId="LiveId" clId="{B9AE2B71-EDD8-5CEA-A9B6-04399197A6CF}" dt="2026-07-21T04:26:43.616" v="22829" actId="164"/>
          <ac:picMkLst>
            <pc:docMk/>
            <pc:sldMk cId="1358966459" sldId="714"/>
            <ac:picMk id="42" creationId="{3CA806EC-A941-C7BC-913A-990DEA083DD7}"/>
          </ac:picMkLst>
        </pc:picChg>
      </pc:sldChg>
      <pc:sldChg chg="delSp modSp add mod">
        <pc:chgData name="Aoi Seki" userId="3c72e6668d233292" providerId="LiveId" clId="{B9AE2B71-EDD8-5CEA-A9B6-04399197A6CF}" dt="2026-07-21T15:58:57.138" v="24778" actId="1036"/>
        <pc:sldMkLst>
          <pc:docMk/>
          <pc:sldMk cId="2239412248" sldId="715"/>
        </pc:sldMkLst>
        <pc:spChg chg="del">
          <ac:chgData name="Aoi Seki" userId="3c72e6668d233292" providerId="LiveId" clId="{B9AE2B71-EDD8-5CEA-A9B6-04399197A6CF}" dt="2026-07-21T04:28:08.696" v="22839" actId="478"/>
          <ac:spMkLst>
            <pc:docMk/>
            <pc:sldMk cId="2239412248" sldId="715"/>
            <ac:spMk id="65" creationId="{F2602BC9-33AB-192E-7503-9CD00314BF4A}"/>
          </ac:spMkLst>
        </pc:spChg>
        <pc:spChg chg="mod">
          <ac:chgData name="Aoi Seki" userId="3c72e6668d233292" providerId="LiveId" clId="{B9AE2B71-EDD8-5CEA-A9B6-04399197A6CF}" dt="2026-07-21T15:52:49.049" v="24738" actId="947"/>
          <ac:spMkLst>
            <pc:docMk/>
            <pc:sldMk cId="2239412248" sldId="715"/>
            <ac:spMk id="66" creationId="{9C580AB0-150F-A664-A0A8-D7117720CC7F}"/>
          </ac:spMkLst>
        </pc:spChg>
        <pc:spChg chg="mod">
          <ac:chgData name="Aoi Seki" userId="3c72e6668d233292" providerId="LiveId" clId="{B9AE2B71-EDD8-5CEA-A9B6-04399197A6CF}" dt="2026-07-21T15:58:57.138" v="24778" actId="1036"/>
          <ac:spMkLst>
            <pc:docMk/>
            <pc:sldMk cId="2239412248" sldId="715"/>
            <ac:spMk id="68" creationId="{8BB450D8-E91D-8A70-49B7-A6EFFC2A60EE}"/>
          </ac:spMkLst>
        </pc:spChg>
        <pc:spChg chg="mod">
          <ac:chgData name="Aoi Seki" userId="3c72e6668d233292" providerId="LiveId" clId="{B9AE2B71-EDD8-5CEA-A9B6-04399197A6CF}" dt="2026-07-21T15:53:08.083" v="24741" actId="947"/>
          <ac:spMkLst>
            <pc:docMk/>
            <pc:sldMk cId="2239412248" sldId="715"/>
            <ac:spMk id="69" creationId="{F8537305-8917-0314-0092-F87DF63168A9}"/>
          </ac:spMkLst>
        </pc:spChg>
        <pc:grpChg chg="mod">
          <ac:chgData name="Aoi Seki" userId="3c72e6668d233292" providerId="LiveId" clId="{B9AE2B71-EDD8-5CEA-A9B6-04399197A6CF}" dt="2026-07-21T04:32:32.885" v="22877" actId="1076"/>
          <ac:grpSpMkLst>
            <pc:docMk/>
            <pc:sldMk cId="2239412248" sldId="715"/>
            <ac:grpSpMk id="54" creationId="{846C060D-1E07-50F1-42ED-2447E06D3B15}"/>
          </ac:grpSpMkLst>
        </pc:grpChg>
        <pc:grpChg chg="mod">
          <ac:chgData name="Aoi Seki" userId="3c72e6668d233292" providerId="LiveId" clId="{B9AE2B71-EDD8-5CEA-A9B6-04399197A6CF}" dt="2026-07-21T14:53:28.063" v="23567" actId="1036"/>
          <ac:grpSpMkLst>
            <pc:docMk/>
            <pc:sldMk cId="2239412248" sldId="715"/>
            <ac:grpSpMk id="70" creationId="{7690A2E8-E17D-A2AA-A136-E3CFC0A80C8F}"/>
          </ac:grpSpMkLst>
        </pc:grpChg>
      </pc:sldChg>
      <pc:sldChg chg="addSp delSp modSp add mod">
        <pc:chgData name="Aoi Seki" userId="3c72e6668d233292" providerId="LiveId" clId="{B9AE2B71-EDD8-5CEA-A9B6-04399197A6CF}" dt="2026-07-22T03:27:23.591" v="25830" actId="14100"/>
        <pc:sldMkLst>
          <pc:docMk/>
          <pc:sldMk cId="4151559486" sldId="716"/>
        </pc:sldMkLst>
        <pc:spChg chg="mod">
          <ac:chgData name="Aoi Seki" userId="3c72e6668d233292" providerId="LiveId" clId="{B9AE2B71-EDD8-5CEA-A9B6-04399197A6CF}" dt="2026-07-21T15:54:42.032" v="24744" actId="14100"/>
          <ac:spMkLst>
            <pc:docMk/>
            <pc:sldMk cId="4151559486" sldId="716"/>
            <ac:spMk id="2" creationId="{0B6207EF-28D3-51F0-0AA1-E4CC603BCD8A}"/>
          </ac:spMkLst>
        </pc:spChg>
        <pc:spChg chg="mod">
          <ac:chgData name="Aoi Seki" userId="3c72e6668d233292" providerId="LiveId" clId="{B9AE2B71-EDD8-5CEA-A9B6-04399197A6CF}" dt="2026-07-21T15:58:14.626" v="24754" actId="1036"/>
          <ac:spMkLst>
            <pc:docMk/>
            <pc:sldMk cId="4151559486" sldId="716"/>
            <ac:spMk id="3" creationId="{677DE41C-8760-9C29-B6DE-14CC612773D6}"/>
          </ac:spMkLst>
        </pc:spChg>
        <pc:spChg chg="mod">
          <ac:chgData name="Aoi Seki" userId="3c72e6668d233292" providerId="LiveId" clId="{B9AE2B71-EDD8-5CEA-A9B6-04399197A6CF}" dt="2026-07-21T15:58:03.335" v="24753" actId="1035"/>
          <ac:spMkLst>
            <pc:docMk/>
            <pc:sldMk cId="4151559486" sldId="716"/>
            <ac:spMk id="4" creationId="{3044D500-A550-D84B-E2EA-5CF5AE1542F0}"/>
          </ac:spMkLst>
        </pc:spChg>
        <pc:spChg chg="mod">
          <ac:chgData name="Aoi Seki" userId="3c72e6668d233292" providerId="LiveId" clId="{B9AE2B71-EDD8-5CEA-A9B6-04399197A6CF}" dt="2026-07-22T03:27:23.591" v="25830" actId="14100"/>
          <ac:spMkLst>
            <pc:docMk/>
            <pc:sldMk cId="4151559486" sldId="716"/>
            <ac:spMk id="11" creationId="{453E2BBA-F396-1E85-0518-3A7957FAAE37}"/>
          </ac:spMkLst>
        </pc:spChg>
        <pc:spChg chg="mod">
          <ac:chgData name="Aoi Seki" userId="3c72e6668d233292" providerId="LiveId" clId="{B9AE2B71-EDD8-5CEA-A9B6-04399197A6CF}" dt="2026-07-21T11:52:09.377" v="23185" actId="1036"/>
          <ac:spMkLst>
            <pc:docMk/>
            <pc:sldMk cId="4151559486" sldId="716"/>
            <ac:spMk id="12" creationId="{61E484EA-4D44-568B-713C-738EB1C05965}"/>
          </ac:spMkLst>
        </pc:spChg>
        <pc:spChg chg="del mod topLvl">
          <ac:chgData name="Aoi Seki" userId="3c72e6668d233292" providerId="LiveId" clId="{B9AE2B71-EDD8-5CEA-A9B6-04399197A6CF}" dt="2026-07-21T11:52:22.102" v="23196" actId="478"/>
          <ac:spMkLst>
            <pc:docMk/>
            <pc:sldMk cId="4151559486" sldId="716"/>
            <ac:spMk id="28" creationId="{C8DD7943-94BC-DF39-AEA1-12E480392C1D}"/>
          </ac:spMkLst>
        </pc:spChg>
        <pc:spChg chg="mod">
          <ac:chgData name="Aoi Seki" userId="3c72e6668d233292" providerId="LiveId" clId="{B9AE2B71-EDD8-5CEA-A9B6-04399197A6CF}" dt="2026-07-21T11:53:09.399" v="23221" actId="164"/>
          <ac:spMkLst>
            <pc:docMk/>
            <pc:sldMk cId="4151559486" sldId="716"/>
            <ac:spMk id="30" creationId="{732B221D-C792-CFD5-200B-0306A34AE950}"/>
          </ac:spMkLst>
        </pc:spChg>
        <pc:spChg chg="mod">
          <ac:chgData name="Aoi Seki" userId="3c72e6668d233292" providerId="LiveId" clId="{B9AE2B71-EDD8-5CEA-A9B6-04399197A6CF}" dt="2026-07-21T14:57:22.255" v="23638" actId="1035"/>
          <ac:spMkLst>
            <pc:docMk/>
            <pc:sldMk cId="4151559486" sldId="716"/>
            <ac:spMk id="31" creationId="{767E3934-6C4E-48D3-4B0D-F81AE04E7E86}"/>
          </ac:spMkLst>
        </pc:spChg>
        <pc:grpChg chg="mod topLvl">
          <ac:chgData name="Aoi Seki" userId="3c72e6668d233292" providerId="LiveId" clId="{B9AE2B71-EDD8-5CEA-A9B6-04399197A6CF}" dt="2026-07-21T11:53:09.399" v="23221" actId="164"/>
          <ac:grpSpMkLst>
            <pc:docMk/>
            <pc:sldMk cId="4151559486" sldId="716"/>
            <ac:grpSpMk id="5" creationId="{A4FC9B9A-4E7A-1213-DB6B-F0DFFA7F068C}"/>
          </ac:grpSpMkLst>
        </pc:grpChg>
        <pc:grpChg chg="mod">
          <ac:chgData name="Aoi Seki" userId="3c72e6668d233292" providerId="LiveId" clId="{B9AE2B71-EDD8-5CEA-A9B6-04399197A6CF}" dt="2026-07-21T11:46:31.584" v="22920"/>
          <ac:grpSpMkLst>
            <pc:docMk/>
            <pc:sldMk cId="4151559486" sldId="716"/>
            <ac:grpSpMk id="27" creationId="{657D08D0-B161-F2E6-58A1-E43A15DFB1E0}"/>
          </ac:grpSpMkLst>
        </pc:grpChg>
        <pc:grpChg chg="del">
          <ac:chgData name="Aoi Seki" userId="3c72e6668d233292" providerId="LiveId" clId="{B9AE2B71-EDD8-5CEA-A9B6-04399197A6CF}" dt="2026-07-21T11:52:22.102" v="23196" actId="478"/>
          <ac:grpSpMkLst>
            <pc:docMk/>
            <pc:sldMk cId="4151559486" sldId="716"/>
            <ac:grpSpMk id="29" creationId="{4F39AB4C-D5D9-EDAA-E04F-097EB15EC6ED}"/>
          </ac:grpSpMkLst>
        </pc:grpChg>
        <pc:grpChg chg="add mod">
          <ac:chgData name="Aoi Seki" userId="3c72e6668d233292" providerId="LiveId" clId="{B9AE2B71-EDD8-5CEA-A9B6-04399197A6CF}" dt="2026-07-21T11:53:23.769" v="23226" actId="1037"/>
          <ac:grpSpMkLst>
            <pc:docMk/>
            <pc:sldMk cId="4151559486" sldId="716"/>
            <ac:grpSpMk id="32" creationId="{342EE6EF-7BD4-8A54-BF15-59E3F64181FF}"/>
          </ac:grpSpMkLst>
        </pc:grpChg>
        <pc:grpChg chg="mod">
          <ac:chgData name="Aoi Seki" userId="3c72e6668d233292" providerId="LiveId" clId="{B9AE2B71-EDD8-5CEA-A9B6-04399197A6CF}" dt="2026-07-21T15:57:24.395" v="24751" actId="1038"/>
          <ac:grpSpMkLst>
            <pc:docMk/>
            <pc:sldMk cId="4151559486" sldId="716"/>
            <ac:grpSpMk id="33" creationId="{EFBBB130-167B-26C1-4C86-507B50FE3464}"/>
          </ac:grpSpMkLst>
        </pc:grpChg>
      </pc:sldChg>
      <pc:sldChg chg="addSp delSp modSp add mod">
        <pc:chgData name="Aoi Seki" userId="3c72e6668d233292" providerId="LiveId" clId="{B9AE2B71-EDD8-5CEA-A9B6-04399197A6CF}" dt="2026-07-21T15:41:51.772" v="24638" actId="1036"/>
        <pc:sldMkLst>
          <pc:docMk/>
          <pc:sldMk cId="1377156168" sldId="717"/>
        </pc:sldMkLst>
        <pc:spChg chg="add mod">
          <ac:chgData name="Aoi Seki" userId="3c72e6668d233292" providerId="LiveId" clId="{B9AE2B71-EDD8-5CEA-A9B6-04399197A6CF}" dt="2026-07-21T15:19:20.052" v="24065" actId="1037"/>
          <ac:spMkLst>
            <pc:docMk/>
            <pc:sldMk cId="1377156168" sldId="717"/>
            <ac:spMk id="2" creationId="{2E74D490-03FC-B733-8B7A-48750E7CDA53}"/>
          </ac:spMkLst>
        </pc:spChg>
        <pc:spChg chg="add del mod">
          <ac:chgData name="Aoi Seki" userId="3c72e6668d233292" providerId="LiveId" clId="{B9AE2B71-EDD8-5CEA-A9B6-04399197A6CF}" dt="2026-07-21T11:59:09.747" v="23438" actId="478"/>
          <ac:spMkLst>
            <pc:docMk/>
            <pc:sldMk cId="1377156168" sldId="717"/>
            <ac:spMk id="4" creationId="{4B6038E8-7B0E-E4C8-3100-22655069C847}"/>
          </ac:spMkLst>
        </pc:spChg>
        <pc:spChg chg="add mod">
          <ac:chgData name="Aoi Seki" userId="3c72e6668d233292" providerId="LiveId" clId="{B9AE2B71-EDD8-5CEA-A9B6-04399197A6CF}" dt="2026-07-21T15:01:41.516" v="23647"/>
          <ac:spMkLst>
            <pc:docMk/>
            <pc:sldMk cId="1377156168" sldId="717"/>
            <ac:spMk id="6" creationId="{4EF62747-257C-DE66-C25E-7E0B0EBFCB7B}"/>
          </ac:spMkLst>
        </pc:spChg>
        <pc:spChg chg="del">
          <ac:chgData name="Aoi Seki" userId="3c72e6668d233292" providerId="LiveId" clId="{B9AE2B71-EDD8-5CEA-A9B6-04399197A6CF}" dt="2026-07-21T11:54:18.451" v="23232" actId="478"/>
          <ac:spMkLst>
            <pc:docMk/>
            <pc:sldMk cId="1377156168" sldId="717"/>
            <ac:spMk id="8" creationId="{5972BEAB-5CD9-06CD-FA61-F0062B5025FF}"/>
          </ac:spMkLst>
        </pc:spChg>
        <pc:spChg chg="del mod topLvl">
          <ac:chgData name="Aoi Seki" userId="3c72e6668d233292" providerId="LiveId" clId="{B9AE2B71-EDD8-5CEA-A9B6-04399197A6CF}" dt="2026-07-21T11:59:56.780" v="23449" actId="478"/>
          <ac:spMkLst>
            <pc:docMk/>
            <pc:sldMk cId="1377156168" sldId="717"/>
            <ac:spMk id="9" creationId="{1C3F62E4-49C2-CA10-1A8F-EADEFB43DDDB}"/>
          </ac:spMkLst>
        </pc:spChg>
        <pc:spChg chg="mod">
          <ac:chgData name="Aoi Seki" userId="3c72e6668d233292" providerId="LiveId" clId="{B9AE2B71-EDD8-5CEA-A9B6-04399197A6CF}" dt="2026-07-21T15:09:08.573" v="23933" actId="14100"/>
          <ac:spMkLst>
            <pc:docMk/>
            <pc:sldMk cId="1377156168" sldId="717"/>
            <ac:spMk id="11" creationId="{5005C413-3BB5-4429-66E9-624188079C5D}"/>
          </ac:spMkLst>
        </pc:spChg>
        <pc:spChg chg="add mod">
          <ac:chgData name="Aoi Seki" userId="3c72e6668d233292" providerId="LiveId" clId="{B9AE2B71-EDD8-5CEA-A9B6-04399197A6CF}" dt="2026-07-21T15:24:42.347" v="24342" actId="1038"/>
          <ac:spMkLst>
            <pc:docMk/>
            <pc:sldMk cId="1377156168" sldId="717"/>
            <ac:spMk id="12" creationId="{8CED1BE3-BD35-A68B-8EB6-DC9CC91AC947}"/>
          </ac:spMkLst>
        </pc:spChg>
        <pc:spChg chg="mod">
          <ac:chgData name="Aoi Seki" userId="3c72e6668d233292" providerId="LiveId" clId="{B9AE2B71-EDD8-5CEA-A9B6-04399197A6CF}" dt="2026-07-21T15:11:29.236" v="23981" actId="14100"/>
          <ac:spMkLst>
            <pc:docMk/>
            <pc:sldMk cId="1377156168" sldId="717"/>
            <ac:spMk id="14" creationId="{3D6FF7AC-D7A4-D461-EED0-C910E8615326}"/>
          </ac:spMkLst>
        </pc:spChg>
        <pc:spChg chg="add mod">
          <ac:chgData name="Aoi Seki" userId="3c72e6668d233292" providerId="LiveId" clId="{B9AE2B71-EDD8-5CEA-A9B6-04399197A6CF}" dt="2026-07-21T15:24:54.255" v="24354" actId="1037"/>
          <ac:spMkLst>
            <pc:docMk/>
            <pc:sldMk cId="1377156168" sldId="717"/>
            <ac:spMk id="15" creationId="{02255832-01E2-5379-BE94-35E63A02F266}"/>
          </ac:spMkLst>
        </pc:spChg>
        <pc:spChg chg="add mod">
          <ac:chgData name="Aoi Seki" userId="3c72e6668d233292" providerId="LiveId" clId="{B9AE2B71-EDD8-5CEA-A9B6-04399197A6CF}" dt="2026-07-21T15:25:19.136" v="24365" actId="1037"/>
          <ac:spMkLst>
            <pc:docMk/>
            <pc:sldMk cId="1377156168" sldId="717"/>
            <ac:spMk id="16" creationId="{F184B1A8-43EC-0F63-7A8B-A280C6CF1B4F}"/>
          </ac:spMkLst>
        </pc:spChg>
        <pc:spChg chg="del mod">
          <ac:chgData name="Aoi Seki" userId="3c72e6668d233292" providerId="LiveId" clId="{B9AE2B71-EDD8-5CEA-A9B6-04399197A6CF}" dt="2026-07-21T15:38:41.031" v="24619" actId="478"/>
          <ac:spMkLst>
            <pc:docMk/>
            <pc:sldMk cId="1377156168" sldId="717"/>
            <ac:spMk id="18" creationId="{F0C8C577-AAD0-F5CD-0468-1767E142BEBA}"/>
          </ac:spMkLst>
        </pc:spChg>
        <pc:spChg chg="add mod">
          <ac:chgData name="Aoi Seki" userId="3c72e6668d233292" providerId="LiveId" clId="{B9AE2B71-EDD8-5CEA-A9B6-04399197A6CF}" dt="2026-07-21T15:29:07.596" v="24466" actId="1036"/>
          <ac:spMkLst>
            <pc:docMk/>
            <pc:sldMk cId="1377156168" sldId="717"/>
            <ac:spMk id="19" creationId="{B7C74812-BA76-5545-71C5-B52370081B35}"/>
          </ac:spMkLst>
        </pc:spChg>
        <pc:spChg chg="mod topLvl">
          <ac:chgData name="Aoi Seki" userId="3c72e6668d233292" providerId="LiveId" clId="{B9AE2B71-EDD8-5CEA-A9B6-04399197A6CF}" dt="2026-07-21T15:41:23.751" v="24636" actId="1035"/>
          <ac:spMkLst>
            <pc:docMk/>
            <pc:sldMk cId="1377156168" sldId="717"/>
            <ac:spMk id="20" creationId="{AB39DDCB-8574-FF23-523C-2655DFF33A7D}"/>
          </ac:spMkLst>
        </pc:spChg>
        <pc:spChg chg="add mod">
          <ac:chgData name="Aoi Seki" userId="3c72e6668d233292" providerId="LiveId" clId="{B9AE2B71-EDD8-5CEA-A9B6-04399197A6CF}" dt="2026-07-21T15:29:04.217" v="24465" actId="1036"/>
          <ac:spMkLst>
            <pc:docMk/>
            <pc:sldMk cId="1377156168" sldId="717"/>
            <ac:spMk id="22" creationId="{F6136055-8F02-6F21-6C54-0085FD17E020}"/>
          </ac:spMkLst>
        </pc:spChg>
        <pc:spChg chg="add mod">
          <ac:chgData name="Aoi Seki" userId="3c72e6668d233292" providerId="LiveId" clId="{B9AE2B71-EDD8-5CEA-A9B6-04399197A6CF}" dt="2026-07-21T15:29:10.553" v="24469" actId="1036"/>
          <ac:spMkLst>
            <pc:docMk/>
            <pc:sldMk cId="1377156168" sldId="717"/>
            <ac:spMk id="23" creationId="{E8BA1596-A61C-3C15-D048-C8ADF1B408B9}"/>
          </ac:spMkLst>
        </pc:spChg>
        <pc:spChg chg="add mod">
          <ac:chgData name="Aoi Seki" userId="3c72e6668d233292" providerId="LiveId" clId="{B9AE2B71-EDD8-5CEA-A9B6-04399197A6CF}" dt="2026-07-21T15:08:16.349" v="23918"/>
          <ac:spMkLst>
            <pc:docMk/>
            <pc:sldMk cId="1377156168" sldId="717"/>
            <ac:spMk id="27" creationId="{AB8EDD73-0DE5-5AB9-150F-CCA41354B376}"/>
          </ac:spMkLst>
        </pc:spChg>
        <pc:spChg chg="add del mod">
          <ac:chgData name="Aoi Seki" userId="3c72e6668d233292" providerId="LiveId" clId="{B9AE2B71-EDD8-5CEA-A9B6-04399197A6CF}" dt="2026-07-21T15:15:40.981" v="24013" actId="478"/>
          <ac:spMkLst>
            <pc:docMk/>
            <pc:sldMk cId="1377156168" sldId="717"/>
            <ac:spMk id="28" creationId="{E2AAA555-B635-FDAE-87E9-0353DE2C9B5F}"/>
          </ac:spMkLst>
        </pc:spChg>
        <pc:spChg chg="add mod">
          <ac:chgData name="Aoi Seki" userId="3c72e6668d233292" providerId="LiveId" clId="{B9AE2B71-EDD8-5CEA-A9B6-04399197A6CF}" dt="2026-07-21T15:17:37.428" v="24039"/>
          <ac:spMkLst>
            <pc:docMk/>
            <pc:sldMk cId="1377156168" sldId="717"/>
            <ac:spMk id="29" creationId="{0C303B59-7678-D5F0-1744-92DA9E3F4B68}"/>
          </ac:spMkLst>
        </pc:spChg>
        <pc:grpChg chg="mod">
          <ac:chgData name="Aoi Seki" userId="3c72e6668d233292" providerId="LiveId" clId="{B9AE2B71-EDD8-5CEA-A9B6-04399197A6CF}" dt="2026-07-21T15:41:51.772" v="24638" actId="1036"/>
          <ac:grpSpMkLst>
            <pc:docMk/>
            <pc:sldMk cId="1377156168" sldId="717"/>
            <ac:grpSpMk id="17" creationId="{D306C135-C5A1-1868-4101-281B90A27B37}"/>
          </ac:grpSpMkLst>
        </pc:grpChg>
        <pc:grpChg chg="del">
          <ac:chgData name="Aoi Seki" userId="3c72e6668d233292" providerId="LiveId" clId="{B9AE2B71-EDD8-5CEA-A9B6-04399197A6CF}" dt="2026-07-21T11:59:56.780" v="23449" actId="478"/>
          <ac:grpSpMkLst>
            <pc:docMk/>
            <pc:sldMk cId="1377156168" sldId="717"/>
            <ac:grpSpMk id="21" creationId="{9EA1D64E-1EDB-250D-BE25-95ED9161274B}"/>
          </ac:grpSpMkLst>
        </pc:grpChg>
        <pc:grpChg chg="add mod">
          <ac:chgData name="Aoi Seki" userId="3c72e6668d233292" providerId="LiveId" clId="{B9AE2B71-EDD8-5CEA-A9B6-04399197A6CF}" dt="2026-07-21T15:41:13.281" v="24635" actId="1036"/>
          <ac:grpSpMkLst>
            <pc:docMk/>
            <pc:sldMk cId="1377156168" sldId="717"/>
            <ac:grpSpMk id="24" creationId="{36A7CA36-0274-ACED-AF06-BF1B1E336264}"/>
          </ac:grpSpMkLst>
        </pc:grpChg>
        <pc:grpChg chg="add mod">
          <ac:chgData name="Aoi Seki" userId="3c72e6668d233292" providerId="LiveId" clId="{B9AE2B71-EDD8-5CEA-A9B6-04399197A6CF}" dt="2026-07-21T15:41:13.281" v="24635" actId="1036"/>
          <ac:grpSpMkLst>
            <pc:docMk/>
            <pc:sldMk cId="1377156168" sldId="717"/>
            <ac:grpSpMk id="25" creationId="{8434D616-223B-68FE-6890-624181C932A2}"/>
          </ac:grpSpMkLst>
        </pc:grpChg>
        <pc:grpChg chg="add mod">
          <ac:chgData name="Aoi Seki" userId="3c72e6668d233292" providerId="LiveId" clId="{B9AE2B71-EDD8-5CEA-A9B6-04399197A6CF}" dt="2026-07-21T15:41:13.281" v="24635" actId="1036"/>
          <ac:grpSpMkLst>
            <pc:docMk/>
            <pc:sldMk cId="1377156168" sldId="717"/>
            <ac:grpSpMk id="26" creationId="{A7606534-7F19-A513-4771-BD3784DA6CDA}"/>
          </ac:grpSpMkLst>
        </pc:grpChg>
        <pc:picChg chg="mod">
          <ac:chgData name="Aoi Seki" userId="3c72e6668d233292" providerId="LiveId" clId="{B9AE2B71-EDD8-5CEA-A9B6-04399197A6CF}" dt="2026-07-21T15:07:11.492" v="23860" actId="164"/>
          <ac:picMkLst>
            <pc:docMk/>
            <pc:sldMk cId="1377156168" sldId="717"/>
            <ac:picMk id="3" creationId="{4E6A84F6-AE7A-BE12-24F6-F7CFA57EA423}"/>
          </ac:picMkLst>
        </pc:picChg>
        <pc:picChg chg="mod">
          <ac:chgData name="Aoi Seki" userId="3c72e6668d233292" providerId="LiveId" clId="{B9AE2B71-EDD8-5CEA-A9B6-04399197A6CF}" dt="2026-07-21T15:07:15.070" v="23861" actId="164"/>
          <ac:picMkLst>
            <pc:docMk/>
            <pc:sldMk cId="1377156168" sldId="717"/>
            <ac:picMk id="5" creationId="{39FC1580-1D74-DC75-47A6-65A0D01B6F63}"/>
          </ac:picMkLst>
        </pc:picChg>
        <pc:picChg chg="mod">
          <ac:chgData name="Aoi Seki" userId="3c72e6668d233292" providerId="LiveId" clId="{B9AE2B71-EDD8-5CEA-A9B6-04399197A6CF}" dt="2026-07-21T15:07:18.863" v="23862" actId="164"/>
          <ac:picMkLst>
            <pc:docMk/>
            <pc:sldMk cId="1377156168" sldId="717"/>
            <ac:picMk id="7" creationId="{D3D76217-B5A3-6A43-78F4-0AD765A54F7E}"/>
          </ac:picMkLst>
        </pc:picChg>
      </pc:sldChg>
      <pc:sldChg chg="addSp delSp modSp add mod">
        <pc:chgData name="Aoi Seki" userId="3c72e6668d233292" providerId="LiveId" clId="{B9AE2B71-EDD8-5CEA-A9B6-04399197A6CF}" dt="2026-07-21T15:46:02.441" v="24681" actId="1037"/>
        <pc:sldMkLst>
          <pc:docMk/>
          <pc:sldMk cId="2225942072" sldId="718"/>
        </pc:sldMkLst>
        <pc:spChg chg="del">
          <ac:chgData name="Aoi Seki" userId="3c72e6668d233292" providerId="LiveId" clId="{B9AE2B71-EDD8-5CEA-A9B6-04399197A6CF}" dt="2026-07-21T15:21:23.413" v="24148" actId="478"/>
          <ac:spMkLst>
            <pc:docMk/>
            <pc:sldMk cId="2225942072" sldId="718"/>
            <ac:spMk id="2" creationId="{AF34C92F-04EC-041D-D4EF-81140CE9273D}"/>
          </ac:spMkLst>
        </pc:spChg>
        <pc:spChg chg="mod">
          <ac:chgData name="Aoi Seki" userId="3c72e6668d233292" providerId="LiveId" clId="{B9AE2B71-EDD8-5CEA-A9B6-04399197A6CF}" dt="2026-07-21T15:23:59.890" v="24312" actId="1036"/>
          <ac:spMkLst>
            <pc:docMk/>
            <pc:sldMk cId="2225942072" sldId="718"/>
            <ac:spMk id="3" creationId="{0C4CF0DB-8917-E095-672E-B43E73FC8045}"/>
          </ac:spMkLst>
        </pc:spChg>
        <pc:spChg chg="add mod">
          <ac:chgData name="Aoi Seki" userId="3c72e6668d233292" providerId="LiveId" clId="{B9AE2B71-EDD8-5CEA-A9B6-04399197A6CF}" dt="2026-07-21T15:22:09.390" v="24254" actId="255"/>
          <ac:spMkLst>
            <pc:docMk/>
            <pc:sldMk cId="2225942072" sldId="718"/>
            <ac:spMk id="4" creationId="{692A834B-BDDF-B186-4736-8FFCE3A7C2D6}"/>
          </ac:spMkLst>
        </pc:spChg>
        <pc:spChg chg="mod">
          <ac:chgData name="Aoi Seki" userId="3c72e6668d233292" providerId="LiveId" clId="{B9AE2B71-EDD8-5CEA-A9B6-04399197A6CF}" dt="2026-07-21T15:34:18.265" v="24565" actId="255"/>
          <ac:spMkLst>
            <pc:docMk/>
            <pc:sldMk cId="2225942072" sldId="718"/>
            <ac:spMk id="5" creationId="{1BDF5FF1-FD3C-3C26-92C5-4A8D7EA9C6D5}"/>
          </ac:spMkLst>
        </pc:spChg>
        <pc:spChg chg="mod">
          <ac:chgData name="Aoi Seki" userId="3c72e6668d233292" providerId="LiveId" clId="{B9AE2B71-EDD8-5CEA-A9B6-04399197A6CF}" dt="2026-07-21T15:35:23.611" v="24576" actId="255"/>
          <ac:spMkLst>
            <pc:docMk/>
            <pc:sldMk cId="2225942072" sldId="718"/>
            <ac:spMk id="6" creationId="{308E2B80-8C7B-C7C8-B650-2AB3D36BC1F4}"/>
          </ac:spMkLst>
        </pc:spChg>
        <pc:spChg chg="add mod">
          <ac:chgData name="Aoi Seki" userId="3c72e6668d233292" providerId="LiveId" clId="{B9AE2B71-EDD8-5CEA-A9B6-04399197A6CF}" dt="2026-07-21T15:42:40.347" v="24645" actId="1035"/>
          <ac:spMkLst>
            <pc:docMk/>
            <pc:sldMk cId="2225942072" sldId="718"/>
            <ac:spMk id="8" creationId="{E1C43DFA-F3C7-2EC5-E512-3B9F949682B6}"/>
          </ac:spMkLst>
        </pc:spChg>
        <pc:spChg chg="add mod">
          <ac:chgData name="Aoi Seki" userId="3c72e6668d233292" providerId="LiveId" clId="{B9AE2B71-EDD8-5CEA-A9B6-04399197A6CF}" dt="2026-07-21T15:46:02.441" v="24681" actId="1037"/>
          <ac:spMkLst>
            <pc:docMk/>
            <pc:sldMk cId="2225942072" sldId="718"/>
            <ac:spMk id="9" creationId="{33099906-A257-ABCA-2E09-C62F805D6840}"/>
          </ac:spMkLst>
        </pc:spChg>
        <pc:spChg chg="mod">
          <ac:chgData name="Aoi Seki" userId="3c72e6668d233292" providerId="LiveId" clId="{B9AE2B71-EDD8-5CEA-A9B6-04399197A6CF}" dt="2026-07-21T15:35:03.684" v="24574" actId="1038"/>
          <ac:spMkLst>
            <pc:docMk/>
            <pc:sldMk cId="2225942072" sldId="718"/>
            <ac:spMk id="10" creationId="{D7CFEFD5-EEEE-70B4-6B22-BCA0D108A95A}"/>
          </ac:spMkLst>
        </pc:spChg>
        <pc:spChg chg="add mod">
          <ac:chgData name="Aoi Seki" userId="3c72e6668d233292" providerId="LiveId" clId="{B9AE2B71-EDD8-5CEA-A9B6-04399197A6CF}" dt="2026-07-21T15:30:21.674" v="24482" actId="164"/>
          <ac:spMkLst>
            <pc:docMk/>
            <pc:sldMk cId="2225942072" sldId="718"/>
            <ac:spMk id="11" creationId="{CFB10D37-E179-7906-A8C7-6A9D25ABE124}"/>
          </ac:spMkLst>
        </pc:spChg>
        <pc:spChg chg="add mod">
          <ac:chgData name="Aoi Seki" userId="3c72e6668d233292" providerId="LiveId" clId="{B9AE2B71-EDD8-5CEA-A9B6-04399197A6CF}" dt="2026-07-21T15:30:30.639" v="24483" actId="164"/>
          <ac:spMkLst>
            <pc:docMk/>
            <pc:sldMk cId="2225942072" sldId="718"/>
            <ac:spMk id="13" creationId="{5B6DE7AE-92E6-A619-575C-6E7CD02CE24E}"/>
          </ac:spMkLst>
        </pc:spChg>
        <pc:spChg chg="mod">
          <ac:chgData name="Aoi Seki" userId="3c72e6668d233292" providerId="LiveId" clId="{B9AE2B71-EDD8-5CEA-A9B6-04399197A6CF}" dt="2026-07-21T15:35:10.995" v="24575" actId="1037"/>
          <ac:spMkLst>
            <pc:docMk/>
            <pc:sldMk cId="2225942072" sldId="718"/>
            <ac:spMk id="19" creationId="{29FC7FA9-ACB6-098D-6812-52CF40D9A299}"/>
          </ac:spMkLst>
        </pc:spChg>
        <pc:grpChg chg="mod">
          <ac:chgData name="Aoi Seki" userId="3c72e6668d233292" providerId="LiveId" clId="{B9AE2B71-EDD8-5CEA-A9B6-04399197A6CF}" dt="2026-07-21T15:30:21.674" v="24482" actId="164"/>
          <ac:grpSpMkLst>
            <pc:docMk/>
            <pc:sldMk cId="2225942072" sldId="718"/>
            <ac:grpSpMk id="17" creationId="{D2B5928B-726E-B44E-2E36-A06E44E5A8BC}"/>
          </ac:grpSpMkLst>
        </pc:grpChg>
        <pc:grpChg chg="add mod">
          <ac:chgData name="Aoi Seki" userId="3c72e6668d233292" providerId="LiveId" clId="{B9AE2B71-EDD8-5CEA-A9B6-04399197A6CF}" dt="2026-07-21T15:33:17.899" v="24564" actId="1036"/>
          <ac:grpSpMkLst>
            <pc:docMk/>
            <pc:sldMk cId="2225942072" sldId="718"/>
            <ac:grpSpMk id="18" creationId="{D7742985-52D4-D9A2-6736-F81AC2480A2E}"/>
          </ac:grpSpMkLst>
        </pc:grpChg>
        <pc:grpChg chg="add mod">
          <ac:chgData name="Aoi Seki" userId="3c72e6668d233292" providerId="LiveId" clId="{B9AE2B71-EDD8-5CEA-A9B6-04399197A6CF}" dt="2026-07-21T15:33:17.899" v="24564" actId="1036"/>
          <ac:grpSpMkLst>
            <pc:docMk/>
            <pc:sldMk cId="2225942072" sldId="718"/>
            <ac:grpSpMk id="20" creationId="{E8D0C2D9-2524-1936-024C-D6C5F9943EC3}"/>
          </ac:grpSpMkLst>
        </pc:grpChg>
        <pc:grpChg chg="mod">
          <ac:chgData name="Aoi Seki" userId="3c72e6668d233292" providerId="LiveId" clId="{B9AE2B71-EDD8-5CEA-A9B6-04399197A6CF}" dt="2026-07-21T15:30:30.639" v="24483" actId="164"/>
          <ac:grpSpMkLst>
            <pc:docMk/>
            <pc:sldMk cId="2225942072" sldId="718"/>
            <ac:grpSpMk id="22" creationId="{AD9B51DB-90F6-B9DA-8D4F-9B5C6304EEF1}"/>
          </ac:grpSpMkLst>
        </pc:grpChg>
      </pc:sldChg>
      <pc:sldChg chg="addSp delSp modSp add mod">
        <pc:chgData name="Aoi Seki" userId="3c72e6668d233292" providerId="LiveId" clId="{B9AE2B71-EDD8-5CEA-A9B6-04399197A6CF}" dt="2026-07-21T23:52:19.894" v="25045" actId="1035"/>
        <pc:sldMkLst>
          <pc:docMk/>
          <pc:sldMk cId="3295728099" sldId="719"/>
        </pc:sldMkLst>
        <pc:spChg chg="del">
          <ac:chgData name="Aoi Seki" userId="3c72e6668d233292" providerId="LiveId" clId="{B9AE2B71-EDD8-5CEA-A9B6-04399197A6CF}" dt="2026-07-21T15:35:58.153" v="24578" actId="478"/>
          <ac:spMkLst>
            <pc:docMk/>
            <pc:sldMk cId="3295728099" sldId="719"/>
            <ac:spMk id="2" creationId="{B27BC347-8756-DD6E-8B86-A51B3FF21725}"/>
          </ac:spMkLst>
        </pc:spChg>
        <pc:spChg chg="mod topLvl">
          <ac:chgData name="Aoi Seki" userId="3c72e6668d233292" providerId="LiveId" clId="{B9AE2B71-EDD8-5CEA-A9B6-04399197A6CF}" dt="2026-07-21T23:52:19.894" v="25045" actId="1035"/>
          <ac:spMkLst>
            <pc:docMk/>
            <pc:sldMk cId="3295728099" sldId="719"/>
            <ac:spMk id="3" creationId="{B693C4B6-C8D8-BE42-07AD-12533B234485}"/>
          </ac:spMkLst>
        </pc:spChg>
        <pc:spChg chg="del topLvl">
          <ac:chgData name="Aoi Seki" userId="3c72e6668d233292" providerId="LiveId" clId="{B9AE2B71-EDD8-5CEA-A9B6-04399197A6CF}" dt="2026-07-21T15:38:02.235" v="24616" actId="478"/>
          <ac:spMkLst>
            <pc:docMk/>
            <pc:sldMk cId="3295728099" sldId="719"/>
            <ac:spMk id="4" creationId="{1105825B-BB06-1671-CB37-29E85A656BAA}"/>
          </ac:spMkLst>
        </pc:spChg>
        <pc:spChg chg="add mod">
          <ac:chgData name="Aoi Seki" userId="3c72e6668d233292" providerId="LiveId" clId="{B9AE2B71-EDD8-5CEA-A9B6-04399197A6CF}" dt="2026-07-21T15:35:55.385" v="24577"/>
          <ac:spMkLst>
            <pc:docMk/>
            <pc:sldMk cId="3295728099" sldId="719"/>
            <ac:spMk id="5" creationId="{F10EB7EC-54AF-51CF-5FC9-CE0B5C5A2190}"/>
          </ac:spMkLst>
        </pc:spChg>
        <pc:spChg chg="add mod">
          <ac:chgData name="Aoi Seki" userId="3c72e6668d233292" providerId="LiveId" clId="{B9AE2B71-EDD8-5CEA-A9B6-04399197A6CF}" dt="2026-07-21T15:35:58.394" v="24579"/>
          <ac:spMkLst>
            <pc:docMk/>
            <pc:sldMk cId="3295728099" sldId="719"/>
            <ac:spMk id="8" creationId="{0DAE39B1-4200-6D8D-7F8F-CB7F31A1003E}"/>
          </ac:spMkLst>
        </pc:spChg>
        <pc:spChg chg="add mod">
          <ac:chgData name="Aoi Seki" userId="3c72e6668d233292" providerId="LiveId" clId="{B9AE2B71-EDD8-5CEA-A9B6-04399197A6CF}" dt="2026-07-21T23:52:19.894" v="25045" actId="1035"/>
          <ac:spMkLst>
            <pc:docMk/>
            <pc:sldMk cId="3295728099" sldId="719"/>
            <ac:spMk id="9" creationId="{3C3EC874-258F-5A44-599E-160AF3E286A4}"/>
          </ac:spMkLst>
        </pc:spChg>
        <pc:spChg chg="add mod">
          <ac:chgData name="Aoi Seki" userId="3c72e6668d233292" providerId="LiveId" clId="{B9AE2B71-EDD8-5CEA-A9B6-04399197A6CF}" dt="2026-07-21T15:50:47.828" v="24730" actId="255"/>
          <ac:spMkLst>
            <pc:docMk/>
            <pc:sldMk cId="3295728099" sldId="719"/>
            <ac:spMk id="10" creationId="{0E030900-7452-2217-F166-E801A6B75176}"/>
          </ac:spMkLst>
        </pc:spChg>
        <pc:spChg chg="add mod">
          <ac:chgData name="Aoi Seki" userId="3c72e6668d233292" providerId="LiveId" clId="{B9AE2B71-EDD8-5CEA-A9B6-04399197A6CF}" dt="2026-07-21T15:50:56.309" v="24731" actId="122"/>
          <ac:spMkLst>
            <pc:docMk/>
            <pc:sldMk cId="3295728099" sldId="719"/>
            <ac:spMk id="11" creationId="{ADDC13C0-4E47-2383-9C97-D236DCF45ED3}"/>
          </ac:spMkLst>
        </pc:spChg>
        <pc:grpChg chg="del">
          <ac:chgData name="Aoi Seki" userId="3c72e6668d233292" providerId="LiveId" clId="{B9AE2B71-EDD8-5CEA-A9B6-04399197A6CF}" dt="2026-07-21T15:38:02.235" v="24616" actId="478"/>
          <ac:grpSpMkLst>
            <pc:docMk/>
            <pc:sldMk cId="3295728099" sldId="719"/>
            <ac:grpSpMk id="7" creationId="{24BCF307-266D-67A5-1536-FEF77E63F31D}"/>
          </ac:grpSpMkLst>
        </pc:grpChg>
        <pc:grpChg chg="add mod">
          <ac:chgData name="Aoi Seki" userId="3c72e6668d233292" providerId="LiveId" clId="{B9AE2B71-EDD8-5CEA-A9B6-04399197A6CF}" dt="2026-07-21T16:00:46.008" v="24780" actId="1035"/>
          <ac:grpSpMkLst>
            <pc:docMk/>
            <pc:sldMk cId="3295728099" sldId="719"/>
            <ac:grpSpMk id="12" creationId="{A16EF2F2-3E5C-EEF3-744C-BB4D11196573}"/>
          </ac:grpSpMkLst>
        </pc:grpChg>
        <pc:picChg chg="mod">
          <ac:chgData name="Aoi Seki" userId="3c72e6668d233292" providerId="LiveId" clId="{B9AE2B71-EDD8-5CEA-A9B6-04399197A6CF}" dt="2026-07-21T15:49:38.734" v="24729" actId="164"/>
          <ac:picMkLst>
            <pc:docMk/>
            <pc:sldMk cId="3295728099" sldId="719"/>
            <ac:picMk id="6" creationId="{C6FEBD80-5E92-C6E2-96B2-77C16E113BC4}"/>
          </ac:picMkLst>
        </pc:picChg>
      </pc:sldChg>
      <pc:sldChg chg="addSp delSp modSp add mod">
        <pc:chgData name="Aoi Seki" userId="3c72e6668d233292" providerId="LiveId" clId="{B9AE2B71-EDD8-5CEA-A9B6-04399197A6CF}" dt="2026-07-22T02:20:13.432" v="25823" actId="947"/>
        <pc:sldMkLst>
          <pc:docMk/>
          <pc:sldMk cId="1090664299" sldId="720"/>
        </pc:sldMkLst>
        <pc:spChg chg="add del">
          <ac:chgData name="Aoi Seki" userId="3c72e6668d233292" providerId="LiveId" clId="{B9AE2B71-EDD8-5CEA-A9B6-04399197A6CF}" dt="2026-07-21T23:44:51.786" v="24789" actId="478"/>
          <ac:spMkLst>
            <pc:docMk/>
            <pc:sldMk cId="1090664299" sldId="720"/>
            <ac:spMk id="2" creationId="{A6E912DC-2218-F164-4534-438F601CB361}"/>
          </ac:spMkLst>
        </pc:spChg>
        <pc:spChg chg="add mod">
          <ac:chgData name="Aoi Seki" userId="3c72e6668d233292" providerId="LiveId" clId="{B9AE2B71-EDD8-5CEA-A9B6-04399197A6CF}" dt="2026-07-21T23:44:33.074" v="24784"/>
          <ac:spMkLst>
            <pc:docMk/>
            <pc:sldMk cId="1090664299" sldId="720"/>
            <ac:spMk id="9" creationId="{A1A64F97-57F4-AD10-E0BA-88AE2B33DAE5}"/>
          </ac:spMkLst>
        </pc:spChg>
        <pc:spChg chg="add mod">
          <ac:chgData name="Aoi Seki" userId="3c72e6668d233292" providerId="LiveId" clId="{B9AE2B71-EDD8-5CEA-A9B6-04399197A6CF}" dt="2026-07-21T23:47:50.762" v="24936" actId="20577"/>
          <ac:spMkLst>
            <pc:docMk/>
            <pc:sldMk cId="1090664299" sldId="720"/>
            <ac:spMk id="10" creationId="{156DC606-DB70-3707-D43B-00CA12E23904}"/>
          </ac:spMkLst>
        </pc:spChg>
        <pc:spChg chg="mod">
          <ac:chgData name="Aoi Seki" userId="3c72e6668d233292" providerId="LiveId" clId="{B9AE2B71-EDD8-5CEA-A9B6-04399197A6CF}" dt="2026-07-21T23:47:58.443" v="24948" actId="1038"/>
          <ac:spMkLst>
            <pc:docMk/>
            <pc:sldMk cId="1090664299" sldId="720"/>
            <ac:spMk id="15" creationId="{558CB492-A179-C7DB-5B36-9AC1E98BE2E8}"/>
          </ac:spMkLst>
        </pc:spChg>
        <pc:spChg chg="mod">
          <ac:chgData name="Aoi Seki" userId="3c72e6668d233292" providerId="LiveId" clId="{B9AE2B71-EDD8-5CEA-A9B6-04399197A6CF}" dt="2026-07-21T23:45:13.088" v="24807"/>
          <ac:spMkLst>
            <pc:docMk/>
            <pc:sldMk cId="1090664299" sldId="720"/>
            <ac:spMk id="16" creationId="{A5618078-CBC3-212B-3AC7-5D35F6751832}"/>
          </ac:spMkLst>
        </pc:spChg>
        <pc:spChg chg="mod">
          <ac:chgData name="Aoi Seki" userId="3c72e6668d233292" providerId="LiveId" clId="{B9AE2B71-EDD8-5CEA-A9B6-04399197A6CF}" dt="2026-07-21T23:45:13.088" v="24807"/>
          <ac:spMkLst>
            <pc:docMk/>
            <pc:sldMk cId="1090664299" sldId="720"/>
            <ac:spMk id="17" creationId="{849A8264-9352-07D4-86CC-60253B2CFA6B}"/>
          </ac:spMkLst>
        </pc:spChg>
        <pc:spChg chg="mod">
          <ac:chgData name="Aoi Seki" userId="3c72e6668d233292" providerId="LiveId" clId="{B9AE2B71-EDD8-5CEA-A9B6-04399197A6CF}" dt="2026-07-21T23:45:13.088" v="24807"/>
          <ac:spMkLst>
            <pc:docMk/>
            <pc:sldMk cId="1090664299" sldId="720"/>
            <ac:spMk id="18" creationId="{DB921881-0DF2-2B6A-AAE6-6ACB7C94B3DF}"/>
          </ac:spMkLst>
        </pc:spChg>
        <pc:spChg chg="mod">
          <ac:chgData name="Aoi Seki" userId="3c72e6668d233292" providerId="LiveId" clId="{B9AE2B71-EDD8-5CEA-A9B6-04399197A6CF}" dt="2026-07-21T23:45:13.088" v="24807"/>
          <ac:spMkLst>
            <pc:docMk/>
            <pc:sldMk cId="1090664299" sldId="720"/>
            <ac:spMk id="19" creationId="{684C01F7-3583-14C5-A236-8B5C081FC38A}"/>
          </ac:spMkLst>
        </pc:spChg>
        <pc:spChg chg="mod">
          <ac:chgData name="Aoi Seki" userId="3c72e6668d233292" providerId="LiveId" clId="{B9AE2B71-EDD8-5CEA-A9B6-04399197A6CF}" dt="2026-07-22T02:20:13.432" v="25823" actId="947"/>
          <ac:spMkLst>
            <pc:docMk/>
            <pc:sldMk cId="1090664299" sldId="720"/>
            <ac:spMk id="22" creationId="{426BF7FF-DE7F-0AEB-74C3-81F3AD0773AA}"/>
          </ac:spMkLst>
        </pc:spChg>
        <pc:spChg chg="mod">
          <ac:chgData name="Aoi Seki" userId="3c72e6668d233292" providerId="LiveId" clId="{B9AE2B71-EDD8-5CEA-A9B6-04399197A6CF}" dt="2026-07-21T23:45:32.439" v="24815" actId="20577"/>
          <ac:spMkLst>
            <pc:docMk/>
            <pc:sldMk cId="1090664299" sldId="720"/>
            <ac:spMk id="23" creationId="{DA96BD2C-676F-AD51-1881-E68A5AD49403}"/>
          </ac:spMkLst>
        </pc:spChg>
        <pc:spChg chg="mod">
          <ac:chgData name="Aoi Seki" userId="3c72e6668d233292" providerId="LiveId" clId="{B9AE2B71-EDD8-5CEA-A9B6-04399197A6CF}" dt="2026-07-21T23:45:42.195" v="24827" actId="115"/>
          <ac:spMkLst>
            <pc:docMk/>
            <pc:sldMk cId="1090664299" sldId="720"/>
            <ac:spMk id="24" creationId="{38AF2657-8AC2-2048-FDE1-F50A59D2A01A}"/>
          </ac:spMkLst>
        </pc:spChg>
        <pc:spChg chg="mod">
          <ac:chgData name="Aoi Seki" userId="3c72e6668d233292" providerId="LiveId" clId="{B9AE2B71-EDD8-5CEA-A9B6-04399197A6CF}" dt="2026-07-21T23:45:28.466" v="24811"/>
          <ac:spMkLst>
            <pc:docMk/>
            <pc:sldMk cId="1090664299" sldId="720"/>
            <ac:spMk id="25" creationId="{AFC9E9D6-FD02-84EA-5FC1-F2EAF9438B15}"/>
          </ac:spMkLst>
        </pc:spChg>
        <pc:spChg chg="add mod">
          <ac:chgData name="Aoi Seki" userId="3c72e6668d233292" providerId="LiveId" clId="{B9AE2B71-EDD8-5CEA-A9B6-04399197A6CF}" dt="2026-07-21T23:50:37.273" v="25030" actId="164"/>
          <ac:spMkLst>
            <pc:docMk/>
            <pc:sldMk cId="1090664299" sldId="720"/>
            <ac:spMk id="26" creationId="{2A0C8F4D-B20B-0C08-F703-BEAD7DEA1AD3}"/>
          </ac:spMkLst>
        </pc:spChg>
        <pc:grpChg chg="del mod">
          <ac:chgData name="Aoi Seki" userId="3c72e6668d233292" providerId="LiveId" clId="{B9AE2B71-EDD8-5CEA-A9B6-04399197A6CF}" dt="2026-07-21T23:46:08.550" v="24840" actId="478"/>
          <ac:grpSpMkLst>
            <pc:docMk/>
            <pc:sldMk cId="1090664299" sldId="720"/>
            <ac:grpSpMk id="7" creationId="{FB03050F-FCF3-A17D-9E98-17B9F270BFE9}"/>
          </ac:grpSpMkLst>
        </pc:grpChg>
        <pc:grpChg chg="add mod">
          <ac:chgData name="Aoi Seki" userId="3c72e6668d233292" providerId="LiveId" clId="{B9AE2B71-EDD8-5CEA-A9B6-04399197A6CF}" dt="2026-07-21T23:45:21.170" v="24809" actId="1076"/>
          <ac:grpSpMkLst>
            <pc:docMk/>
            <pc:sldMk cId="1090664299" sldId="720"/>
            <ac:grpSpMk id="11" creationId="{296F6CDE-ECBF-DB76-2F23-517B96EF8B19}"/>
          </ac:grpSpMkLst>
        </pc:grpChg>
        <pc:grpChg chg="mod">
          <ac:chgData name="Aoi Seki" userId="3c72e6668d233292" providerId="LiveId" clId="{B9AE2B71-EDD8-5CEA-A9B6-04399197A6CF}" dt="2026-07-21T23:45:13.088" v="24807"/>
          <ac:grpSpMkLst>
            <pc:docMk/>
            <pc:sldMk cId="1090664299" sldId="720"/>
            <ac:grpSpMk id="12" creationId="{6DD07C82-3117-F94A-2745-6FF532A8A571}"/>
          </ac:grpSpMkLst>
        </pc:grpChg>
        <pc:grpChg chg="add mod">
          <ac:chgData name="Aoi Seki" userId="3c72e6668d233292" providerId="LiveId" clId="{B9AE2B71-EDD8-5CEA-A9B6-04399197A6CF}" dt="2026-07-21T23:50:37.273" v="25030" actId="164"/>
          <ac:grpSpMkLst>
            <pc:docMk/>
            <pc:sldMk cId="1090664299" sldId="720"/>
            <ac:grpSpMk id="20" creationId="{4BDAD6EF-BDC0-C1AA-8E14-030D5EF87BFF}"/>
          </ac:grpSpMkLst>
        </pc:grpChg>
        <pc:grpChg chg="mod">
          <ac:chgData name="Aoi Seki" userId="3c72e6668d233292" providerId="LiveId" clId="{B9AE2B71-EDD8-5CEA-A9B6-04399197A6CF}" dt="2026-07-21T23:45:28.466" v="24811"/>
          <ac:grpSpMkLst>
            <pc:docMk/>
            <pc:sldMk cId="1090664299" sldId="720"/>
            <ac:grpSpMk id="21" creationId="{E5CA6D4D-33C0-A565-1C56-13E075EDCF56}"/>
          </ac:grpSpMkLst>
        </pc:grpChg>
        <pc:grpChg chg="add mod">
          <ac:chgData name="Aoi Seki" userId="3c72e6668d233292" providerId="LiveId" clId="{B9AE2B71-EDD8-5CEA-A9B6-04399197A6CF}" dt="2026-07-21T23:50:38.681" v="25032" actId="1035"/>
          <ac:grpSpMkLst>
            <pc:docMk/>
            <pc:sldMk cId="1090664299" sldId="720"/>
            <ac:grpSpMk id="27" creationId="{B9E13FA2-3934-FD5F-F4AD-28F5EBF62FA6}"/>
          </ac:grpSpMkLst>
        </pc:grpChg>
      </pc:sldChg>
      <pc:sldChg chg="add del">
        <pc:chgData name="Aoi Seki" userId="3c72e6668d233292" providerId="LiveId" clId="{B9AE2B71-EDD8-5CEA-A9B6-04399197A6CF}" dt="2026-07-21T23:48:20.367" v="24955" actId="2696"/>
        <pc:sldMkLst>
          <pc:docMk/>
          <pc:sldMk cId="183168480" sldId="721"/>
        </pc:sldMkLst>
      </pc:sldChg>
      <pc:sldChg chg="add del">
        <pc:chgData name="Aoi Seki" userId="3c72e6668d233292" providerId="LiveId" clId="{B9AE2B71-EDD8-5CEA-A9B6-04399197A6CF}" dt="2026-07-21T23:50:52.058" v="25035" actId="2696"/>
        <pc:sldMkLst>
          <pc:docMk/>
          <pc:sldMk cId="3616615227" sldId="722"/>
        </pc:sldMkLst>
      </pc:sldChg>
      <pc:sldChg chg="addSp delSp modSp add mod">
        <pc:chgData name="Aoi Seki" userId="3c72e6668d233292" providerId="LiveId" clId="{B9AE2B71-EDD8-5CEA-A9B6-04399197A6CF}" dt="2026-07-22T02:21:10.831" v="25826" actId="947"/>
        <pc:sldMkLst>
          <pc:docMk/>
          <pc:sldMk cId="2871396514" sldId="723"/>
        </pc:sldMkLst>
        <pc:spChg chg="add mod">
          <ac:chgData name="Aoi Seki" userId="3c72e6668d233292" providerId="LiveId" clId="{B9AE2B71-EDD8-5CEA-A9B6-04399197A6CF}" dt="2026-07-21T23:48:40.097" v="24965" actId="167"/>
          <ac:spMkLst>
            <pc:docMk/>
            <pc:sldMk cId="2871396514" sldId="723"/>
            <ac:spMk id="2" creationId="{9609ED05-9701-30A5-8ABB-C0ED72AD18AD}"/>
          </ac:spMkLst>
        </pc:spChg>
        <pc:spChg chg="mod">
          <ac:chgData name="Aoi Seki" userId="3c72e6668d233292" providerId="LiveId" clId="{B9AE2B71-EDD8-5CEA-A9B6-04399197A6CF}" dt="2026-07-21T23:48:26.943" v="24962" actId="20577"/>
          <ac:spMkLst>
            <pc:docMk/>
            <pc:sldMk cId="2871396514" sldId="723"/>
            <ac:spMk id="10" creationId="{600103E9-C6E2-BB4E-EBA8-9C554A49CFAD}"/>
          </ac:spMkLst>
        </pc:spChg>
        <pc:spChg chg="del">
          <ac:chgData name="Aoi Seki" userId="3c72e6668d233292" providerId="LiveId" clId="{B9AE2B71-EDD8-5CEA-A9B6-04399197A6CF}" dt="2026-07-21T23:48:42.849" v="24966" actId="478"/>
          <ac:spMkLst>
            <pc:docMk/>
            <pc:sldMk cId="2871396514" sldId="723"/>
            <ac:spMk id="15" creationId="{D74009C6-4E71-5A32-EF56-08C83D5AF982}"/>
          </ac:spMkLst>
        </pc:spChg>
        <pc:spChg chg="mod">
          <ac:chgData name="Aoi Seki" userId="3c72e6668d233292" providerId="LiveId" clId="{B9AE2B71-EDD8-5CEA-A9B6-04399197A6CF}" dt="2026-07-22T02:21:10.831" v="25826" actId="947"/>
          <ac:spMkLst>
            <pc:docMk/>
            <pc:sldMk cId="2871396514" sldId="723"/>
            <ac:spMk id="22" creationId="{2BF10EE9-272C-A586-4B8A-93D3B7637758}"/>
          </ac:spMkLst>
        </pc:spChg>
        <pc:spChg chg="mod">
          <ac:chgData name="Aoi Seki" userId="3c72e6668d233292" providerId="LiveId" clId="{B9AE2B71-EDD8-5CEA-A9B6-04399197A6CF}" dt="2026-07-21T23:48:48.399" v="24970" actId="20577"/>
          <ac:spMkLst>
            <pc:docMk/>
            <pc:sldMk cId="2871396514" sldId="723"/>
            <ac:spMk id="23" creationId="{85192CEB-C3CB-2173-D163-352AE36A132B}"/>
          </ac:spMkLst>
        </pc:spChg>
        <pc:spChg chg="mod">
          <ac:chgData name="Aoi Seki" userId="3c72e6668d233292" providerId="LiveId" clId="{B9AE2B71-EDD8-5CEA-A9B6-04399197A6CF}" dt="2026-07-21T23:49:01.008" v="25001" actId="115"/>
          <ac:spMkLst>
            <pc:docMk/>
            <pc:sldMk cId="2871396514" sldId="723"/>
            <ac:spMk id="24" creationId="{C8092AEF-F792-8C03-FC94-83EF6620CB43}"/>
          </ac:spMkLst>
        </pc:spChg>
        <pc:spChg chg="del">
          <ac:chgData name="Aoi Seki" userId="3c72e6668d233292" providerId="LiveId" clId="{B9AE2B71-EDD8-5CEA-A9B6-04399197A6CF}" dt="2026-07-21T23:48:50.785" v="24971" actId="478"/>
          <ac:spMkLst>
            <pc:docMk/>
            <pc:sldMk cId="2871396514" sldId="723"/>
            <ac:spMk id="26" creationId="{8EB9973A-B5F6-0C4A-EDEA-4888AAEFEF88}"/>
          </ac:spMkLst>
        </pc:spChg>
        <pc:grpChg chg="add mod">
          <ac:chgData name="Aoi Seki" userId="3c72e6668d233292" providerId="LiveId" clId="{B9AE2B71-EDD8-5CEA-A9B6-04399197A6CF}" dt="2026-07-21T23:49:38.177" v="25016"/>
          <ac:grpSpMkLst>
            <pc:docMk/>
            <pc:sldMk cId="2871396514" sldId="723"/>
            <ac:grpSpMk id="3" creationId="{076AB96C-10FD-1571-EBC1-017EE1006A70}"/>
          </ac:grpSpMkLst>
        </pc:grpChg>
        <pc:grpChg chg="add mod">
          <ac:chgData name="Aoi Seki" userId="3c72e6668d233292" providerId="LiveId" clId="{B9AE2B71-EDD8-5CEA-A9B6-04399197A6CF}" dt="2026-07-21T23:49:42.596" v="25018"/>
          <ac:grpSpMkLst>
            <pc:docMk/>
            <pc:sldMk cId="2871396514" sldId="723"/>
            <ac:grpSpMk id="6" creationId="{228391BB-2F65-047F-CAA4-1B643D499F64}"/>
          </ac:grpSpMkLst>
        </pc:grpChg>
        <pc:grpChg chg="mod">
          <ac:chgData name="Aoi Seki" userId="3c72e6668d233292" providerId="LiveId" clId="{B9AE2B71-EDD8-5CEA-A9B6-04399197A6CF}" dt="2026-07-21T23:50:27.122" v="25027" actId="1035"/>
          <ac:grpSpMkLst>
            <pc:docMk/>
            <pc:sldMk cId="2871396514" sldId="723"/>
            <ac:grpSpMk id="20" creationId="{0CBB3579-DA03-8436-11E0-9BDE8BA2E727}"/>
          </ac:grpSpMkLst>
        </pc:grpChg>
        <pc:grpChg chg="del">
          <ac:chgData name="Aoi Seki" userId="3c72e6668d233292" providerId="LiveId" clId="{B9AE2B71-EDD8-5CEA-A9B6-04399197A6CF}" dt="2026-07-21T23:49:42.297" v="25017" actId="478"/>
          <ac:grpSpMkLst>
            <pc:docMk/>
            <pc:sldMk cId="2871396514" sldId="723"/>
            <ac:grpSpMk id="62" creationId="{4A324498-B734-988E-1DD3-3F384108FF67}"/>
          </ac:grpSpMkLst>
        </pc:grpChg>
        <pc:picChg chg="mod">
          <ac:chgData name="Aoi Seki" userId="3c72e6668d233292" providerId="LiveId" clId="{B9AE2B71-EDD8-5CEA-A9B6-04399197A6CF}" dt="2026-07-21T23:49:38.177" v="25016"/>
          <ac:picMkLst>
            <pc:docMk/>
            <pc:sldMk cId="2871396514" sldId="723"/>
            <ac:picMk id="4" creationId="{AC84E135-9688-5702-4730-20AC2AA6BEF4}"/>
          </ac:picMkLst>
        </pc:picChg>
        <pc:picChg chg="mod">
          <ac:chgData name="Aoi Seki" userId="3c72e6668d233292" providerId="LiveId" clId="{B9AE2B71-EDD8-5CEA-A9B6-04399197A6CF}" dt="2026-07-21T23:49:38.177" v="25016"/>
          <ac:picMkLst>
            <pc:docMk/>
            <pc:sldMk cId="2871396514" sldId="723"/>
            <ac:picMk id="5" creationId="{2C7AFE6C-459C-64AF-3107-3E673FF01349}"/>
          </ac:picMkLst>
        </pc:picChg>
        <pc:picChg chg="mod">
          <ac:chgData name="Aoi Seki" userId="3c72e6668d233292" providerId="LiveId" clId="{B9AE2B71-EDD8-5CEA-A9B6-04399197A6CF}" dt="2026-07-21T23:49:42.596" v="25018"/>
          <ac:picMkLst>
            <pc:docMk/>
            <pc:sldMk cId="2871396514" sldId="723"/>
            <ac:picMk id="7" creationId="{C7834C0E-4C8B-9A86-3E85-26F5101F89A6}"/>
          </ac:picMkLst>
        </pc:picChg>
        <pc:picChg chg="mod">
          <ac:chgData name="Aoi Seki" userId="3c72e6668d233292" providerId="LiveId" clId="{B9AE2B71-EDD8-5CEA-A9B6-04399197A6CF}" dt="2026-07-21T23:49:42.596" v="25018"/>
          <ac:picMkLst>
            <pc:docMk/>
            <pc:sldMk cId="2871396514" sldId="723"/>
            <ac:picMk id="8" creationId="{A1309889-CB2D-04FA-89DF-7298B7EA7D26}"/>
          </ac:picMkLst>
        </pc:picChg>
      </pc:sldChg>
      <pc:sldChg chg="addSp delSp modSp add mod">
        <pc:chgData name="Aoi Seki" userId="3c72e6668d233292" providerId="LiveId" clId="{B9AE2B71-EDD8-5CEA-A9B6-04399197A6CF}" dt="2026-07-21T23:53:17.153" v="25060" actId="164"/>
        <pc:sldMkLst>
          <pc:docMk/>
          <pc:sldMk cId="3441633917" sldId="724"/>
        </pc:sldMkLst>
        <pc:spChg chg="del">
          <ac:chgData name="Aoi Seki" userId="3c72e6668d233292" providerId="LiveId" clId="{B9AE2B71-EDD8-5CEA-A9B6-04399197A6CF}" dt="2026-07-21T23:51:30.056" v="25037" actId="478"/>
          <ac:spMkLst>
            <pc:docMk/>
            <pc:sldMk cId="3441633917" sldId="724"/>
            <ac:spMk id="2" creationId="{024DE522-4A1F-DB8D-6C77-6843E9A2ED36}"/>
          </ac:spMkLst>
        </pc:spChg>
        <pc:spChg chg="del">
          <ac:chgData name="Aoi Seki" userId="3c72e6668d233292" providerId="LiveId" clId="{B9AE2B71-EDD8-5CEA-A9B6-04399197A6CF}" dt="2026-07-21T23:51:30.056" v="25037" actId="478"/>
          <ac:spMkLst>
            <pc:docMk/>
            <pc:sldMk cId="3441633917" sldId="724"/>
            <ac:spMk id="3" creationId="{FF96C1A8-ED66-A498-98FF-1334D1DEFF8E}"/>
          </ac:spMkLst>
        </pc:spChg>
        <pc:spChg chg="del">
          <ac:chgData name="Aoi Seki" userId="3c72e6668d233292" providerId="LiveId" clId="{B9AE2B71-EDD8-5CEA-A9B6-04399197A6CF}" dt="2026-07-21T23:51:30.056" v="25037" actId="478"/>
          <ac:spMkLst>
            <pc:docMk/>
            <pc:sldMk cId="3441633917" sldId="724"/>
            <ac:spMk id="4" creationId="{96F0BD19-140E-D301-E517-BDFB48491EE1}"/>
          </ac:spMkLst>
        </pc:spChg>
        <pc:spChg chg="add del mod">
          <ac:chgData name="Aoi Seki" userId="3c72e6668d233292" providerId="LiveId" clId="{B9AE2B71-EDD8-5CEA-A9B6-04399197A6CF}" dt="2026-07-21T23:52:26.820" v="25046" actId="478"/>
          <ac:spMkLst>
            <pc:docMk/>
            <pc:sldMk cId="3441633917" sldId="724"/>
            <ac:spMk id="5" creationId="{1C77858D-5B9C-7EF4-AC23-CC9BBA6EEA4D}"/>
          </ac:spMkLst>
        </pc:spChg>
        <pc:spChg chg="add mod">
          <ac:chgData name="Aoi Seki" userId="3c72e6668d233292" providerId="LiveId" clId="{B9AE2B71-EDD8-5CEA-A9B6-04399197A6CF}" dt="2026-07-21T23:51:30.530" v="25038"/>
          <ac:spMkLst>
            <pc:docMk/>
            <pc:sldMk cId="3441633917" sldId="724"/>
            <ac:spMk id="7" creationId="{08362C53-9237-D7D8-B796-0DD55D2972E6}"/>
          </ac:spMkLst>
        </pc:spChg>
        <pc:spChg chg="add del mod">
          <ac:chgData name="Aoi Seki" userId="3c72e6668d233292" providerId="LiveId" clId="{B9AE2B71-EDD8-5CEA-A9B6-04399197A6CF}" dt="2026-07-21T23:52:26.820" v="25046" actId="478"/>
          <ac:spMkLst>
            <pc:docMk/>
            <pc:sldMk cId="3441633917" sldId="724"/>
            <ac:spMk id="8" creationId="{8CF3D430-212C-B1EC-B7A9-704304E55CB2}"/>
          </ac:spMkLst>
        </pc:spChg>
        <pc:spChg chg="mod">
          <ac:chgData name="Aoi Seki" userId="3c72e6668d233292" providerId="LiveId" clId="{B9AE2B71-EDD8-5CEA-A9B6-04399197A6CF}" dt="2026-07-21T23:51:43.534" v="25040"/>
          <ac:spMkLst>
            <pc:docMk/>
            <pc:sldMk cId="3441633917" sldId="724"/>
            <ac:spMk id="11" creationId="{CF5A669E-4B16-798E-54A3-37E0D2E43168}"/>
          </ac:spMkLst>
        </pc:spChg>
        <pc:spChg chg="mod">
          <ac:chgData name="Aoi Seki" userId="3c72e6668d233292" providerId="LiveId" clId="{B9AE2B71-EDD8-5CEA-A9B6-04399197A6CF}" dt="2026-07-21T23:51:43.534" v="25040"/>
          <ac:spMkLst>
            <pc:docMk/>
            <pc:sldMk cId="3441633917" sldId="724"/>
            <ac:spMk id="12" creationId="{BC73136C-ED20-91F8-76C4-C7854AE72C0F}"/>
          </ac:spMkLst>
        </pc:spChg>
        <pc:spChg chg="add mod">
          <ac:chgData name="Aoi Seki" userId="3c72e6668d233292" providerId="LiveId" clId="{B9AE2B71-EDD8-5CEA-A9B6-04399197A6CF}" dt="2026-07-21T23:52:27.167" v="25047"/>
          <ac:spMkLst>
            <pc:docMk/>
            <pc:sldMk cId="3441633917" sldId="724"/>
            <ac:spMk id="13" creationId="{3E975C91-C417-3110-BD10-C17E72C9C652}"/>
          </ac:spMkLst>
        </pc:spChg>
        <pc:spChg chg="add mod">
          <ac:chgData name="Aoi Seki" userId="3c72e6668d233292" providerId="LiveId" clId="{B9AE2B71-EDD8-5CEA-A9B6-04399197A6CF}" dt="2026-07-21T23:52:27.167" v="25047"/>
          <ac:spMkLst>
            <pc:docMk/>
            <pc:sldMk cId="3441633917" sldId="724"/>
            <ac:spMk id="14" creationId="{6F1CFC42-3118-00E9-2C1D-0EA7DD608172}"/>
          </ac:spMkLst>
        </pc:spChg>
        <pc:grpChg chg="add mod">
          <ac:chgData name="Aoi Seki" userId="3c72e6668d233292" providerId="LiveId" clId="{B9AE2B71-EDD8-5CEA-A9B6-04399197A6CF}" dt="2026-07-21T23:53:17.153" v="25060" actId="164"/>
          <ac:grpSpMkLst>
            <pc:docMk/>
            <pc:sldMk cId="3441633917" sldId="724"/>
            <ac:grpSpMk id="9" creationId="{9940B11F-90B4-10CF-EF79-9D98D0286785}"/>
          </ac:grpSpMkLst>
        </pc:grpChg>
        <pc:grpChg chg="add mod">
          <ac:chgData name="Aoi Seki" userId="3c72e6668d233292" providerId="LiveId" clId="{B9AE2B71-EDD8-5CEA-A9B6-04399197A6CF}" dt="2026-07-21T23:53:17.153" v="25060" actId="164"/>
          <ac:grpSpMkLst>
            <pc:docMk/>
            <pc:sldMk cId="3441633917" sldId="724"/>
            <ac:grpSpMk id="17" creationId="{CFD53D9F-CD3C-01F3-7285-CBAABEF73215}"/>
          </ac:grpSpMkLst>
        </pc:grpChg>
        <pc:picChg chg="del">
          <ac:chgData name="Aoi Seki" userId="3c72e6668d233292" providerId="LiveId" clId="{B9AE2B71-EDD8-5CEA-A9B6-04399197A6CF}" dt="2026-07-21T23:51:43.222" v="25039" actId="478"/>
          <ac:picMkLst>
            <pc:docMk/>
            <pc:sldMk cId="3441633917" sldId="724"/>
            <ac:picMk id="6" creationId="{7F7DF39C-9ACD-2E26-2944-1EE8873B64BA}"/>
          </ac:picMkLst>
        </pc:picChg>
        <pc:picChg chg="del mod">
          <ac:chgData name="Aoi Seki" userId="3c72e6668d233292" providerId="LiveId" clId="{B9AE2B71-EDD8-5CEA-A9B6-04399197A6CF}" dt="2026-07-21T23:53:11.060" v="25059" actId="478"/>
          <ac:picMkLst>
            <pc:docMk/>
            <pc:sldMk cId="3441633917" sldId="724"/>
            <ac:picMk id="10" creationId="{4152D536-A09D-1674-BD3E-D1D7CC3177D0}"/>
          </ac:picMkLst>
        </pc:picChg>
        <pc:picChg chg="add mod">
          <ac:chgData name="Aoi Seki" userId="3c72e6668d233292" providerId="LiveId" clId="{B9AE2B71-EDD8-5CEA-A9B6-04399197A6CF}" dt="2026-07-21T23:53:17.153" v="25060" actId="164"/>
          <ac:picMkLst>
            <pc:docMk/>
            <pc:sldMk cId="3441633917" sldId="724"/>
            <ac:picMk id="16" creationId="{4485643A-CB5D-0D24-90FF-6B1823987D60}"/>
          </ac:picMkLst>
        </pc:picChg>
      </pc:sldChg>
      <pc:sldChg chg="addSp delSp modSp add mod">
        <pc:chgData name="Aoi Seki" userId="3c72e6668d233292" providerId="LiveId" clId="{B9AE2B71-EDD8-5CEA-A9B6-04399197A6CF}" dt="2026-07-22T02:25:48.755" v="25829" actId="1036"/>
        <pc:sldMkLst>
          <pc:docMk/>
          <pc:sldMk cId="1440237601" sldId="725"/>
        </pc:sldMkLst>
        <pc:spChg chg="add mod">
          <ac:chgData name="Aoi Seki" userId="3c72e6668d233292" providerId="LiveId" clId="{B9AE2B71-EDD8-5CEA-A9B6-04399197A6CF}" dt="2026-07-22T00:17:42.867" v="25063"/>
          <ac:spMkLst>
            <pc:docMk/>
            <pc:sldMk cId="1440237601" sldId="725"/>
            <ac:spMk id="3" creationId="{D0319439-0E66-6DE3-DC09-B1F55EA8DA26}"/>
          </ac:spMkLst>
        </pc:spChg>
        <pc:spChg chg="add mod">
          <ac:chgData name="Aoi Seki" userId="3c72e6668d233292" providerId="LiveId" clId="{B9AE2B71-EDD8-5CEA-A9B6-04399197A6CF}" dt="2026-07-22T00:32:21.834" v="25749" actId="1035"/>
          <ac:spMkLst>
            <pc:docMk/>
            <pc:sldMk cId="1440237601" sldId="725"/>
            <ac:spMk id="10" creationId="{B122B451-8E9B-C938-E695-6B1C0F9AE33B}"/>
          </ac:spMkLst>
        </pc:spChg>
        <pc:spChg chg="add mod">
          <ac:chgData name="Aoi Seki" userId="3c72e6668d233292" providerId="LiveId" clId="{B9AE2B71-EDD8-5CEA-A9B6-04399197A6CF}" dt="2026-07-22T00:32:17.472" v="25748" actId="1036"/>
          <ac:spMkLst>
            <pc:docMk/>
            <pc:sldMk cId="1440237601" sldId="725"/>
            <ac:spMk id="13" creationId="{03F5A7C3-21D2-17EC-3667-CA68B2AE41CC}"/>
          </ac:spMkLst>
        </pc:spChg>
        <pc:spChg chg="add mod">
          <ac:chgData name="Aoi Seki" userId="3c72e6668d233292" providerId="LiveId" clId="{B9AE2B71-EDD8-5CEA-A9B6-04399197A6CF}" dt="2026-07-22T00:35:10.356" v="25781" actId="947"/>
          <ac:spMkLst>
            <pc:docMk/>
            <pc:sldMk cId="1440237601" sldId="725"/>
            <ac:spMk id="14" creationId="{8607932B-5F4C-FBA7-28BA-15D41AB4DE9A}"/>
          </ac:spMkLst>
        </pc:spChg>
        <pc:spChg chg="add del mod">
          <ac:chgData name="Aoi Seki" userId="3c72e6668d233292" providerId="LiveId" clId="{B9AE2B71-EDD8-5CEA-A9B6-04399197A6CF}" dt="2026-07-22T00:28:52.910" v="25613" actId="478"/>
          <ac:spMkLst>
            <pc:docMk/>
            <pc:sldMk cId="1440237601" sldId="725"/>
            <ac:spMk id="15" creationId="{AC040718-4095-A6ED-61CE-EE34A46A8738}"/>
          </ac:spMkLst>
        </pc:spChg>
        <pc:spChg chg="add del mod">
          <ac:chgData name="Aoi Seki" userId="3c72e6668d233292" providerId="LiveId" clId="{B9AE2B71-EDD8-5CEA-A9B6-04399197A6CF}" dt="2026-07-22T00:31:06.921" v="25729" actId="478"/>
          <ac:spMkLst>
            <pc:docMk/>
            <pc:sldMk cId="1440237601" sldId="725"/>
            <ac:spMk id="16" creationId="{0CA03807-3599-03A4-7860-A18DFD0FC1D7}"/>
          </ac:spMkLst>
        </pc:spChg>
        <pc:spChg chg="add del mod">
          <ac:chgData name="Aoi Seki" userId="3c72e6668d233292" providerId="LiveId" clId="{B9AE2B71-EDD8-5CEA-A9B6-04399197A6CF}" dt="2026-07-22T00:31:06.921" v="25729" actId="478"/>
          <ac:spMkLst>
            <pc:docMk/>
            <pc:sldMk cId="1440237601" sldId="725"/>
            <ac:spMk id="17" creationId="{139BA88D-4D08-AAD5-1031-C034CDBFEEBD}"/>
          </ac:spMkLst>
        </pc:spChg>
        <pc:spChg chg="add mod">
          <ac:chgData name="Aoi Seki" userId="3c72e6668d233292" providerId="LiveId" clId="{B9AE2B71-EDD8-5CEA-A9B6-04399197A6CF}" dt="2026-07-22T02:25:48.755" v="25829" actId="1036"/>
          <ac:spMkLst>
            <pc:docMk/>
            <pc:sldMk cId="1440237601" sldId="725"/>
            <ac:spMk id="18" creationId="{8AD58E39-A831-D43A-10C4-131500C19757}"/>
          </ac:spMkLst>
        </pc:spChg>
        <pc:spChg chg="add mod">
          <ac:chgData name="Aoi Seki" userId="3c72e6668d233292" providerId="LiveId" clId="{B9AE2B71-EDD8-5CEA-A9B6-04399197A6CF}" dt="2026-07-22T02:23:52.561" v="25828" actId="1035"/>
          <ac:spMkLst>
            <pc:docMk/>
            <pc:sldMk cId="1440237601" sldId="725"/>
            <ac:spMk id="19" creationId="{10044E49-D048-F105-963C-62CFA7F88795}"/>
          </ac:spMkLst>
        </pc:spChg>
        <pc:spChg chg="add mod">
          <ac:chgData name="Aoi Seki" userId="3c72e6668d233292" providerId="LiveId" clId="{B9AE2B71-EDD8-5CEA-A9B6-04399197A6CF}" dt="2026-07-22T02:23:52.561" v="25828" actId="1035"/>
          <ac:spMkLst>
            <pc:docMk/>
            <pc:sldMk cId="1440237601" sldId="725"/>
            <ac:spMk id="20" creationId="{55E5E9B7-A91F-B928-A9F3-3F5C74ED168C}"/>
          </ac:spMkLst>
        </pc:spChg>
        <pc:grpChg chg="del">
          <ac:chgData name="Aoi Seki" userId="3c72e6668d233292" providerId="LiveId" clId="{B9AE2B71-EDD8-5CEA-A9B6-04399197A6CF}" dt="2026-07-22T00:17:19.739" v="25062" actId="478"/>
          <ac:grpSpMkLst>
            <pc:docMk/>
            <pc:sldMk cId="1440237601" sldId="725"/>
            <ac:grpSpMk id="11" creationId="{24483A53-A93A-8733-3156-87DF3C6589B1}"/>
          </ac:grpSpMkLst>
        </pc:grpChg>
        <pc:grpChg chg="del mod">
          <ac:chgData name="Aoi Seki" userId="3c72e6668d233292" providerId="LiveId" clId="{B9AE2B71-EDD8-5CEA-A9B6-04399197A6CF}" dt="2026-07-22T00:26:00.641" v="25407" actId="478"/>
          <ac:grpSpMkLst>
            <pc:docMk/>
            <pc:sldMk cId="1440237601" sldId="725"/>
            <ac:grpSpMk id="12" creationId="{8DF09E5D-540C-2C0F-DEA5-EDD00CBFD2B6}"/>
          </ac:grpSpMkLst>
        </pc:grpChg>
      </pc:sldChg>
      <pc:sldChg chg="add del">
        <pc:chgData name="Aoi Seki" userId="3c72e6668d233292" providerId="LiveId" clId="{B9AE2B71-EDD8-5CEA-A9B6-04399197A6CF}" dt="2026-07-22T00:36:28.022" v="25797" actId="2696"/>
        <pc:sldMkLst>
          <pc:docMk/>
          <pc:sldMk cId="1576689341" sldId="726"/>
        </pc:sldMkLst>
      </pc:sldChg>
      <pc:sldChg chg="add">
        <pc:chgData name="Aoi Seki" userId="3c72e6668d233292" providerId="LiveId" clId="{B9AE2B71-EDD8-5CEA-A9B6-04399197A6CF}" dt="2026-07-21T23:53:50.727" v="25061"/>
        <pc:sldMkLst>
          <pc:docMk/>
          <pc:sldMk cId="1624146433" sldId="727"/>
        </pc:sldMkLst>
      </pc:sldChg>
      <pc:sldMasterChg chg="modSldLayout">
        <pc:chgData name="Aoi Seki" userId="3c72e6668d233292" providerId="LiveId" clId="{B9AE2B71-EDD8-5CEA-A9B6-04399197A6CF}" dt="2026-07-07T12:13:48.133" v="18974" actId="20577"/>
        <pc:sldMasterMkLst>
          <pc:docMk/>
          <pc:sldMasterMk cId="3847310903" sldId="2147483738"/>
        </pc:sldMasterMkLst>
        <pc:sldLayoutChg chg="modSp mod">
          <pc:chgData name="Aoi Seki" userId="3c72e6668d233292" providerId="LiveId" clId="{B9AE2B71-EDD8-5CEA-A9B6-04399197A6CF}" dt="2026-07-07T08:42:28.144" v="17769" actId="20577"/>
          <pc:sldLayoutMkLst>
            <pc:docMk/>
            <pc:sldMasterMk cId="3847310903" sldId="2147483738"/>
            <pc:sldLayoutMk cId="941720685" sldId="2147483761"/>
          </pc:sldLayoutMkLst>
          <pc:spChg chg="mod">
            <ac:chgData name="Aoi Seki" userId="3c72e6668d233292" providerId="LiveId" clId="{B9AE2B71-EDD8-5CEA-A9B6-04399197A6CF}" dt="2026-07-07T08:42:28.144" v="17769" actId="20577"/>
            <ac:spMkLst>
              <pc:docMk/>
              <pc:sldMasterMk cId="3847310903" sldId="2147483738"/>
              <pc:sldLayoutMk cId="941720685" sldId="2147483761"/>
              <ac:spMk id="6" creationId="{48A53052-673D-3D58-8593-41204167CE3F}"/>
            </ac:spMkLst>
          </pc:spChg>
        </pc:sldLayoutChg>
        <pc:sldLayoutChg chg="modSp mod">
          <pc:chgData name="Aoi Seki" userId="3c72e6668d233292" providerId="LiveId" clId="{B9AE2B71-EDD8-5CEA-A9B6-04399197A6CF}" dt="2026-07-07T12:13:48.133" v="18974" actId="20577"/>
          <pc:sldLayoutMkLst>
            <pc:docMk/>
            <pc:sldMasterMk cId="3847310903" sldId="2147483738"/>
            <pc:sldLayoutMk cId="896620167" sldId="2147483762"/>
          </pc:sldLayoutMkLst>
          <pc:spChg chg="mod">
            <ac:chgData name="Aoi Seki" userId="3c72e6668d233292" providerId="LiveId" clId="{B9AE2B71-EDD8-5CEA-A9B6-04399197A6CF}" dt="2026-07-07T12:13:48.133" v="18974" actId="20577"/>
            <ac:spMkLst>
              <pc:docMk/>
              <pc:sldMasterMk cId="3847310903" sldId="2147483738"/>
              <pc:sldLayoutMk cId="896620167" sldId="2147483762"/>
              <ac:spMk id="6" creationId="{48A53052-673D-3D58-8593-41204167CE3F}"/>
            </ac:spMkLst>
          </pc:sp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7F15BE4-A486-474C-B16D-8EC3F0EBB2E4}" type="datetimeFigureOut">
              <a:rPr kumimoji="1" lang="ja-JP" altLang="en-US" smtClean="0"/>
              <a:t>2026/9/22</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EEE8E2C-C6E7-47E1-A50F-F18D407175ED}" type="slidenum">
              <a:rPr kumimoji="1" lang="ja-JP" altLang="en-US" smtClean="0"/>
              <a:t>‹#›</a:t>
            </a:fld>
            <a:endParaRPr kumimoji="1" lang="ja-JP" altLang="en-US"/>
          </a:p>
        </p:txBody>
      </p:sp>
    </p:spTree>
    <p:extLst>
      <p:ext uri="{BB962C8B-B14F-4D97-AF65-F5344CB8AC3E}">
        <p14:creationId xmlns:p14="http://schemas.microsoft.com/office/powerpoint/2010/main" val="694969428"/>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DCA33D-451C-9BE2-BC75-75F36A09638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25ECED0-362A-BEE8-A0E4-0A5C7B21ECDE}"/>
              </a:ext>
            </a:extLst>
          </p:cNvPr>
          <p:cNvSpPr>
            <a:spLocks noGrp="1" noRot="1" noChangeAspect="1"/>
          </p:cNvSpPr>
          <p:nvPr>
            <p:ph type="sldImg"/>
          </p:nvPr>
        </p:nvSpPr>
        <p:spPr>
          <a:xfrm>
            <a:off x="685800" y="1143000"/>
            <a:ext cx="5486400" cy="3086100"/>
          </a:xfrm>
        </p:spPr>
      </p:sp>
      <p:sp>
        <p:nvSpPr>
          <p:cNvPr id="3" name="ノート プレースホルダー 2">
            <a:extLst>
              <a:ext uri="{FF2B5EF4-FFF2-40B4-BE49-F238E27FC236}">
                <a16:creationId xmlns:a16="http://schemas.microsoft.com/office/drawing/2014/main" id="{205E2F25-3BFE-68CB-9CC1-941811008784}"/>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49A7B84-46AC-2D98-7385-6ACCC76CFD97}"/>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EEE8E2C-C6E7-47E1-A50F-F18D407175ED}" type="slidenum">
              <a:rPr kumimoji="1" lang="ja-JP" altLang="en-US" sz="1200" b="0" i="0" u="none" strike="noStrike" kern="1200" cap="none" spc="0" normalizeH="0" baseline="0" noProof="0" smtClean="0">
                <a:ln>
                  <a:noFill/>
                </a:ln>
                <a:solidFill>
                  <a:prstClr val="black"/>
                </a:solidFill>
                <a:effectLst/>
                <a:uLnTx/>
                <a:uFillTx/>
                <a:latin typeface="游ゴシック" panose="020F0502020204030204"/>
                <a:ea typeface="游ゴシック" panose="020B0400000000000000" pitchFamily="50" charset="-128"/>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1" lang="ja-JP" altLang="en-US" sz="1200" b="0" i="0" u="none" strike="noStrike" kern="1200" cap="none" spc="0" normalizeH="0" baseline="0" noProof="0">
              <a:ln>
                <a:noFill/>
              </a:ln>
              <a:solidFill>
                <a:prstClr val="black"/>
              </a:solidFill>
              <a:effectLst/>
              <a:uLnTx/>
              <a:uFillTx/>
              <a:latin typeface="游ゴシック" panose="020F0502020204030204"/>
              <a:ea typeface="游ゴシック" panose="020B0400000000000000" pitchFamily="50" charset="-128"/>
              <a:cs typeface="+mn-cs"/>
            </a:endParaRPr>
          </a:p>
        </p:txBody>
      </p:sp>
    </p:spTree>
    <p:extLst>
      <p:ext uri="{BB962C8B-B14F-4D97-AF65-F5344CB8AC3E}">
        <p14:creationId xmlns:p14="http://schemas.microsoft.com/office/powerpoint/2010/main" val="175199210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685800" y="1143000"/>
            <a:ext cx="5486400" cy="3086100"/>
          </a:xfrm>
        </p:spPr>
      </p:sp>
      <p:sp>
        <p:nvSpPr>
          <p:cNvPr id="3" name="ノート プレースホルダー 2"/>
          <p:cNvSpPr>
            <a:spLocks noGrp="1"/>
          </p:cNvSpPr>
          <p:nvPr>
            <p:ph type="body" idx="1"/>
          </p:nvPr>
        </p:nvSpPr>
        <p:spPr/>
        <p:txBody>
          <a:bodyPr/>
          <a:lstStyle/>
          <a:p>
            <a:endParaRPr kumimoji="1" lang="en-US" altLang="ja-JP" dirty="0"/>
          </a:p>
        </p:txBody>
      </p:sp>
      <p:sp>
        <p:nvSpPr>
          <p:cNvPr id="4" name="スライド番号プレースホルダー 3"/>
          <p:cNvSpPr>
            <a:spLocks noGrp="1"/>
          </p:cNvSpPr>
          <p:nvPr>
            <p:ph type="sldNum" sz="quarter" idx="5"/>
          </p:nvPr>
        </p:nvSpPr>
        <p:spPr/>
        <p:txBody>
          <a:bodyPr/>
          <a:lstStyle/>
          <a:p>
            <a:fld id="{EEEE8E2C-C6E7-47E1-A50F-F18D407175ED}" type="slidenum">
              <a:rPr kumimoji="1" lang="ja-JP" altLang="en-US" smtClean="0"/>
              <a:t>2</a:t>
            </a:fld>
            <a:endParaRPr kumimoji="1" lang="ja-JP" altLang="en-US"/>
          </a:p>
        </p:txBody>
      </p:sp>
    </p:spTree>
    <p:extLst>
      <p:ext uri="{BB962C8B-B14F-4D97-AF65-F5344CB8AC3E}">
        <p14:creationId xmlns:p14="http://schemas.microsoft.com/office/powerpoint/2010/main" val="16182207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（文献調査により）得られた結果だけを伝える</a:t>
            </a:r>
            <a:br>
              <a:rPr kumimoji="1" lang="en-US" altLang="ja-JP" dirty="0"/>
            </a:br>
            <a:endParaRPr kumimoji="1" lang="en-US" altLang="ja-JP" dirty="0"/>
          </a:p>
          <a:p>
            <a:r>
              <a:rPr kumimoji="1" lang="ja-JP" altLang="en-US"/>
              <a:t>伝えないといけないのは、</a:t>
            </a:r>
            <a:br>
              <a:rPr kumimoji="1" lang="en-US" altLang="ja-JP" dirty="0"/>
            </a:br>
            <a:r>
              <a:rPr kumimoji="1" lang="ja-JP" altLang="en-US"/>
              <a:t>・詳細ニーズ</a:t>
            </a:r>
            <a:r>
              <a:rPr kumimoji="1" lang="en-US" altLang="ja-JP" dirty="0"/>
              <a:t>×</a:t>
            </a:r>
            <a:r>
              <a:rPr kumimoji="1" lang="ja-JP" altLang="en-US"/>
              <a:t>属性の全体感</a:t>
            </a:r>
            <a:endParaRPr kumimoji="1" lang="en-US" altLang="ja-JP" dirty="0"/>
          </a:p>
          <a:p>
            <a:r>
              <a:rPr kumimoji="1" lang="ja-JP" altLang="en-US"/>
              <a:t>・文献調査によるという点</a:t>
            </a:r>
            <a:endParaRPr kumimoji="1" lang="en-US" altLang="ja-JP" dirty="0"/>
          </a:p>
          <a:p>
            <a:r>
              <a:rPr kumimoji="1" lang="ja-JP" altLang="en-US"/>
              <a:t>・本プロジェクトで注力するニーズの内容</a:t>
            </a:r>
          </a:p>
        </p:txBody>
      </p:sp>
      <p:sp>
        <p:nvSpPr>
          <p:cNvPr id="4" name="スライド番号プレースホルダー 3"/>
          <p:cNvSpPr>
            <a:spLocks noGrp="1"/>
          </p:cNvSpPr>
          <p:nvPr>
            <p:ph type="sldNum" sz="quarter" idx="5"/>
          </p:nvPr>
        </p:nvSpPr>
        <p:spPr/>
        <p:txBody>
          <a:bodyPr/>
          <a:lstStyle/>
          <a:p>
            <a:fld id="{EEEE8E2C-C6E7-47E1-A50F-F18D407175ED}" type="slidenum">
              <a:rPr kumimoji="1" lang="ja-JP" altLang="en-US" smtClean="0"/>
              <a:t>3</a:t>
            </a:fld>
            <a:endParaRPr kumimoji="1" lang="ja-JP" altLang="en-US"/>
          </a:p>
        </p:txBody>
      </p:sp>
    </p:spTree>
    <p:extLst>
      <p:ext uri="{BB962C8B-B14F-4D97-AF65-F5344CB8AC3E}">
        <p14:creationId xmlns:p14="http://schemas.microsoft.com/office/powerpoint/2010/main" val="311677211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685800" y="1143000"/>
            <a:ext cx="5486400" cy="3086100"/>
          </a:xfrm>
        </p:spPr>
      </p:sp>
      <p:sp>
        <p:nvSpPr>
          <p:cNvPr id="3" name="ノート プレースホルダー 2"/>
          <p:cNvSpPr>
            <a:spLocks noGrp="1"/>
          </p:cNvSpPr>
          <p:nvPr>
            <p:ph type="body" idx="1"/>
          </p:nvPr>
        </p:nvSpPr>
        <p:spPr/>
        <p:txBody>
          <a:bodyPr/>
          <a:lstStyle/>
          <a:p>
            <a:r>
              <a:rPr kumimoji="1" lang="ja-JP" altLang="en-US"/>
              <a:t>ここは、ひとつまえの補足</a:t>
            </a:r>
            <a:br>
              <a:rPr kumimoji="1" lang="en-US" altLang="ja-JP" dirty="0"/>
            </a:br>
            <a:r>
              <a:rPr kumimoji="1" lang="ja-JP" altLang="en-US"/>
              <a:t>特に、ニーズの大きさと変化の算出方法、ならびに判定基準について</a:t>
            </a:r>
          </a:p>
        </p:txBody>
      </p:sp>
      <p:sp>
        <p:nvSpPr>
          <p:cNvPr id="4" name="スライド番号プレースホルダー 3"/>
          <p:cNvSpPr>
            <a:spLocks noGrp="1"/>
          </p:cNvSpPr>
          <p:nvPr>
            <p:ph type="sldNum" sz="quarter" idx="5"/>
          </p:nvPr>
        </p:nvSpPr>
        <p:spPr/>
        <p:txBody>
          <a:bodyPr/>
          <a:lstStyle/>
          <a:p>
            <a:fld id="{EEEE8E2C-C6E7-47E1-A50F-F18D407175ED}" type="slidenum">
              <a:rPr kumimoji="1" lang="ja-JP" altLang="en-US" smtClean="0"/>
              <a:t>4</a:t>
            </a:fld>
            <a:endParaRPr kumimoji="1" lang="ja-JP" altLang="en-US"/>
          </a:p>
        </p:txBody>
      </p:sp>
    </p:spTree>
    <p:extLst>
      <p:ext uri="{BB962C8B-B14F-4D97-AF65-F5344CB8AC3E}">
        <p14:creationId xmlns:p14="http://schemas.microsoft.com/office/powerpoint/2010/main" val="413486989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AD9C21-D06C-8EBD-BC56-9BD5387A950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612C746-0809-7A80-602E-B6845392CC1F}"/>
              </a:ext>
            </a:extLst>
          </p:cNvPr>
          <p:cNvSpPr>
            <a:spLocks noGrp="1" noRot="1" noChangeAspect="1"/>
          </p:cNvSpPr>
          <p:nvPr>
            <p:ph type="sldImg"/>
          </p:nvPr>
        </p:nvSpPr>
        <p:spPr>
          <a:xfrm>
            <a:off x="685800" y="1143000"/>
            <a:ext cx="5486400" cy="3086100"/>
          </a:xfrm>
        </p:spPr>
      </p:sp>
      <p:sp>
        <p:nvSpPr>
          <p:cNvPr id="3" name="ノート プレースホルダー 2">
            <a:extLst>
              <a:ext uri="{FF2B5EF4-FFF2-40B4-BE49-F238E27FC236}">
                <a16:creationId xmlns:a16="http://schemas.microsoft.com/office/drawing/2014/main" id="{570E575D-6857-8975-24D0-E565AEF53227}"/>
              </a:ext>
            </a:extLst>
          </p:cNvPr>
          <p:cNvSpPr>
            <a:spLocks noGrp="1"/>
          </p:cNvSpPr>
          <p:nvPr>
            <p:ph type="body" idx="1"/>
          </p:nvPr>
        </p:nvSpPr>
        <p:spPr/>
        <p:txBody>
          <a:bodyPr/>
          <a:lstStyle/>
          <a:p>
            <a:r>
              <a:rPr kumimoji="1" lang="ja-JP" altLang="en-US"/>
              <a:t>セブンイレブンに重きをおいて、このタイミングで特定された問題を伝える</a:t>
            </a:r>
            <a:endParaRPr kumimoji="1" lang="en-US" altLang="ja-JP" dirty="0"/>
          </a:p>
          <a:p>
            <a:endParaRPr kumimoji="1" lang="en-US" altLang="ja-JP" dirty="0"/>
          </a:p>
          <a:p>
            <a:r>
              <a:rPr kumimoji="1" lang="ja-JP" altLang="en-US"/>
              <a:t>伝えないといけないのは、</a:t>
            </a:r>
            <a:endParaRPr kumimoji="1" lang="en-US" altLang="ja-JP" dirty="0"/>
          </a:p>
          <a:p>
            <a:r>
              <a:rPr kumimoji="1" lang="ja-JP" altLang="en-US"/>
              <a:t>・注力する健康ニーズをまとめる</a:t>
            </a:r>
            <a:endParaRPr kumimoji="1" lang="en-US" altLang="ja-JP" dirty="0"/>
          </a:p>
          <a:p>
            <a:r>
              <a:rPr kumimoji="1" lang="ja-JP" altLang="en-US"/>
              <a:t>・セブンイレブンの対応を評価する</a:t>
            </a:r>
            <a:endParaRPr kumimoji="1" lang="en-US" altLang="ja-JP" dirty="0"/>
          </a:p>
          <a:p>
            <a:r>
              <a:rPr kumimoji="1" lang="ja-JP" altLang="en-US"/>
              <a:t>・「対応」の定義</a:t>
            </a:r>
            <a:endParaRPr kumimoji="1" lang="en-US" altLang="ja-JP" dirty="0"/>
          </a:p>
          <a:p>
            <a:r>
              <a:rPr kumimoji="1" lang="ja-JP" altLang="en-US"/>
              <a:t>・「対応」の評価方法</a:t>
            </a:r>
            <a:endParaRPr kumimoji="1" lang="en-US" altLang="ja-JP" dirty="0"/>
          </a:p>
          <a:p>
            <a:r>
              <a:rPr kumimoji="1" lang="ja-JP" altLang="en-US"/>
              <a:t>・特定された問題</a:t>
            </a:r>
          </a:p>
        </p:txBody>
      </p:sp>
      <p:sp>
        <p:nvSpPr>
          <p:cNvPr id="4" name="スライド番号プレースホルダー 3">
            <a:extLst>
              <a:ext uri="{FF2B5EF4-FFF2-40B4-BE49-F238E27FC236}">
                <a16:creationId xmlns:a16="http://schemas.microsoft.com/office/drawing/2014/main" id="{A9A5C18C-8ECB-34AB-F15A-4AB933FE6154}"/>
              </a:ext>
            </a:extLst>
          </p:cNvPr>
          <p:cNvSpPr>
            <a:spLocks noGrp="1"/>
          </p:cNvSpPr>
          <p:nvPr>
            <p:ph type="sldNum" sz="quarter" idx="5"/>
          </p:nvPr>
        </p:nvSpPr>
        <p:spPr/>
        <p:txBody>
          <a:bodyPr/>
          <a:lstStyle/>
          <a:p>
            <a:fld id="{EEEE8E2C-C6E7-47E1-A50F-F18D407175ED}" type="slidenum">
              <a:rPr kumimoji="1" lang="ja-JP" altLang="en-US" smtClean="0"/>
              <a:t>5</a:t>
            </a:fld>
            <a:endParaRPr kumimoji="1" lang="ja-JP" altLang="en-US"/>
          </a:p>
        </p:txBody>
      </p:sp>
    </p:spTree>
    <p:extLst>
      <p:ext uri="{BB962C8B-B14F-4D97-AF65-F5344CB8AC3E}">
        <p14:creationId xmlns:p14="http://schemas.microsoft.com/office/powerpoint/2010/main" val="221506121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692EB3-3168-7EFD-2970-C6B61B9E094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E1004F7-6F8B-B7EC-C8CC-3DE603D2CB89}"/>
              </a:ext>
            </a:extLst>
          </p:cNvPr>
          <p:cNvSpPr>
            <a:spLocks noGrp="1" noRot="1" noChangeAspect="1"/>
          </p:cNvSpPr>
          <p:nvPr>
            <p:ph type="sldImg"/>
          </p:nvPr>
        </p:nvSpPr>
        <p:spPr>
          <a:xfrm>
            <a:off x="685800" y="1143000"/>
            <a:ext cx="5486400" cy="3086100"/>
          </a:xfrm>
        </p:spPr>
      </p:sp>
      <p:sp>
        <p:nvSpPr>
          <p:cNvPr id="3" name="ノート プレースホルダー 2">
            <a:extLst>
              <a:ext uri="{FF2B5EF4-FFF2-40B4-BE49-F238E27FC236}">
                <a16:creationId xmlns:a16="http://schemas.microsoft.com/office/drawing/2014/main" id="{A7BBC2CA-8454-B811-0201-A5420CCFEB01}"/>
              </a:ext>
            </a:extLst>
          </p:cNvPr>
          <p:cNvSpPr>
            <a:spLocks noGrp="1"/>
          </p:cNvSpPr>
          <p:nvPr>
            <p:ph type="body" idx="1"/>
          </p:nvPr>
        </p:nvSpPr>
        <p:spPr/>
        <p:txBody>
          <a:bodyPr/>
          <a:lstStyle/>
          <a:p>
            <a:r>
              <a:rPr kumimoji="1" lang="ja-JP" altLang="en-US"/>
              <a:t>「対応」に該当する商品を抽出した</a:t>
            </a:r>
            <a:endParaRPr kumimoji="1" lang="en-US" altLang="ja-JP" dirty="0"/>
          </a:p>
          <a:p>
            <a:r>
              <a:rPr kumimoji="1" lang="ja-JP" altLang="en-US"/>
              <a:t>（文献調査により）得られた結果のみを伝える</a:t>
            </a:r>
            <a:endParaRPr kumimoji="1" lang="en-US" altLang="ja-JP" dirty="0"/>
          </a:p>
          <a:p>
            <a:endParaRPr kumimoji="1" lang="en-US" altLang="ja-JP" dirty="0"/>
          </a:p>
          <a:p>
            <a:r>
              <a:rPr kumimoji="1" lang="ja-JP" altLang="en-US"/>
              <a:t>その商品数に基づき、実施量を評価した</a:t>
            </a:r>
            <a:endParaRPr kumimoji="1" lang="en-US" altLang="ja-JP" dirty="0"/>
          </a:p>
          <a:p>
            <a:endParaRPr kumimoji="1" lang="en-US" altLang="ja-JP" dirty="0"/>
          </a:p>
          <a:p>
            <a:r>
              <a:rPr kumimoji="1" lang="ja-JP" altLang="en-US"/>
              <a:t>伝えないといけないこと、</a:t>
            </a:r>
            <a:endParaRPr kumimoji="1" lang="en-US" altLang="ja-JP" dirty="0"/>
          </a:p>
          <a:p>
            <a:r>
              <a:rPr kumimoji="1" lang="ja-JP" altLang="en-US"/>
              <a:t>・「対応」に該当する商品が、実際にあるということを、商品名を紹介して伝える</a:t>
            </a:r>
            <a:endParaRPr kumimoji="1" lang="en-US" altLang="ja-JP" dirty="0"/>
          </a:p>
          <a:p>
            <a:r>
              <a:rPr kumimoji="1" lang="ja-JP" altLang="en-US"/>
              <a:t>・文献調査に基づくということ</a:t>
            </a:r>
            <a:endParaRPr kumimoji="1" lang="en-US" altLang="ja-JP" dirty="0"/>
          </a:p>
          <a:p>
            <a:r>
              <a:rPr kumimoji="1" lang="ja-JP" altLang="en-US"/>
              <a:t>・脂質への対応が不十分であるという点で、問題であるということ</a:t>
            </a:r>
            <a:endParaRPr kumimoji="1" lang="en-US" altLang="ja-JP" dirty="0"/>
          </a:p>
          <a:p>
            <a:r>
              <a:rPr kumimoji="1" lang="ja-JP" altLang="en-US"/>
              <a:t>・他社も同様であること</a:t>
            </a:r>
            <a:endParaRPr kumimoji="1" lang="en-US" altLang="ja-JP" dirty="0"/>
          </a:p>
          <a:p>
            <a:endParaRPr kumimoji="1" lang="en-US" altLang="ja-JP" dirty="0"/>
          </a:p>
          <a:p>
            <a:r>
              <a:rPr kumimoji="1" lang="en-US" altLang="ja-JP" dirty="0"/>
              <a:t>※</a:t>
            </a:r>
            <a:r>
              <a:rPr kumimoji="1" lang="ja-JP" altLang="en-US"/>
              <a:t> 実施量の評価の判定基準がなぜその値なのかについては、聞かれたら答える</a:t>
            </a:r>
            <a:endParaRPr kumimoji="1" lang="en-US" altLang="ja-JP" dirty="0"/>
          </a:p>
        </p:txBody>
      </p:sp>
      <p:sp>
        <p:nvSpPr>
          <p:cNvPr id="4" name="スライド番号プレースホルダー 3">
            <a:extLst>
              <a:ext uri="{FF2B5EF4-FFF2-40B4-BE49-F238E27FC236}">
                <a16:creationId xmlns:a16="http://schemas.microsoft.com/office/drawing/2014/main" id="{C7216F4B-3C39-EADD-8C3F-65F38053CB38}"/>
              </a:ext>
            </a:extLst>
          </p:cNvPr>
          <p:cNvSpPr>
            <a:spLocks noGrp="1"/>
          </p:cNvSpPr>
          <p:nvPr>
            <p:ph type="sldNum" sz="quarter" idx="5"/>
          </p:nvPr>
        </p:nvSpPr>
        <p:spPr/>
        <p:txBody>
          <a:bodyPr/>
          <a:lstStyle/>
          <a:p>
            <a:fld id="{EEEE8E2C-C6E7-47E1-A50F-F18D407175ED}" type="slidenum">
              <a:rPr kumimoji="1" lang="ja-JP" altLang="en-US" smtClean="0"/>
              <a:t>6</a:t>
            </a:fld>
            <a:endParaRPr kumimoji="1" lang="ja-JP" altLang="en-US"/>
          </a:p>
        </p:txBody>
      </p:sp>
    </p:spTree>
    <p:extLst>
      <p:ext uri="{BB962C8B-B14F-4D97-AF65-F5344CB8AC3E}">
        <p14:creationId xmlns:p14="http://schemas.microsoft.com/office/powerpoint/2010/main" val="7249140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672CA5-38B7-365B-9D50-6141D281D58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BC82777-E0DE-E13B-5C4C-1AF63D366AF0}"/>
              </a:ext>
            </a:extLst>
          </p:cNvPr>
          <p:cNvSpPr>
            <a:spLocks noGrp="1" noRot="1" noChangeAspect="1"/>
          </p:cNvSpPr>
          <p:nvPr>
            <p:ph type="sldImg"/>
          </p:nvPr>
        </p:nvSpPr>
        <p:spPr>
          <a:xfrm>
            <a:off x="685800" y="1143000"/>
            <a:ext cx="5486400" cy="3086100"/>
          </a:xfrm>
        </p:spPr>
      </p:sp>
      <p:sp>
        <p:nvSpPr>
          <p:cNvPr id="3" name="ノート プレースホルダー 2">
            <a:extLst>
              <a:ext uri="{FF2B5EF4-FFF2-40B4-BE49-F238E27FC236}">
                <a16:creationId xmlns:a16="http://schemas.microsoft.com/office/drawing/2014/main" id="{01CFBBAD-F548-66BD-6278-63ADB97AA3A7}"/>
              </a:ext>
            </a:extLst>
          </p:cNvPr>
          <p:cNvSpPr>
            <a:spLocks noGrp="1"/>
          </p:cNvSpPr>
          <p:nvPr>
            <p:ph type="body" idx="1"/>
          </p:nvPr>
        </p:nvSpPr>
        <p:spPr/>
        <p:txBody>
          <a:bodyPr/>
          <a:lstStyle/>
          <a:p>
            <a:r>
              <a:rPr kumimoji="1" lang="ja-JP" altLang="en-US"/>
              <a:t>ここは一つ前の補足</a:t>
            </a:r>
            <a:endParaRPr kumimoji="1" lang="en-US" altLang="ja-JP" dirty="0"/>
          </a:p>
          <a:p>
            <a:r>
              <a:rPr kumimoji="1" lang="ja-JP" altLang="en-US"/>
              <a:t>「対応」に該当する商品を抽出する方法について</a:t>
            </a:r>
            <a:endParaRPr kumimoji="1" lang="en-US" altLang="ja-JP" dirty="0"/>
          </a:p>
          <a:p>
            <a:r>
              <a:rPr kumimoji="1" lang="ja-JP" altLang="en-US"/>
              <a:t>判定基準も含めて</a:t>
            </a:r>
            <a:endParaRPr kumimoji="1" lang="en-US" altLang="ja-JP" dirty="0"/>
          </a:p>
        </p:txBody>
      </p:sp>
      <p:sp>
        <p:nvSpPr>
          <p:cNvPr id="4" name="スライド番号プレースホルダー 3">
            <a:extLst>
              <a:ext uri="{FF2B5EF4-FFF2-40B4-BE49-F238E27FC236}">
                <a16:creationId xmlns:a16="http://schemas.microsoft.com/office/drawing/2014/main" id="{39409717-6617-150F-06D6-958675DFCCCD}"/>
              </a:ext>
            </a:extLst>
          </p:cNvPr>
          <p:cNvSpPr>
            <a:spLocks noGrp="1"/>
          </p:cNvSpPr>
          <p:nvPr>
            <p:ph type="sldNum" sz="quarter" idx="5"/>
          </p:nvPr>
        </p:nvSpPr>
        <p:spPr/>
        <p:txBody>
          <a:bodyPr/>
          <a:lstStyle/>
          <a:p>
            <a:fld id="{EEEE8E2C-C6E7-47E1-A50F-F18D407175ED}" type="slidenum">
              <a:rPr kumimoji="1" lang="ja-JP" altLang="en-US" smtClean="0"/>
              <a:t>7</a:t>
            </a:fld>
            <a:endParaRPr kumimoji="1" lang="ja-JP" altLang="en-US"/>
          </a:p>
        </p:txBody>
      </p:sp>
    </p:spTree>
    <p:extLst>
      <p:ext uri="{BB962C8B-B14F-4D97-AF65-F5344CB8AC3E}">
        <p14:creationId xmlns:p14="http://schemas.microsoft.com/office/powerpoint/2010/main" val="26399931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685800" y="1143000"/>
            <a:ext cx="5486400" cy="3086100"/>
          </a:xfrm>
        </p:spPr>
      </p:sp>
      <p:sp>
        <p:nvSpPr>
          <p:cNvPr id="3" name="ノート プレースホルダー 2"/>
          <p:cNvSpPr>
            <a:spLocks noGrp="1"/>
          </p:cNvSpPr>
          <p:nvPr>
            <p:ph type="body" idx="1"/>
          </p:nvPr>
        </p:nvSpPr>
        <p:spPr/>
        <p:txBody>
          <a:bodyPr/>
          <a:lstStyle/>
          <a:p>
            <a:r>
              <a:rPr kumimoji="1" lang="ja-JP" altLang="en-US"/>
              <a:t>購買記録数の概念を導入する</a:t>
            </a:r>
            <a:endParaRPr kumimoji="1" lang="en-US" altLang="ja-JP" dirty="0"/>
          </a:p>
          <a:p>
            <a:r>
              <a:rPr kumimoji="1" lang="ja-JP" altLang="en-US"/>
              <a:t>（ここでは、二つの要素については話さない）</a:t>
            </a:r>
            <a:endParaRPr kumimoji="1" lang="en-US" altLang="ja-JP" dirty="0"/>
          </a:p>
          <a:p>
            <a:endParaRPr kumimoji="1" lang="en-US" altLang="ja-JP" dirty="0"/>
          </a:p>
          <a:p>
            <a:r>
              <a:rPr kumimoji="1" lang="ja-JP" altLang="en-US"/>
              <a:t>伝えないといけないこと、</a:t>
            </a:r>
            <a:endParaRPr kumimoji="1" lang="en-US" altLang="ja-JP" dirty="0"/>
          </a:p>
          <a:p>
            <a:r>
              <a:rPr kumimoji="1" lang="ja-JP" altLang="en-US"/>
              <a:t>・ここからは、</a:t>
            </a:r>
            <a:r>
              <a:rPr kumimoji="1" lang="en-US" altLang="ja-JP" dirty="0" err="1"/>
              <a:t>zaim</a:t>
            </a:r>
            <a:r>
              <a:rPr kumimoji="1" lang="ja-JP" altLang="en-US"/>
              <a:t>のデータ分析であること</a:t>
            </a:r>
            <a:endParaRPr kumimoji="1" lang="en-US" altLang="ja-JP" dirty="0"/>
          </a:p>
        </p:txBody>
      </p:sp>
      <p:sp>
        <p:nvSpPr>
          <p:cNvPr id="4" name="スライド番号プレースホルダー 3"/>
          <p:cNvSpPr>
            <a:spLocks noGrp="1"/>
          </p:cNvSpPr>
          <p:nvPr>
            <p:ph type="sldNum" sz="quarter" idx="5"/>
          </p:nvPr>
        </p:nvSpPr>
        <p:spPr/>
        <p:txBody>
          <a:bodyPr/>
          <a:lstStyle/>
          <a:p>
            <a:fld id="{EEEE8E2C-C6E7-47E1-A50F-F18D407175ED}" type="slidenum">
              <a:rPr kumimoji="1" lang="ja-JP" altLang="en-US" smtClean="0"/>
              <a:t>8</a:t>
            </a:fld>
            <a:endParaRPr kumimoji="1" lang="ja-JP" altLang="en-US"/>
          </a:p>
        </p:txBody>
      </p:sp>
    </p:spTree>
    <p:extLst>
      <p:ext uri="{BB962C8B-B14F-4D97-AF65-F5344CB8AC3E}">
        <p14:creationId xmlns:p14="http://schemas.microsoft.com/office/powerpoint/2010/main" val="419438788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306E7E-8B41-E557-782C-B6CC1C777F3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2BF1F50-453A-5A96-A217-8B43004C0FE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44B98CA-4FE8-991F-FE38-250BD2A9C31F}"/>
              </a:ext>
            </a:extLst>
          </p:cNvPr>
          <p:cNvSpPr>
            <a:spLocks noGrp="1"/>
          </p:cNvSpPr>
          <p:nvPr>
            <p:ph type="body" idx="1"/>
          </p:nvPr>
        </p:nvSpPr>
        <p:spPr/>
        <p:txBody>
          <a:bodyPr/>
          <a:lstStyle/>
          <a:p>
            <a:r>
              <a:rPr kumimoji="1" lang="ja-JP" altLang="en-US"/>
              <a:t>購買記録数の値と、それに基づく適切さの評価について</a:t>
            </a:r>
            <a:endParaRPr kumimoji="1" lang="en-US" altLang="ja-JP" dirty="0"/>
          </a:p>
          <a:p>
            <a:endParaRPr kumimoji="1" lang="en-US" altLang="ja-JP" dirty="0"/>
          </a:p>
          <a:p>
            <a:r>
              <a:rPr kumimoji="1" lang="ja-JP" altLang="en-US"/>
              <a:t>伝えないといけないこと</a:t>
            </a:r>
            <a:endParaRPr kumimoji="1" lang="en-US" altLang="ja-JP" dirty="0"/>
          </a:p>
          <a:p>
            <a:r>
              <a:rPr kumimoji="1" lang="ja-JP" altLang="en-US"/>
              <a:t>・表の読み方</a:t>
            </a:r>
            <a:endParaRPr kumimoji="1" lang="en-US" altLang="ja-JP" dirty="0"/>
          </a:p>
          <a:p>
            <a:r>
              <a:rPr kumimoji="1" lang="ja-JP" altLang="en-US"/>
              <a:t>・若年層の問題について</a:t>
            </a:r>
            <a:endParaRPr kumimoji="1" lang="en-US" altLang="ja-JP" dirty="0"/>
          </a:p>
          <a:p>
            <a:r>
              <a:rPr kumimoji="1" lang="ja-JP" altLang="en-US"/>
              <a:t>・他社では違う傾向であること</a:t>
            </a:r>
            <a:endParaRPr kumimoji="1" lang="en-US" altLang="ja-JP" dirty="0"/>
          </a:p>
          <a:p>
            <a:endParaRPr kumimoji="1" lang="en-US" altLang="ja-JP" dirty="0"/>
          </a:p>
          <a:p>
            <a:r>
              <a:rPr kumimoji="1" lang="en-US" altLang="ja-JP" dirty="0"/>
              <a:t>※</a:t>
            </a:r>
            <a:r>
              <a:rPr kumimoji="1" lang="ja-JP" altLang="en-US"/>
              <a:t> 適切さの評価の判定基準がなぜその値なのかについては、聞かれたら答える</a:t>
            </a:r>
            <a:endParaRPr kumimoji="1" lang="en-US" altLang="ja-JP" dirty="0"/>
          </a:p>
          <a:p>
            <a:r>
              <a:rPr kumimoji="1" lang="en-US" altLang="ja-JP" dirty="0"/>
              <a:t>※</a:t>
            </a:r>
            <a:r>
              <a:rPr kumimoji="1" lang="ja-JP" altLang="en-US"/>
              <a:t> 商品間で平均した値であることについても、きかれた伝えるくらいのイメージ</a:t>
            </a:r>
          </a:p>
        </p:txBody>
      </p:sp>
      <p:sp>
        <p:nvSpPr>
          <p:cNvPr id="4" name="スライド番号プレースホルダー 3">
            <a:extLst>
              <a:ext uri="{FF2B5EF4-FFF2-40B4-BE49-F238E27FC236}">
                <a16:creationId xmlns:a16="http://schemas.microsoft.com/office/drawing/2014/main" id="{8E9D496F-A3A7-926D-C94E-0DF889731A76}"/>
              </a:ext>
            </a:extLst>
          </p:cNvPr>
          <p:cNvSpPr>
            <a:spLocks noGrp="1"/>
          </p:cNvSpPr>
          <p:nvPr>
            <p:ph type="sldNum" sz="quarter" idx="5"/>
          </p:nvPr>
        </p:nvSpPr>
        <p:spPr/>
        <p:txBody>
          <a:bodyPr/>
          <a:lstStyle/>
          <a:p>
            <a:fld id="{EEEE8E2C-C6E7-47E1-A50F-F18D407175ED}" type="slidenum">
              <a:rPr kumimoji="1" lang="ja-JP" altLang="en-US" smtClean="0"/>
              <a:t>9</a:t>
            </a:fld>
            <a:endParaRPr kumimoji="1" lang="ja-JP" altLang="en-US"/>
          </a:p>
        </p:txBody>
      </p:sp>
    </p:spTree>
    <p:extLst>
      <p:ext uri="{BB962C8B-B14F-4D97-AF65-F5344CB8AC3E}">
        <p14:creationId xmlns:p14="http://schemas.microsoft.com/office/powerpoint/2010/main" val="30925124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F7DD9F-480F-4E1B-B9B6-A053ACB0693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6E5B189-F8C4-455B-C32C-9CC3B4179A4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540A147-ACCD-1629-81BB-E78B3E3CB673}"/>
              </a:ext>
            </a:extLst>
          </p:cNvPr>
          <p:cNvSpPr>
            <a:spLocks noGrp="1"/>
          </p:cNvSpPr>
          <p:nvPr>
            <p:ph type="body" idx="1"/>
          </p:nvPr>
        </p:nvSpPr>
        <p:spPr/>
        <p:txBody>
          <a:bodyPr/>
          <a:lstStyle/>
          <a:p>
            <a:r>
              <a:rPr kumimoji="1" lang="ja-JP" altLang="en-US"/>
              <a:t>購買記録数の値と、それに基づく適切さの評価について</a:t>
            </a:r>
            <a:endParaRPr kumimoji="1" lang="en-US" altLang="ja-JP" dirty="0"/>
          </a:p>
          <a:p>
            <a:endParaRPr kumimoji="1" lang="en-US" altLang="ja-JP" dirty="0"/>
          </a:p>
          <a:p>
            <a:r>
              <a:rPr kumimoji="1" lang="ja-JP" altLang="en-US"/>
              <a:t>伝えないといけないこと</a:t>
            </a:r>
            <a:endParaRPr kumimoji="1" lang="en-US" altLang="ja-JP" dirty="0"/>
          </a:p>
          <a:p>
            <a:r>
              <a:rPr kumimoji="1" lang="ja-JP" altLang="en-US"/>
              <a:t>・表の読み方</a:t>
            </a:r>
            <a:endParaRPr kumimoji="1" lang="en-US" altLang="ja-JP" dirty="0"/>
          </a:p>
          <a:p>
            <a:r>
              <a:rPr kumimoji="1" lang="ja-JP" altLang="en-US"/>
              <a:t>・若年層の問題について</a:t>
            </a:r>
            <a:endParaRPr kumimoji="1" lang="en-US" altLang="ja-JP" dirty="0"/>
          </a:p>
          <a:p>
            <a:r>
              <a:rPr kumimoji="1" lang="ja-JP" altLang="en-US"/>
              <a:t>・他社では違う傾向であること</a:t>
            </a:r>
            <a:endParaRPr kumimoji="1" lang="en-US" altLang="ja-JP" dirty="0"/>
          </a:p>
          <a:p>
            <a:endParaRPr kumimoji="1" lang="en-US" altLang="ja-JP" dirty="0"/>
          </a:p>
          <a:p>
            <a:r>
              <a:rPr kumimoji="1" lang="en-US" altLang="ja-JP" dirty="0"/>
              <a:t>※</a:t>
            </a:r>
            <a:r>
              <a:rPr kumimoji="1" lang="ja-JP" altLang="en-US"/>
              <a:t> 適切さの評価の判定基準がなぜその値なのかについては、聞かれたら答える</a:t>
            </a:r>
            <a:endParaRPr kumimoji="1" lang="en-US" altLang="ja-JP" dirty="0"/>
          </a:p>
          <a:p>
            <a:r>
              <a:rPr kumimoji="1" lang="en-US" altLang="ja-JP" dirty="0"/>
              <a:t>※</a:t>
            </a:r>
            <a:r>
              <a:rPr kumimoji="1" lang="ja-JP" altLang="en-US"/>
              <a:t> 商品間で平均した値であることについても、きかれた伝えるくらいのイメージ</a:t>
            </a:r>
          </a:p>
        </p:txBody>
      </p:sp>
      <p:sp>
        <p:nvSpPr>
          <p:cNvPr id="4" name="スライド番号プレースホルダー 3">
            <a:extLst>
              <a:ext uri="{FF2B5EF4-FFF2-40B4-BE49-F238E27FC236}">
                <a16:creationId xmlns:a16="http://schemas.microsoft.com/office/drawing/2014/main" id="{9108B9FD-5E02-DE22-2BB6-67F055A4DF99}"/>
              </a:ext>
            </a:extLst>
          </p:cNvPr>
          <p:cNvSpPr>
            <a:spLocks noGrp="1"/>
          </p:cNvSpPr>
          <p:nvPr>
            <p:ph type="sldNum" sz="quarter" idx="5"/>
          </p:nvPr>
        </p:nvSpPr>
        <p:spPr/>
        <p:txBody>
          <a:bodyPr/>
          <a:lstStyle/>
          <a:p>
            <a:fld id="{EEEE8E2C-C6E7-47E1-A50F-F18D407175ED}" type="slidenum">
              <a:rPr kumimoji="1" lang="ja-JP" altLang="en-US" smtClean="0"/>
              <a:t>10</a:t>
            </a:fld>
            <a:endParaRPr kumimoji="1" lang="ja-JP" altLang="en-US"/>
          </a:p>
        </p:txBody>
      </p:sp>
    </p:spTree>
    <p:extLst>
      <p:ext uri="{BB962C8B-B14F-4D97-AF65-F5344CB8AC3E}">
        <p14:creationId xmlns:p14="http://schemas.microsoft.com/office/powerpoint/2010/main" val="306768603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ここは軽くまとめるだけ</a:t>
            </a:r>
            <a:br>
              <a:rPr kumimoji="1" lang="en-US" altLang="ja-JP" dirty="0"/>
            </a:br>
            <a:r>
              <a:rPr kumimoji="1" lang="ja-JP" altLang="en-US"/>
              <a:t>原因分析は、１点目について行うことをのべる</a:t>
            </a:r>
          </a:p>
        </p:txBody>
      </p:sp>
      <p:sp>
        <p:nvSpPr>
          <p:cNvPr id="4" name="スライド番号プレースホルダー 3"/>
          <p:cNvSpPr>
            <a:spLocks noGrp="1"/>
          </p:cNvSpPr>
          <p:nvPr>
            <p:ph type="sldNum" sz="quarter" idx="5"/>
          </p:nvPr>
        </p:nvSpPr>
        <p:spPr/>
        <p:txBody>
          <a:bodyPr/>
          <a:lstStyle/>
          <a:p>
            <a:fld id="{EEEE8E2C-C6E7-47E1-A50F-F18D407175ED}" type="slidenum">
              <a:rPr kumimoji="1" lang="ja-JP" altLang="en-US" smtClean="0"/>
              <a:t>11</a:t>
            </a:fld>
            <a:endParaRPr kumimoji="1" lang="ja-JP" altLang="en-US"/>
          </a:p>
        </p:txBody>
      </p:sp>
    </p:spTree>
    <p:extLst>
      <p:ext uri="{BB962C8B-B14F-4D97-AF65-F5344CB8AC3E}">
        <p14:creationId xmlns:p14="http://schemas.microsoft.com/office/powerpoint/2010/main" val="157112836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ボトルネックの特定</a:t>
            </a:r>
            <a:endParaRPr kumimoji="1" lang="en-US" altLang="ja-JP" dirty="0"/>
          </a:p>
          <a:p>
            <a:endParaRPr kumimoji="1" lang="en-US" altLang="ja-JP" dirty="0"/>
          </a:p>
          <a:p>
            <a:r>
              <a:rPr kumimoji="1" lang="ja-JP" altLang="en-US"/>
              <a:t>伝えないといけないこと、</a:t>
            </a:r>
            <a:endParaRPr kumimoji="1" lang="en-US" altLang="ja-JP" dirty="0"/>
          </a:p>
          <a:p>
            <a:r>
              <a:rPr kumimoji="1" lang="ja-JP" altLang="en-US"/>
              <a:t>・あらためて問題点を提示</a:t>
            </a:r>
            <a:endParaRPr kumimoji="1" lang="en-US" altLang="ja-JP" dirty="0"/>
          </a:p>
          <a:p>
            <a:r>
              <a:rPr kumimoji="1" lang="ja-JP" altLang="en-US"/>
              <a:t>・なぜこれが生じるのか？</a:t>
            </a:r>
            <a:br>
              <a:rPr kumimoji="1" lang="en-US" altLang="ja-JP" dirty="0"/>
            </a:br>
            <a:r>
              <a:rPr kumimoji="1" lang="ja-JP" altLang="en-US"/>
              <a:t>・購買記録数は二つの要素から構成されること</a:t>
            </a:r>
            <a:endParaRPr kumimoji="1" lang="en-US" altLang="ja-JP" dirty="0"/>
          </a:p>
          <a:p>
            <a:r>
              <a:rPr kumimoji="1" lang="ja-JP" altLang="en-US"/>
              <a:t>・どちらが強く起因しているのか？</a:t>
            </a:r>
            <a:endParaRPr kumimoji="1" lang="en-US" altLang="ja-JP" dirty="0"/>
          </a:p>
          <a:p>
            <a:r>
              <a:rPr kumimoji="1" lang="ja-JP" altLang="en-US"/>
              <a:t>・その結果</a:t>
            </a:r>
            <a:endParaRPr kumimoji="1" lang="en-US" altLang="ja-JP" dirty="0"/>
          </a:p>
          <a:p>
            <a:r>
              <a:rPr kumimoji="1" lang="ja-JP" altLang="en-US"/>
              <a:t>・ボトルネックの特定</a:t>
            </a:r>
            <a:endParaRPr kumimoji="1" lang="en-US" altLang="ja-JP" dirty="0"/>
          </a:p>
          <a:p>
            <a:endParaRPr kumimoji="1" lang="en-US" altLang="ja-JP" dirty="0"/>
          </a:p>
          <a:p>
            <a:r>
              <a:rPr kumimoji="1" lang="en-US" altLang="ja-JP" dirty="0"/>
              <a:t>※</a:t>
            </a:r>
            <a:r>
              <a:rPr kumimoji="1" lang="ja-JP" altLang="en-US"/>
              <a:t> シャープレイ分解については、軽くどういうものかを口頭で伝える程度にする</a:t>
            </a:r>
            <a:endParaRPr kumimoji="1" lang="en-US" altLang="ja-JP" dirty="0"/>
          </a:p>
          <a:p>
            <a:r>
              <a:rPr kumimoji="1" lang="ja-JP" altLang="en-US"/>
              <a:t>スライドには記載しない</a:t>
            </a:r>
            <a:endParaRPr kumimoji="1" lang="en-US" altLang="ja-JP" dirty="0"/>
          </a:p>
          <a:p>
            <a:r>
              <a:rPr kumimoji="1" lang="ja-JP" altLang="en-US"/>
              <a:t>計算式など詳細を求められたら、その時に初めて答える</a:t>
            </a:r>
          </a:p>
        </p:txBody>
      </p:sp>
      <p:sp>
        <p:nvSpPr>
          <p:cNvPr id="4" name="スライド番号プレースホルダー 3"/>
          <p:cNvSpPr>
            <a:spLocks noGrp="1"/>
          </p:cNvSpPr>
          <p:nvPr>
            <p:ph type="sldNum" sz="quarter" idx="5"/>
          </p:nvPr>
        </p:nvSpPr>
        <p:spPr/>
        <p:txBody>
          <a:bodyPr/>
          <a:lstStyle/>
          <a:p>
            <a:fld id="{EEEE8E2C-C6E7-47E1-A50F-F18D407175ED}" type="slidenum">
              <a:rPr kumimoji="1" lang="ja-JP" altLang="en-US" smtClean="0"/>
              <a:t>12</a:t>
            </a:fld>
            <a:endParaRPr kumimoji="1" lang="ja-JP" altLang="en-US"/>
          </a:p>
        </p:txBody>
      </p:sp>
    </p:spTree>
    <p:extLst>
      <p:ext uri="{BB962C8B-B14F-4D97-AF65-F5344CB8AC3E}">
        <p14:creationId xmlns:p14="http://schemas.microsoft.com/office/powerpoint/2010/main" val="50115694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シャープレイ分解の補足</a:t>
            </a:r>
          </a:p>
        </p:txBody>
      </p:sp>
      <p:sp>
        <p:nvSpPr>
          <p:cNvPr id="4" name="スライド番号プレースホルダー 3"/>
          <p:cNvSpPr>
            <a:spLocks noGrp="1"/>
          </p:cNvSpPr>
          <p:nvPr>
            <p:ph type="sldNum" sz="quarter" idx="5"/>
          </p:nvPr>
        </p:nvSpPr>
        <p:spPr/>
        <p:txBody>
          <a:bodyPr/>
          <a:lstStyle/>
          <a:p>
            <a:fld id="{EEEE8E2C-C6E7-47E1-A50F-F18D407175ED}" type="slidenum">
              <a:rPr kumimoji="1" lang="ja-JP" altLang="en-US" smtClean="0"/>
              <a:t>13</a:t>
            </a:fld>
            <a:endParaRPr kumimoji="1" lang="ja-JP" altLang="en-US"/>
          </a:p>
        </p:txBody>
      </p:sp>
    </p:spTree>
    <p:extLst>
      <p:ext uri="{BB962C8B-B14F-4D97-AF65-F5344CB8AC3E}">
        <p14:creationId xmlns:p14="http://schemas.microsoft.com/office/powerpoint/2010/main" val="330450843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伝えなければならないこと、</a:t>
            </a:r>
            <a:endParaRPr kumimoji="1" lang="en-US" altLang="ja-JP" dirty="0"/>
          </a:p>
          <a:p>
            <a:r>
              <a:rPr kumimoji="1" lang="ja-JP" altLang="en-US"/>
              <a:t>・なぜ、購入した経験のある人がすくないのか？</a:t>
            </a:r>
            <a:endParaRPr kumimoji="1" lang="en-US" altLang="ja-JP" dirty="0"/>
          </a:p>
          <a:p>
            <a:r>
              <a:rPr kumimoji="1" lang="ja-JP" altLang="en-US"/>
              <a:t>・購入した経験のある人とそうでない人には、どんな違いがあるのか？</a:t>
            </a:r>
            <a:endParaRPr kumimoji="1" lang="en-US" altLang="ja-JP" dirty="0"/>
          </a:p>
          <a:p>
            <a:r>
              <a:rPr kumimoji="1" lang="ja-JP" altLang="en-US"/>
              <a:t>・二群に分けて、「普段（対応商品に限らず）どのような食品をセブンイレブンで購入しているか」という志向性の違いを明らかにする</a:t>
            </a:r>
            <a:endParaRPr kumimoji="1" lang="en-US" altLang="ja-JP" dirty="0"/>
          </a:p>
          <a:p>
            <a:r>
              <a:rPr kumimoji="1" lang="ja-JP" altLang="en-US"/>
              <a:t>・軽食系、弁当系商品の説明</a:t>
            </a:r>
            <a:endParaRPr kumimoji="1" lang="en-US" altLang="ja-JP" dirty="0"/>
          </a:p>
          <a:p>
            <a:r>
              <a:rPr kumimoji="1" lang="ja-JP" altLang="en-US"/>
              <a:t>・図の読み方</a:t>
            </a:r>
            <a:endParaRPr kumimoji="1" lang="en-US" altLang="ja-JP" dirty="0"/>
          </a:p>
          <a:p>
            <a:r>
              <a:rPr kumimoji="1" lang="ja-JP" altLang="en-US"/>
              <a:t>・「対応」商品を購入した経験のない人は、ある人と比べて、「軽食系」の商品を強く求める傾向にある</a:t>
            </a:r>
            <a:endParaRPr kumimoji="1" lang="en-US" altLang="ja-JP" dirty="0"/>
          </a:p>
          <a:p>
            <a:r>
              <a:rPr kumimoji="1" lang="ja-JP" altLang="en-US"/>
              <a:t>・翻せば、普段からセブンイレブンに対して、「軽食系」の商品を強く求める人は、「対応」商品を購入しない傾向にある</a:t>
            </a:r>
            <a:endParaRPr kumimoji="1" lang="en-US" altLang="ja-JP" dirty="0"/>
          </a:p>
          <a:p>
            <a:r>
              <a:rPr kumimoji="1" lang="ja-JP" altLang="en-US"/>
              <a:t>・なぜ？</a:t>
            </a:r>
            <a:endParaRPr kumimoji="1" lang="en-US" altLang="ja-JP" dirty="0"/>
          </a:p>
          <a:p>
            <a:r>
              <a:rPr kumimoji="1" lang="ja-JP" altLang="en-US"/>
              <a:t>・「軽食系」ような「対応」商品が少ないから</a:t>
            </a:r>
            <a:endParaRPr kumimoji="1" lang="en-US" altLang="ja-JP" dirty="0"/>
          </a:p>
          <a:p>
            <a:r>
              <a:rPr kumimoji="1" lang="ja-JP" altLang="en-US"/>
              <a:t>・選択肢になりにくく、購入されにくい傾向につながる</a:t>
            </a:r>
            <a:endParaRPr kumimoji="1" lang="en-US" altLang="ja-JP" dirty="0"/>
          </a:p>
          <a:p>
            <a:endParaRPr kumimoji="1" lang="en-US" altLang="ja-JP" dirty="0"/>
          </a:p>
          <a:p>
            <a:r>
              <a:rPr kumimoji="1" lang="ja-JP" altLang="en-US"/>
              <a:t>（最後が大事）</a:t>
            </a:r>
            <a:endParaRPr kumimoji="1" lang="en-US" altLang="ja-JP" dirty="0"/>
          </a:p>
          <a:p>
            <a:r>
              <a:rPr kumimoji="1" lang="ja-JP" altLang="en-US"/>
              <a:t>・若年層が「軽食系」の商品を強く求めているにも関わらず、セブンイレブンの「対応」商品は、「軽食系」の商品が少ない</a:t>
            </a:r>
            <a:endParaRPr kumimoji="1" lang="en-US" altLang="ja-JP" dirty="0"/>
          </a:p>
          <a:p>
            <a:r>
              <a:rPr kumimoji="1" lang="ja-JP" altLang="en-US"/>
              <a:t>・このギャップが、若年層による「対応」商品の購入を妨げ、購入経験者の割合の低下、ひいては、購買記録数の少なさに繋がっていると考えられる</a:t>
            </a:r>
            <a:endParaRPr kumimoji="1" lang="en-US" altLang="ja-JP" dirty="0"/>
          </a:p>
          <a:p>
            <a:endParaRPr kumimoji="1" lang="ja-JP" altLang="en-US"/>
          </a:p>
        </p:txBody>
      </p:sp>
      <p:sp>
        <p:nvSpPr>
          <p:cNvPr id="4" name="スライド番号プレースホルダー 3"/>
          <p:cNvSpPr>
            <a:spLocks noGrp="1"/>
          </p:cNvSpPr>
          <p:nvPr>
            <p:ph type="sldNum" sz="quarter" idx="5"/>
          </p:nvPr>
        </p:nvSpPr>
        <p:spPr/>
        <p:txBody>
          <a:bodyPr/>
          <a:lstStyle/>
          <a:p>
            <a:fld id="{EEEE8E2C-C6E7-47E1-A50F-F18D407175ED}" type="slidenum">
              <a:rPr kumimoji="1" lang="ja-JP" altLang="en-US" smtClean="0"/>
              <a:t>14</a:t>
            </a:fld>
            <a:endParaRPr kumimoji="1" lang="ja-JP" altLang="en-US"/>
          </a:p>
        </p:txBody>
      </p:sp>
    </p:spTree>
    <p:extLst>
      <p:ext uri="{BB962C8B-B14F-4D97-AF65-F5344CB8AC3E}">
        <p14:creationId xmlns:p14="http://schemas.microsoft.com/office/powerpoint/2010/main" val="301689086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0DF7731-B737-AB50-431C-013C49243C46}"/>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700063AC-E753-D3A1-3177-3160B560CBC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69C444C-9145-AEF8-2760-2CAD9E77A4E7}"/>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フッター プレースホルダー 4">
            <a:extLst>
              <a:ext uri="{FF2B5EF4-FFF2-40B4-BE49-F238E27FC236}">
                <a16:creationId xmlns:a16="http://schemas.microsoft.com/office/drawing/2014/main" id="{80953E35-B84A-96E4-5EC7-722B65AE9D2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4A75D73-8DDB-43EA-2922-963A35ED8CB0}"/>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84926906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タイトルとコンテンツ">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6" name="スライド番号プレースホルダー 5">
            <a:extLst>
              <a:ext uri="{FF2B5EF4-FFF2-40B4-BE49-F238E27FC236}">
                <a16:creationId xmlns:a16="http://schemas.microsoft.com/office/drawing/2014/main" id="{02C6F089-7B56-5104-FA6E-0A9DF0B15324}"/>
              </a:ext>
            </a:extLst>
          </p:cNvPr>
          <p:cNvSpPr>
            <a:spLocks noGrp="1"/>
          </p:cNvSpPr>
          <p:nvPr>
            <p:ph type="sldNum" sz="quarter" idx="12"/>
          </p:nvPr>
        </p:nvSpPr>
        <p:spPr>
          <a:xfrm>
            <a:off x="9138920" y="6392927"/>
            <a:ext cx="2743200" cy="365125"/>
          </a:xfrm>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255949655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2A5B8FF-C52A-87DC-4453-2013D8A58437}"/>
              </a:ext>
            </a:extLst>
          </p:cNvPr>
          <p:cNvSpPr>
            <a:spLocks noGrp="1"/>
          </p:cNvSpPr>
          <p:nvPr>
            <p:ph type="title"/>
          </p:nvPr>
        </p:nvSpPr>
        <p:spPr>
          <a:xfrm>
            <a:off x="831851"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CDEE0C91-551D-054A-BC0B-72C63F5C8916}"/>
              </a:ext>
            </a:extLst>
          </p:cNvPr>
          <p:cNvSpPr>
            <a:spLocks noGrp="1"/>
          </p:cNvSpPr>
          <p:nvPr>
            <p:ph type="body" idx="1"/>
          </p:nvPr>
        </p:nvSpPr>
        <p:spPr>
          <a:xfrm>
            <a:off x="831851" y="4589464"/>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C5EDF259-14AC-D217-9596-EB1E4DB80CB4}"/>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フッター プレースホルダー 4">
            <a:extLst>
              <a:ext uri="{FF2B5EF4-FFF2-40B4-BE49-F238E27FC236}">
                <a16:creationId xmlns:a16="http://schemas.microsoft.com/office/drawing/2014/main" id="{E12904D6-6AE3-2464-5729-36CF711B09DF}"/>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9FF04059-5FA0-9496-DCFD-580C381F1641}"/>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9110077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916E1A1-3C86-7914-FCC7-B97D0D85B68F}"/>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E2357258-BD9E-8164-E9B7-6CCF589F08A3}"/>
              </a:ext>
            </a:extLst>
          </p:cNvPr>
          <p:cNvSpPr>
            <a:spLocks noGrp="1"/>
          </p:cNvSpPr>
          <p:nvPr>
            <p:ph sz="half" idx="1"/>
          </p:nvPr>
        </p:nvSpPr>
        <p:spPr>
          <a:xfrm>
            <a:off x="838200" y="1825625"/>
            <a:ext cx="51562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75106957-22B4-013A-DDB3-B3656E6A443F}"/>
              </a:ext>
            </a:extLst>
          </p:cNvPr>
          <p:cNvSpPr>
            <a:spLocks noGrp="1"/>
          </p:cNvSpPr>
          <p:nvPr>
            <p:ph sz="half" idx="2"/>
          </p:nvPr>
        </p:nvSpPr>
        <p:spPr>
          <a:xfrm>
            <a:off x="6197600" y="1825625"/>
            <a:ext cx="51562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C011F8D8-2EED-C061-3177-7A4124904F7D}"/>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6" name="フッター プレースホルダー 5">
            <a:extLst>
              <a:ext uri="{FF2B5EF4-FFF2-40B4-BE49-F238E27FC236}">
                <a16:creationId xmlns:a16="http://schemas.microsoft.com/office/drawing/2014/main" id="{0B79D0F9-BC04-B621-BBEC-284F0421A410}"/>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3B17BC0-BD7B-3BFB-E521-7433B8952B0C}"/>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3126737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2DDE40B-2378-BBD6-E7E2-1D76CAE0CAB1}"/>
              </a:ext>
            </a:extLst>
          </p:cNvPr>
          <p:cNvSpPr>
            <a:spLocks noGrp="1"/>
          </p:cNvSpPr>
          <p:nvPr>
            <p:ph type="title"/>
          </p:nvPr>
        </p:nvSpPr>
        <p:spPr>
          <a:xfrm>
            <a:off x="840317" y="365126"/>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0E6BC995-C356-EBB6-9773-008CD6C731C7}"/>
              </a:ext>
            </a:extLst>
          </p:cNvPr>
          <p:cNvSpPr>
            <a:spLocks noGrp="1"/>
          </p:cNvSpPr>
          <p:nvPr>
            <p:ph type="body" idx="1"/>
          </p:nvPr>
        </p:nvSpPr>
        <p:spPr>
          <a:xfrm>
            <a:off x="840318" y="1681163"/>
            <a:ext cx="5158316"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84FAE0AD-7437-05C4-63A4-FFDE37F8DF3B}"/>
              </a:ext>
            </a:extLst>
          </p:cNvPr>
          <p:cNvSpPr>
            <a:spLocks noGrp="1"/>
          </p:cNvSpPr>
          <p:nvPr>
            <p:ph sz="half" idx="2"/>
          </p:nvPr>
        </p:nvSpPr>
        <p:spPr>
          <a:xfrm>
            <a:off x="840318" y="2505075"/>
            <a:ext cx="5158316"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BE1A57AD-7667-E57A-204B-39F49CFD36C4}"/>
              </a:ext>
            </a:extLst>
          </p:cNvPr>
          <p:cNvSpPr>
            <a:spLocks noGrp="1"/>
          </p:cNvSpPr>
          <p:nvPr>
            <p:ph type="body" sz="quarter" idx="3"/>
          </p:nvPr>
        </p:nvSpPr>
        <p:spPr>
          <a:xfrm>
            <a:off x="6172200" y="1681163"/>
            <a:ext cx="518371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85B3BA91-9C0F-3B34-07AD-07E4B3F78E8C}"/>
              </a:ext>
            </a:extLst>
          </p:cNvPr>
          <p:cNvSpPr>
            <a:spLocks noGrp="1"/>
          </p:cNvSpPr>
          <p:nvPr>
            <p:ph sz="quarter" idx="4"/>
          </p:nvPr>
        </p:nvSpPr>
        <p:spPr>
          <a:xfrm>
            <a:off x="6172200" y="2505075"/>
            <a:ext cx="518371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466BECDF-B53D-96EC-E6EA-DF5236677CB2}"/>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8" name="フッター プレースホルダー 7">
            <a:extLst>
              <a:ext uri="{FF2B5EF4-FFF2-40B4-BE49-F238E27FC236}">
                <a16:creationId xmlns:a16="http://schemas.microsoft.com/office/drawing/2014/main" id="{D2E5EA20-570F-95AB-1EF0-E2D57F59E5D7}"/>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01F713E6-5C1F-DA47-80C8-CE4AEA6DC389}"/>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28796016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FDCA319-3E27-9205-605F-5133FD4D6D42}"/>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CCF4EE53-AB21-5DBF-AB60-B150FF75B95A}"/>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4" name="フッター プレースホルダー 3">
            <a:extLst>
              <a:ext uri="{FF2B5EF4-FFF2-40B4-BE49-F238E27FC236}">
                <a16:creationId xmlns:a16="http://schemas.microsoft.com/office/drawing/2014/main" id="{C65A3E87-F4C2-6ED6-C93E-766512B49F23}"/>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B037B27D-4B3A-F326-F237-D95DE16DE46A}"/>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8868754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ADFCE4D8-0799-868C-5DB9-2689C58CFB38}"/>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3" name="フッター プレースホルダー 2">
            <a:extLst>
              <a:ext uri="{FF2B5EF4-FFF2-40B4-BE49-F238E27FC236}">
                <a16:creationId xmlns:a16="http://schemas.microsoft.com/office/drawing/2014/main" id="{A68C0F0C-52C7-8F94-8BAD-F6BAE3ADA277}"/>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22F3E755-C006-336B-BCD1-3EF1D190C319}"/>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4674706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8ED2D1A-F45E-95ED-6FF0-7DFC98BB7CB8}"/>
              </a:ext>
            </a:extLst>
          </p:cNvPr>
          <p:cNvSpPr>
            <a:spLocks noGrp="1"/>
          </p:cNvSpPr>
          <p:nvPr>
            <p:ph type="title"/>
          </p:nvPr>
        </p:nvSpPr>
        <p:spPr>
          <a:xfrm>
            <a:off x="840318" y="457200"/>
            <a:ext cx="393276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4B291651-C908-1A5F-5337-D0D9CF7220CE}"/>
              </a:ext>
            </a:extLst>
          </p:cNvPr>
          <p:cNvSpPr>
            <a:spLocks noGrp="1"/>
          </p:cNvSpPr>
          <p:nvPr>
            <p:ph idx="1"/>
          </p:nvPr>
        </p:nvSpPr>
        <p:spPr>
          <a:xfrm>
            <a:off x="5183717" y="987426"/>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B861E146-28C7-8935-EFE2-A709D64A3D24}"/>
              </a:ext>
            </a:extLst>
          </p:cNvPr>
          <p:cNvSpPr>
            <a:spLocks noGrp="1"/>
          </p:cNvSpPr>
          <p:nvPr>
            <p:ph type="body" sz="half" idx="2"/>
          </p:nvPr>
        </p:nvSpPr>
        <p:spPr>
          <a:xfrm>
            <a:off x="840318" y="2057400"/>
            <a:ext cx="393276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9ED42F14-B997-38AC-E29F-17DFD7832E5A}"/>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6" name="フッター プレースホルダー 5">
            <a:extLst>
              <a:ext uri="{FF2B5EF4-FFF2-40B4-BE49-F238E27FC236}">
                <a16:creationId xmlns:a16="http://schemas.microsoft.com/office/drawing/2014/main" id="{6508F590-2176-F393-E82A-1A76F0D5EEEE}"/>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666AB1AF-88D6-8A76-70AE-2DC3508FEAA4}"/>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6145369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9789B2A-1E1F-468D-4DBE-A9272BE10E1B}"/>
              </a:ext>
            </a:extLst>
          </p:cNvPr>
          <p:cNvSpPr>
            <a:spLocks noGrp="1"/>
          </p:cNvSpPr>
          <p:nvPr>
            <p:ph type="title"/>
          </p:nvPr>
        </p:nvSpPr>
        <p:spPr>
          <a:xfrm>
            <a:off x="840318" y="457200"/>
            <a:ext cx="393276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1AC77D39-F1AC-2C27-943A-1530EA270A2F}"/>
              </a:ext>
            </a:extLst>
          </p:cNvPr>
          <p:cNvSpPr>
            <a:spLocks noGrp="1"/>
          </p:cNvSpPr>
          <p:nvPr>
            <p:ph type="pic" idx="1"/>
          </p:nvPr>
        </p:nvSpPr>
        <p:spPr>
          <a:xfrm>
            <a:off x="5183717" y="987426"/>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DB889370-E7A6-8E16-EF2F-5245D21F7142}"/>
              </a:ext>
            </a:extLst>
          </p:cNvPr>
          <p:cNvSpPr>
            <a:spLocks noGrp="1"/>
          </p:cNvSpPr>
          <p:nvPr>
            <p:ph type="body" sz="half" idx="2"/>
          </p:nvPr>
        </p:nvSpPr>
        <p:spPr>
          <a:xfrm>
            <a:off x="840318" y="2057400"/>
            <a:ext cx="393276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747508FE-26EC-A20F-E4C8-21CB6EBF7606}"/>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6" name="フッター プレースホルダー 5">
            <a:extLst>
              <a:ext uri="{FF2B5EF4-FFF2-40B4-BE49-F238E27FC236}">
                <a16:creationId xmlns:a16="http://schemas.microsoft.com/office/drawing/2014/main" id="{8DC61B62-1992-654C-464A-D33CBCBBB17E}"/>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8EA4E8CD-B961-E819-DA60-9F530B7D0DEF}"/>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59834696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81B74F3-C70C-1C3D-429E-900CD6EC3952}"/>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3B3696FE-E4BB-BDC9-37BD-760D485CBFF3}"/>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4C8129B2-9CA3-76E2-6E52-178579B5611E}"/>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フッター プレースホルダー 4">
            <a:extLst>
              <a:ext uri="{FF2B5EF4-FFF2-40B4-BE49-F238E27FC236}">
                <a16:creationId xmlns:a16="http://schemas.microsoft.com/office/drawing/2014/main" id="{991E3808-A48F-6976-E9E8-8665EC964C0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DF184523-491F-37EA-1C3D-34B96363A7E2}"/>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71605332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66405960-1E6B-8982-C9D7-6881F4E18C7D}"/>
              </a:ext>
            </a:extLst>
          </p:cNvPr>
          <p:cNvSpPr>
            <a:spLocks noGrp="1"/>
          </p:cNvSpPr>
          <p:nvPr>
            <p:ph type="title" orient="vert"/>
          </p:nvPr>
        </p:nvSpPr>
        <p:spPr>
          <a:xfrm>
            <a:off x="8724901"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DCB00AB1-7C41-3ABC-3A17-0AEA5FEF63B4}"/>
              </a:ext>
            </a:extLst>
          </p:cNvPr>
          <p:cNvSpPr>
            <a:spLocks noGrp="1"/>
          </p:cNvSpPr>
          <p:nvPr>
            <p:ph type="body" orient="vert" idx="1"/>
          </p:nvPr>
        </p:nvSpPr>
        <p:spPr>
          <a:xfrm>
            <a:off x="838201" y="365125"/>
            <a:ext cx="76835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0F796527-0503-DA57-0512-8FB81FEEE45A}"/>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フッター プレースホルダー 4">
            <a:extLst>
              <a:ext uri="{FF2B5EF4-FFF2-40B4-BE49-F238E27FC236}">
                <a16:creationId xmlns:a16="http://schemas.microsoft.com/office/drawing/2014/main" id="{A7340DB1-F2C6-6741-65D5-4E5EEA59355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4D183B32-7304-EDD4-8E5F-1C24CD729EE0}"/>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4730231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0DF7731-B737-AB50-431C-013C49243C46}"/>
              </a:ext>
            </a:extLst>
          </p:cNvPr>
          <p:cNvSpPr>
            <a:spLocks noGrp="1"/>
          </p:cNvSpPr>
          <p:nvPr>
            <p:ph type="ctrTitle"/>
          </p:nvPr>
        </p:nvSpPr>
        <p:spPr>
          <a:xfrm>
            <a:off x="1524000" y="1122363"/>
            <a:ext cx="9144000" cy="2387600"/>
          </a:xfrm>
        </p:spPr>
        <p:txBody>
          <a:bodyPr anchor="b"/>
          <a:lstStyle>
            <a:lvl1pPr algn="ctr">
              <a:defRPr sz="45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700063AC-E753-D3A1-3177-3160B560CBC2}"/>
              </a:ext>
            </a:extLst>
          </p:cNvPr>
          <p:cNvSpPr>
            <a:spLocks noGrp="1"/>
          </p:cNvSpPr>
          <p:nvPr>
            <p:ph type="subTitle" idx="1"/>
          </p:nvPr>
        </p:nvSpPr>
        <p:spPr>
          <a:xfrm>
            <a:off x="1524000" y="3602038"/>
            <a:ext cx="9144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69C444C-9145-AEF8-2760-2CAD9E77A4E7}"/>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フッター プレースホルダー 4">
            <a:extLst>
              <a:ext uri="{FF2B5EF4-FFF2-40B4-BE49-F238E27FC236}">
                <a16:creationId xmlns:a16="http://schemas.microsoft.com/office/drawing/2014/main" id="{80953E35-B84A-96E4-5EC7-722B65AE9D2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4A75D73-8DDB-43EA-2922-963A35ED8CB0}"/>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241791707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タイトルとコンテンツ">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6" name="スライド番号プレースホルダー 5">
            <a:extLst>
              <a:ext uri="{FF2B5EF4-FFF2-40B4-BE49-F238E27FC236}">
                <a16:creationId xmlns:a16="http://schemas.microsoft.com/office/drawing/2014/main" id="{02C6F089-7B56-5104-FA6E-0A9DF0B15324}"/>
              </a:ext>
            </a:extLst>
          </p:cNvPr>
          <p:cNvSpPr>
            <a:spLocks noGrp="1"/>
          </p:cNvSpPr>
          <p:nvPr>
            <p:ph type="sldNum" sz="quarter" idx="12"/>
          </p:nvPr>
        </p:nvSpPr>
        <p:spPr>
          <a:xfrm>
            <a:off x="9138920" y="6392929"/>
            <a:ext cx="2743200" cy="365125"/>
          </a:xfrm>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263926478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2A5B8FF-C52A-87DC-4453-2013D8A58437}"/>
              </a:ext>
            </a:extLst>
          </p:cNvPr>
          <p:cNvSpPr>
            <a:spLocks noGrp="1"/>
          </p:cNvSpPr>
          <p:nvPr>
            <p:ph type="title"/>
          </p:nvPr>
        </p:nvSpPr>
        <p:spPr>
          <a:xfrm>
            <a:off x="831851" y="1709741"/>
            <a:ext cx="10515600" cy="2852737"/>
          </a:xfrm>
        </p:spPr>
        <p:txBody>
          <a:bodyPr anchor="b"/>
          <a:lstStyle>
            <a:lvl1pPr>
              <a:defRPr sz="45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CDEE0C91-551D-054A-BC0B-72C63F5C8916}"/>
              </a:ext>
            </a:extLst>
          </p:cNvPr>
          <p:cNvSpPr>
            <a:spLocks noGrp="1"/>
          </p:cNvSpPr>
          <p:nvPr>
            <p:ph type="body" idx="1"/>
          </p:nvPr>
        </p:nvSpPr>
        <p:spPr>
          <a:xfrm>
            <a:off x="831851" y="4589466"/>
            <a:ext cx="10515600"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C5EDF259-14AC-D217-9596-EB1E4DB80CB4}"/>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フッター プレースホルダー 4">
            <a:extLst>
              <a:ext uri="{FF2B5EF4-FFF2-40B4-BE49-F238E27FC236}">
                <a16:creationId xmlns:a16="http://schemas.microsoft.com/office/drawing/2014/main" id="{E12904D6-6AE3-2464-5729-36CF711B09DF}"/>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9FF04059-5FA0-9496-DCFD-580C381F1641}"/>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257118271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916E1A1-3C86-7914-FCC7-B97D0D85B68F}"/>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E2357258-BD9E-8164-E9B7-6CCF589F08A3}"/>
              </a:ext>
            </a:extLst>
          </p:cNvPr>
          <p:cNvSpPr>
            <a:spLocks noGrp="1"/>
          </p:cNvSpPr>
          <p:nvPr>
            <p:ph sz="half" idx="1"/>
          </p:nvPr>
        </p:nvSpPr>
        <p:spPr>
          <a:xfrm>
            <a:off x="838200" y="1825625"/>
            <a:ext cx="51562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75106957-22B4-013A-DDB3-B3656E6A443F}"/>
              </a:ext>
            </a:extLst>
          </p:cNvPr>
          <p:cNvSpPr>
            <a:spLocks noGrp="1"/>
          </p:cNvSpPr>
          <p:nvPr>
            <p:ph sz="half" idx="2"/>
          </p:nvPr>
        </p:nvSpPr>
        <p:spPr>
          <a:xfrm>
            <a:off x="6197600" y="1825625"/>
            <a:ext cx="51562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C011F8D8-2EED-C061-3177-7A4124904F7D}"/>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6" name="フッター プレースホルダー 5">
            <a:extLst>
              <a:ext uri="{FF2B5EF4-FFF2-40B4-BE49-F238E27FC236}">
                <a16:creationId xmlns:a16="http://schemas.microsoft.com/office/drawing/2014/main" id="{0B79D0F9-BC04-B621-BBEC-284F0421A410}"/>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3B17BC0-BD7B-3BFB-E521-7433B8952B0C}"/>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36025402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2DDE40B-2378-BBD6-E7E2-1D76CAE0CAB1}"/>
              </a:ext>
            </a:extLst>
          </p:cNvPr>
          <p:cNvSpPr>
            <a:spLocks noGrp="1"/>
          </p:cNvSpPr>
          <p:nvPr>
            <p:ph type="title"/>
          </p:nvPr>
        </p:nvSpPr>
        <p:spPr>
          <a:xfrm>
            <a:off x="840317" y="365128"/>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0E6BC995-C356-EBB6-9773-008CD6C731C7}"/>
              </a:ext>
            </a:extLst>
          </p:cNvPr>
          <p:cNvSpPr>
            <a:spLocks noGrp="1"/>
          </p:cNvSpPr>
          <p:nvPr>
            <p:ph type="body" idx="1"/>
          </p:nvPr>
        </p:nvSpPr>
        <p:spPr>
          <a:xfrm>
            <a:off x="840319" y="1681163"/>
            <a:ext cx="5158316"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84FAE0AD-7437-05C4-63A4-FFDE37F8DF3B}"/>
              </a:ext>
            </a:extLst>
          </p:cNvPr>
          <p:cNvSpPr>
            <a:spLocks noGrp="1"/>
          </p:cNvSpPr>
          <p:nvPr>
            <p:ph sz="half" idx="2"/>
          </p:nvPr>
        </p:nvSpPr>
        <p:spPr>
          <a:xfrm>
            <a:off x="840319" y="2505075"/>
            <a:ext cx="5158316"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BE1A57AD-7667-E57A-204B-39F49CFD36C4}"/>
              </a:ext>
            </a:extLst>
          </p:cNvPr>
          <p:cNvSpPr>
            <a:spLocks noGrp="1"/>
          </p:cNvSpPr>
          <p:nvPr>
            <p:ph type="body" sz="quarter" idx="3"/>
          </p:nvPr>
        </p:nvSpPr>
        <p:spPr>
          <a:xfrm>
            <a:off x="6172200" y="1681163"/>
            <a:ext cx="5183717"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85B3BA91-9C0F-3B34-07AD-07E4B3F78E8C}"/>
              </a:ext>
            </a:extLst>
          </p:cNvPr>
          <p:cNvSpPr>
            <a:spLocks noGrp="1"/>
          </p:cNvSpPr>
          <p:nvPr>
            <p:ph sz="quarter" idx="4"/>
          </p:nvPr>
        </p:nvSpPr>
        <p:spPr>
          <a:xfrm>
            <a:off x="6172200" y="2505075"/>
            <a:ext cx="518371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466BECDF-B53D-96EC-E6EA-DF5236677CB2}"/>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8" name="フッター プレースホルダー 7">
            <a:extLst>
              <a:ext uri="{FF2B5EF4-FFF2-40B4-BE49-F238E27FC236}">
                <a16:creationId xmlns:a16="http://schemas.microsoft.com/office/drawing/2014/main" id="{D2E5EA20-570F-95AB-1EF0-E2D57F59E5D7}"/>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01F713E6-5C1F-DA47-80C8-CE4AEA6DC389}"/>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258806322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FDCA319-3E27-9205-605F-5133FD4D6D42}"/>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CCF4EE53-AB21-5DBF-AB60-B150FF75B95A}"/>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4" name="フッター プレースホルダー 3">
            <a:extLst>
              <a:ext uri="{FF2B5EF4-FFF2-40B4-BE49-F238E27FC236}">
                <a16:creationId xmlns:a16="http://schemas.microsoft.com/office/drawing/2014/main" id="{C65A3E87-F4C2-6ED6-C93E-766512B49F23}"/>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B037B27D-4B3A-F326-F237-D95DE16DE46A}"/>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58480170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ADFCE4D8-0799-868C-5DB9-2689C58CFB38}"/>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3" name="フッター プレースホルダー 2">
            <a:extLst>
              <a:ext uri="{FF2B5EF4-FFF2-40B4-BE49-F238E27FC236}">
                <a16:creationId xmlns:a16="http://schemas.microsoft.com/office/drawing/2014/main" id="{A68C0F0C-52C7-8F94-8BAD-F6BAE3ADA277}"/>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22F3E755-C006-336B-BCD1-3EF1D190C319}"/>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71516301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8ED2D1A-F45E-95ED-6FF0-7DFC98BB7CB8}"/>
              </a:ext>
            </a:extLst>
          </p:cNvPr>
          <p:cNvSpPr>
            <a:spLocks noGrp="1"/>
          </p:cNvSpPr>
          <p:nvPr>
            <p:ph type="title"/>
          </p:nvPr>
        </p:nvSpPr>
        <p:spPr>
          <a:xfrm>
            <a:off x="840319" y="457200"/>
            <a:ext cx="3932767" cy="1600200"/>
          </a:xfrm>
        </p:spPr>
        <p:txBody>
          <a:bodyPr anchor="b"/>
          <a:lstStyle>
            <a:lvl1pPr>
              <a:defRPr sz="24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4B291651-C908-1A5F-5337-D0D9CF7220CE}"/>
              </a:ext>
            </a:extLst>
          </p:cNvPr>
          <p:cNvSpPr>
            <a:spLocks noGrp="1"/>
          </p:cNvSpPr>
          <p:nvPr>
            <p:ph idx="1"/>
          </p:nvPr>
        </p:nvSpPr>
        <p:spPr>
          <a:xfrm>
            <a:off x="5183717" y="987427"/>
            <a:ext cx="617220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B861E146-28C7-8935-EFE2-A709D64A3D24}"/>
              </a:ext>
            </a:extLst>
          </p:cNvPr>
          <p:cNvSpPr>
            <a:spLocks noGrp="1"/>
          </p:cNvSpPr>
          <p:nvPr>
            <p:ph type="body" sz="half" idx="2"/>
          </p:nvPr>
        </p:nvSpPr>
        <p:spPr>
          <a:xfrm>
            <a:off x="840319" y="2057400"/>
            <a:ext cx="393276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9ED42F14-B997-38AC-E29F-17DFD7832E5A}"/>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6" name="フッター プレースホルダー 5">
            <a:extLst>
              <a:ext uri="{FF2B5EF4-FFF2-40B4-BE49-F238E27FC236}">
                <a16:creationId xmlns:a16="http://schemas.microsoft.com/office/drawing/2014/main" id="{6508F590-2176-F393-E82A-1A76F0D5EEEE}"/>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666AB1AF-88D6-8A76-70AE-2DC3508FEAA4}"/>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8094582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9789B2A-1E1F-468D-4DBE-A9272BE10E1B}"/>
              </a:ext>
            </a:extLst>
          </p:cNvPr>
          <p:cNvSpPr>
            <a:spLocks noGrp="1"/>
          </p:cNvSpPr>
          <p:nvPr>
            <p:ph type="title"/>
          </p:nvPr>
        </p:nvSpPr>
        <p:spPr>
          <a:xfrm>
            <a:off x="840319" y="457200"/>
            <a:ext cx="3932767" cy="1600200"/>
          </a:xfrm>
        </p:spPr>
        <p:txBody>
          <a:bodyPr anchor="b"/>
          <a:lstStyle>
            <a:lvl1pPr>
              <a:defRPr sz="24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1AC77D39-F1AC-2C27-943A-1530EA270A2F}"/>
              </a:ext>
            </a:extLst>
          </p:cNvPr>
          <p:cNvSpPr>
            <a:spLocks noGrp="1"/>
          </p:cNvSpPr>
          <p:nvPr>
            <p:ph type="pic" idx="1"/>
          </p:nvPr>
        </p:nvSpPr>
        <p:spPr>
          <a:xfrm>
            <a:off x="5183717" y="987427"/>
            <a:ext cx="617220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kumimoji="1" lang="ja-JP" altLang="en-US"/>
          </a:p>
        </p:txBody>
      </p:sp>
      <p:sp>
        <p:nvSpPr>
          <p:cNvPr id="4" name="テキスト プレースホルダー 3">
            <a:extLst>
              <a:ext uri="{FF2B5EF4-FFF2-40B4-BE49-F238E27FC236}">
                <a16:creationId xmlns:a16="http://schemas.microsoft.com/office/drawing/2014/main" id="{DB889370-E7A6-8E16-EF2F-5245D21F7142}"/>
              </a:ext>
            </a:extLst>
          </p:cNvPr>
          <p:cNvSpPr>
            <a:spLocks noGrp="1"/>
          </p:cNvSpPr>
          <p:nvPr>
            <p:ph type="body" sz="half" idx="2"/>
          </p:nvPr>
        </p:nvSpPr>
        <p:spPr>
          <a:xfrm>
            <a:off x="840319" y="2057400"/>
            <a:ext cx="393276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747508FE-26EC-A20F-E4C8-21CB6EBF7606}"/>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6" name="フッター プレースホルダー 5">
            <a:extLst>
              <a:ext uri="{FF2B5EF4-FFF2-40B4-BE49-F238E27FC236}">
                <a16:creationId xmlns:a16="http://schemas.microsoft.com/office/drawing/2014/main" id="{8DC61B62-1992-654C-464A-D33CBCBBB17E}"/>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8EA4E8CD-B961-E819-DA60-9F530B7D0DEF}"/>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27190691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81B74F3-C70C-1C3D-429E-900CD6EC3952}"/>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3B3696FE-E4BB-BDC9-37BD-760D485CBFF3}"/>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4C8129B2-9CA3-76E2-6E52-178579B5611E}"/>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フッター プレースホルダー 4">
            <a:extLst>
              <a:ext uri="{FF2B5EF4-FFF2-40B4-BE49-F238E27FC236}">
                <a16:creationId xmlns:a16="http://schemas.microsoft.com/office/drawing/2014/main" id="{991E3808-A48F-6976-E9E8-8665EC964C0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DF184523-491F-37EA-1C3D-34B96363A7E2}"/>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32276399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66405960-1E6B-8982-C9D7-6881F4E18C7D}"/>
              </a:ext>
            </a:extLst>
          </p:cNvPr>
          <p:cNvSpPr>
            <a:spLocks noGrp="1"/>
          </p:cNvSpPr>
          <p:nvPr>
            <p:ph type="title" orient="vert"/>
          </p:nvPr>
        </p:nvSpPr>
        <p:spPr>
          <a:xfrm>
            <a:off x="8724902"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DCB00AB1-7C41-3ABC-3A17-0AEA5FEF63B4}"/>
              </a:ext>
            </a:extLst>
          </p:cNvPr>
          <p:cNvSpPr>
            <a:spLocks noGrp="1"/>
          </p:cNvSpPr>
          <p:nvPr>
            <p:ph type="body" orient="vert" idx="1"/>
          </p:nvPr>
        </p:nvSpPr>
        <p:spPr>
          <a:xfrm>
            <a:off x="838202" y="365125"/>
            <a:ext cx="76835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0F796527-0503-DA57-0512-8FB81FEEE45A}"/>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フッター プレースホルダー 4">
            <a:extLst>
              <a:ext uri="{FF2B5EF4-FFF2-40B4-BE49-F238E27FC236}">
                <a16:creationId xmlns:a16="http://schemas.microsoft.com/office/drawing/2014/main" id="{A7340DB1-F2C6-6741-65D5-4E5EEA59355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4D183B32-7304-EDD4-8E5F-1C24CD729EE0}"/>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44347843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1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BF76D-BD8F-04C5-7CD6-C3FDA7AC0654}"/>
              </a:ext>
            </a:extLst>
          </p:cNvPr>
          <p:cNvSpPr>
            <a:spLocks noGrp="1"/>
          </p:cNvSpPr>
          <p:nvPr>
            <p:ph type="title"/>
          </p:nvPr>
        </p:nvSpPr>
        <p:spPr>
          <a:xfrm>
            <a:off x="0" y="4"/>
            <a:ext cx="12192000" cy="650513"/>
          </a:xfrm>
          <a:solidFill>
            <a:schemeClr val="accent2">
              <a:lumMod val="40000"/>
              <a:lumOff val="60000"/>
            </a:schemeClr>
          </a:solidFill>
        </p:spPr>
        <p:txBody>
          <a:bodyPr>
            <a:noAutofit/>
          </a:bodyPr>
          <a:lstStyle>
            <a:lvl1pPr>
              <a:defRPr sz="1575">
                <a:latin typeface="+mn-ea"/>
                <a:ea typeface="+mn-ea"/>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3C432AE6-99B9-074D-ACEC-E2979C96C08A}"/>
              </a:ext>
            </a:extLst>
          </p:cNvPr>
          <p:cNvSpPr>
            <a:spLocks noGrp="1"/>
          </p:cNvSpPr>
          <p:nvPr>
            <p:ph idx="1"/>
          </p:nvPr>
        </p:nvSpPr>
        <p:spPr>
          <a:xfrm>
            <a:off x="644378" y="886704"/>
            <a:ext cx="11126735" cy="4998676"/>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15" name="フッター プレースホルダー 9">
            <a:extLst>
              <a:ext uri="{FF2B5EF4-FFF2-40B4-BE49-F238E27FC236}">
                <a16:creationId xmlns:a16="http://schemas.microsoft.com/office/drawing/2014/main" id="{0018B26A-F8AB-A5E9-17E4-421D92C1A69D}"/>
              </a:ext>
            </a:extLst>
          </p:cNvPr>
          <p:cNvSpPr txBox="1">
            <a:spLocks/>
          </p:cNvSpPr>
          <p:nvPr userDrawn="1"/>
        </p:nvSpPr>
        <p:spPr>
          <a:xfrm>
            <a:off x="30528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Methods</a:t>
            </a:r>
          </a:p>
        </p:txBody>
      </p:sp>
      <p:sp>
        <p:nvSpPr>
          <p:cNvPr id="16" name="フッター プレースホルダー 9">
            <a:extLst>
              <a:ext uri="{FF2B5EF4-FFF2-40B4-BE49-F238E27FC236}">
                <a16:creationId xmlns:a16="http://schemas.microsoft.com/office/drawing/2014/main" id="{3955417E-0E48-7E03-A31E-74151DB79448}"/>
              </a:ext>
            </a:extLst>
          </p:cNvPr>
          <p:cNvSpPr txBox="1">
            <a:spLocks/>
          </p:cNvSpPr>
          <p:nvPr userDrawn="1"/>
        </p:nvSpPr>
        <p:spPr>
          <a:xfrm>
            <a:off x="61056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Results</a:t>
            </a:r>
          </a:p>
        </p:txBody>
      </p:sp>
      <p:sp>
        <p:nvSpPr>
          <p:cNvPr id="17" name="フッター プレースホルダー 9">
            <a:extLst>
              <a:ext uri="{FF2B5EF4-FFF2-40B4-BE49-F238E27FC236}">
                <a16:creationId xmlns:a16="http://schemas.microsoft.com/office/drawing/2014/main" id="{0D7DAF3E-1D5E-9362-79A3-E7A483A574C7}"/>
              </a:ext>
            </a:extLst>
          </p:cNvPr>
          <p:cNvSpPr txBox="1">
            <a:spLocks/>
          </p:cNvSpPr>
          <p:nvPr userDrawn="1"/>
        </p:nvSpPr>
        <p:spPr>
          <a:xfrm>
            <a:off x="91584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Discussion</a:t>
            </a:r>
          </a:p>
        </p:txBody>
      </p:sp>
      <p:sp>
        <p:nvSpPr>
          <p:cNvPr id="18" name="フッター プレースホルダー 9">
            <a:extLst>
              <a:ext uri="{FF2B5EF4-FFF2-40B4-BE49-F238E27FC236}">
                <a16:creationId xmlns:a16="http://schemas.microsoft.com/office/drawing/2014/main" id="{B49CB7BB-23F6-3FE4-941E-263D1BDAB1D1}"/>
              </a:ext>
            </a:extLst>
          </p:cNvPr>
          <p:cNvSpPr txBox="1">
            <a:spLocks/>
          </p:cNvSpPr>
          <p:nvPr userDrawn="1"/>
        </p:nvSpPr>
        <p:spPr>
          <a:xfrm>
            <a:off x="0" y="6356350"/>
            <a:ext cx="3052800" cy="501650"/>
          </a:xfrm>
          <a:prstGeom prst="rect">
            <a:avLst/>
          </a:prstGeom>
          <a:solidFill>
            <a:schemeClr val="tx2">
              <a:lumMod val="20000"/>
              <a:lumOff val="80000"/>
            </a:schemeClr>
          </a:solidFill>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Background</a:t>
            </a:r>
          </a:p>
        </p:txBody>
      </p:sp>
    </p:spTree>
    <p:extLst>
      <p:ext uri="{BB962C8B-B14F-4D97-AF65-F5344CB8AC3E}">
        <p14:creationId xmlns:p14="http://schemas.microsoft.com/office/powerpoint/2010/main" val="62441689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2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BF76D-BD8F-04C5-7CD6-C3FDA7AC0654}"/>
              </a:ext>
            </a:extLst>
          </p:cNvPr>
          <p:cNvSpPr>
            <a:spLocks noGrp="1"/>
          </p:cNvSpPr>
          <p:nvPr>
            <p:ph type="title"/>
          </p:nvPr>
        </p:nvSpPr>
        <p:spPr>
          <a:xfrm>
            <a:off x="0" y="4"/>
            <a:ext cx="12192000" cy="650513"/>
          </a:xfrm>
          <a:solidFill>
            <a:schemeClr val="accent2">
              <a:lumMod val="40000"/>
              <a:lumOff val="60000"/>
            </a:schemeClr>
          </a:solidFill>
        </p:spPr>
        <p:txBody>
          <a:bodyPr>
            <a:noAutofit/>
          </a:bodyPr>
          <a:lstStyle>
            <a:lvl1pPr>
              <a:defRPr sz="1575">
                <a:latin typeface="+mn-ea"/>
                <a:ea typeface="+mn-ea"/>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3C432AE6-99B9-074D-ACEC-E2979C96C08A}"/>
              </a:ext>
            </a:extLst>
          </p:cNvPr>
          <p:cNvSpPr>
            <a:spLocks noGrp="1"/>
          </p:cNvSpPr>
          <p:nvPr>
            <p:ph idx="1"/>
          </p:nvPr>
        </p:nvSpPr>
        <p:spPr>
          <a:xfrm>
            <a:off x="644378" y="886704"/>
            <a:ext cx="11126735" cy="4998676"/>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15" name="フッター プレースホルダー 9">
            <a:extLst>
              <a:ext uri="{FF2B5EF4-FFF2-40B4-BE49-F238E27FC236}">
                <a16:creationId xmlns:a16="http://schemas.microsoft.com/office/drawing/2014/main" id="{0018B26A-F8AB-A5E9-17E4-421D92C1A69D}"/>
              </a:ext>
            </a:extLst>
          </p:cNvPr>
          <p:cNvSpPr txBox="1">
            <a:spLocks/>
          </p:cNvSpPr>
          <p:nvPr userDrawn="1"/>
        </p:nvSpPr>
        <p:spPr>
          <a:xfrm>
            <a:off x="3052800" y="6356350"/>
            <a:ext cx="3052800" cy="501650"/>
          </a:xfrm>
          <a:prstGeom prst="rect">
            <a:avLst/>
          </a:prstGeom>
          <a:solidFill>
            <a:schemeClr val="tx2">
              <a:lumMod val="20000"/>
              <a:lumOff val="80000"/>
            </a:schemeClr>
          </a:solidFill>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Methods</a:t>
            </a:r>
          </a:p>
        </p:txBody>
      </p:sp>
      <p:sp>
        <p:nvSpPr>
          <p:cNvPr id="16" name="フッター プレースホルダー 9">
            <a:extLst>
              <a:ext uri="{FF2B5EF4-FFF2-40B4-BE49-F238E27FC236}">
                <a16:creationId xmlns:a16="http://schemas.microsoft.com/office/drawing/2014/main" id="{3955417E-0E48-7E03-A31E-74151DB79448}"/>
              </a:ext>
            </a:extLst>
          </p:cNvPr>
          <p:cNvSpPr txBox="1">
            <a:spLocks/>
          </p:cNvSpPr>
          <p:nvPr userDrawn="1"/>
        </p:nvSpPr>
        <p:spPr>
          <a:xfrm>
            <a:off x="61056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Results</a:t>
            </a:r>
          </a:p>
        </p:txBody>
      </p:sp>
      <p:sp>
        <p:nvSpPr>
          <p:cNvPr id="17" name="フッター プレースホルダー 9">
            <a:extLst>
              <a:ext uri="{FF2B5EF4-FFF2-40B4-BE49-F238E27FC236}">
                <a16:creationId xmlns:a16="http://schemas.microsoft.com/office/drawing/2014/main" id="{0D7DAF3E-1D5E-9362-79A3-E7A483A574C7}"/>
              </a:ext>
            </a:extLst>
          </p:cNvPr>
          <p:cNvSpPr txBox="1">
            <a:spLocks/>
          </p:cNvSpPr>
          <p:nvPr userDrawn="1"/>
        </p:nvSpPr>
        <p:spPr>
          <a:xfrm>
            <a:off x="91584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Discussion</a:t>
            </a:r>
          </a:p>
        </p:txBody>
      </p:sp>
      <p:sp>
        <p:nvSpPr>
          <p:cNvPr id="18" name="フッター プレースホルダー 9">
            <a:extLst>
              <a:ext uri="{FF2B5EF4-FFF2-40B4-BE49-F238E27FC236}">
                <a16:creationId xmlns:a16="http://schemas.microsoft.com/office/drawing/2014/main" id="{B49CB7BB-23F6-3FE4-941E-263D1BDAB1D1}"/>
              </a:ext>
            </a:extLst>
          </p:cNvPr>
          <p:cNvSpPr txBox="1">
            <a:spLocks/>
          </p:cNvSpPr>
          <p:nvPr userDrawn="1"/>
        </p:nvSpPr>
        <p:spPr>
          <a:xfrm>
            <a:off x="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Background</a:t>
            </a:r>
          </a:p>
        </p:txBody>
      </p:sp>
    </p:spTree>
    <p:extLst>
      <p:ext uri="{BB962C8B-B14F-4D97-AF65-F5344CB8AC3E}">
        <p14:creationId xmlns:p14="http://schemas.microsoft.com/office/powerpoint/2010/main" val="275951537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3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BF76D-BD8F-04C5-7CD6-C3FDA7AC0654}"/>
              </a:ext>
            </a:extLst>
          </p:cNvPr>
          <p:cNvSpPr>
            <a:spLocks noGrp="1"/>
          </p:cNvSpPr>
          <p:nvPr>
            <p:ph type="title"/>
          </p:nvPr>
        </p:nvSpPr>
        <p:spPr>
          <a:xfrm>
            <a:off x="0" y="4"/>
            <a:ext cx="12192000" cy="650513"/>
          </a:xfrm>
          <a:solidFill>
            <a:schemeClr val="accent2">
              <a:lumMod val="40000"/>
              <a:lumOff val="60000"/>
            </a:schemeClr>
          </a:solidFill>
        </p:spPr>
        <p:txBody>
          <a:bodyPr>
            <a:noAutofit/>
          </a:bodyPr>
          <a:lstStyle>
            <a:lvl1pPr>
              <a:defRPr sz="1575">
                <a:latin typeface="+mn-ea"/>
                <a:ea typeface="+mn-ea"/>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3C432AE6-99B9-074D-ACEC-E2979C96C08A}"/>
              </a:ext>
            </a:extLst>
          </p:cNvPr>
          <p:cNvSpPr>
            <a:spLocks noGrp="1"/>
          </p:cNvSpPr>
          <p:nvPr>
            <p:ph idx="1"/>
          </p:nvPr>
        </p:nvSpPr>
        <p:spPr>
          <a:xfrm>
            <a:off x="644378" y="886704"/>
            <a:ext cx="11126735" cy="4998676"/>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15" name="フッター プレースホルダー 9">
            <a:extLst>
              <a:ext uri="{FF2B5EF4-FFF2-40B4-BE49-F238E27FC236}">
                <a16:creationId xmlns:a16="http://schemas.microsoft.com/office/drawing/2014/main" id="{0018B26A-F8AB-A5E9-17E4-421D92C1A69D}"/>
              </a:ext>
            </a:extLst>
          </p:cNvPr>
          <p:cNvSpPr txBox="1">
            <a:spLocks/>
          </p:cNvSpPr>
          <p:nvPr userDrawn="1"/>
        </p:nvSpPr>
        <p:spPr>
          <a:xfrm>
            <a:off x="30528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Methods</a:t>
            </a:r>
          </a:p>
        </p:txBody>
      </p:sp>
      <p:sp>
        <p:nvSpPr>
          <p:cNvPr id="16" name="フッター プレースホルダー 9">
            <a:extLst>
              <a:ext uri="{FF2B5EF4-FFF2-40B4-BE49-F238E27FC236}">
                <a16:creationId xmlns:a16="http://schemas.microsoft.com/office/drawing/2014/main" id="{3955417E-0E48-7E03-A31E-74151DB79448}"/>
              </a:ext>
            </a:extLst>
          </p:cNvPr>
          <p:cNvSpPr txBox="1">
            <a:spLocks/>
          </p:cNvSpPr>
          <p:nvPr userDrawn="1"/>
        </p:nvSpPr>
        <p:spPr>
          <a:xfrm>
            <a:off x="6105600" y="6356350"/>
            <a:ext cx="3052800" cy="501650"/>
          </a:xfrm>
          <a:prstGeom prst="rect">
            <a:avLst/>
          </a:prstGeom>
          <a:solidFill>
            <a:schemeClr val="tx2">
              <a:lumMod val="20000"/>
              <a:lumOff val="80000"/>
            </a:schemeClr>
          </a:solidFill>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Results</a:t>
            </a:r>
          </a:p>
        </p:txBody>
      </p:sp>
      <p:sp>
        <p:nvSpPr>
          <p:cNvPr id="17" name="フッター プレースホルダー 9">
            <a:extLst>
              <a:ext uri="{FF2B5EF4-FFF2-40B4-BE49-F238E27FC236}">
                <a16:creationId xmlns:a16="http://schemas.microsoft.com/office/drawing/2014/main" id="{0D7DAF3E-1D5E-9362-79A3-E7A483A574C7}"/>
              </a:ext>
            </a:extLst>
          </p:cNvPr>
          <p:cNvSpPr txBox="1">
            <a:spLocks/>
          </p:cNvSpPr>
          <p:nvPr userDrawn="1"/>
        </p:nvSpPr>
        <p:spPr>
          <a:xfrm>
            <a:off x="91584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Discussion</a:t>
            </a:r>
          </a:p>
        </p:txBody>
      </p:sp>
      <p:sp>
        <p:nvSpPr>
          <p:cNvPr id="18" name="フッター プレースホルダー 9">
            <a:extLst>
              <a:ext uri="{FF2B5EF4-FFF2-40B4-BE49-F238E27FC236}">
                <a16:creationId xmlns:a16="http://schemas.microsoft.com/office/drawing/2014/main" id="{B49CB7BB-23F6-3FE4-941E-263D1BDAB1D1}"/>
              </a:ext>
            </a:extLst>
          </p:cNvPr>
          <p:cNvSpPr txBox="1">
            <a:spLocks/>
          </p:cNvSpPr>
          <p:nvPr userDrawn="1"/>
        </p:nvSpPr>
        <p:spPr>
          <a:xfrm>
            <a:off x="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Background</a:t>
            </a:r>
          </a:p>
        </p:txBody>
      </p:sp>
    </p:spTree>
    <p:extLst>
      <p:ext uri="{BB962C8B-B14F-4D97-AF65-F5344CB8AC3E}">
        <p14:creationId xmlns:p14="http://schemas.microsoft.com/office/powerpoint/2010/main" val="218912346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4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BF76D-BD8F-04C5-7CD6-C3FDA7AC0654}"/>
              </a:ext>
            </a:extLst>
          </p:cNvPr>
          <p:cNvSpPr>
            <a:spLocks noGrp="1"/>
          </p:cNvSpPr>
          <p:nvPr>
            <p:ph type="title"/>
          </p:nvPr>
        </p:nvSpPr>
        <p:spPr>
          <a:xfrm>
            <a:off x="0" y="4"/>
            <a:ext cx="12192000" cy="650513"/>
          </a:xfrm>
          <a:solidFill>
            <a:schemeClr val="accent2">
              <a:lumMod val="40000"/>
              <a:lumOff val="60000"/>
            </a:schemeClr>
          </a:solidFill>
        </p:spPr>
        <p:txBody>
          <a:bodyPr>
            <a:noAutofit/>
          </a:bodyPr>
          <a:lstStyle>
            <a:lvl1pPr>
              <a:defRPr sz="1575">
                <a:latin typeface="+mn-ea"/>
                <a:ea typeface="+mn-ea"/>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3C432AE6-99B9-074D-ACEC-E2979C96C08A}"/>
              </a:ext>
            </a:extLst>
          </p:cNvPr>
          <p:cNvSpPr>
            <a:spLocks noGrp="1"/>
          </p:cNvSpPr>
          <p:nvPr>
            <p:ph idx="1"/>
          </p:nvPr>
        </p:nvSpPr>
        <p:spPr>
          <a:xfrm>
            <a:off x="644378" y="886704"/>
            <a:ext cx="11126735" cy="4998676"/>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15" name="フッター プレースホルダー 9">
            <a:extLst>
              <a:ext uri="{FF2B5EF4-FFF2-40B4-BE49-F238E27FC236}">
                <a16:creationId xmlns:a16="http://schemas.microsoft.com/office/drawing/2014/main" id="{0018B26A-F8AB-A5E9-17E4-421D92C1A69D}"/>
              </a:ext>
            </a:extLst>
          </p:cNvPr>
          <p:cNvSpPr txBox="1">
            <a:spLocks/>
          </p:cNvSpPr>
          <p:nvPr userDrawn="1"/>
        </p:nvSpPr>
        <p:spPr>
          <a:xfrm>
            <a:off x="30528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Methods</a:t>
            </a:r>
          </a:p>
        </p:txBody>
      </p:sp>
      <p:sp>
        <p:nvSpPr>
          <p:cNvPr id="16" name="フッター プレースホルダー 9">
            <a:extLst>
              <a:ext uri="{FF2B5EF4-FFF2-40B4-BE49-F238E27FC236}">
                <a16:creationId xmlns:a16="http://schemas.microsoft.com/office/drawing/2014/main" id="{3955417E-0E48-7E03-A31E-74151DB79448}"/>
              </a:ext>
            </a:extLst>
          </p:cNvPr>
          <p:cNvSpPr txBox="1">
            <a:spLocks/>
          </p:cNvSpPr>
          <p:nvPr userDrawn="1"/>
        </p:nvSpPr>
        <p:spPr>
          <a:xfrm>
            <a:off x="61056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Results</a:t>
            </a:r>
          </a:p>
        </p:txBody>
      </p:sp>
      <p:sp>
        <p:nvSpPr>
          <p:cNvPr id="17" name="フッター プレースホルダー 9">
            <a:extLst>
              <a:ext uri="{FF2B5EF4-FFF2-40B4-BE49-F238E27FC236}">
                <a16:creationId xmlns:a16="http://schemas.microsoft.com/office/drawing/2014/main" id="{0D7DAF3E-1D5E-9362-79A3-E7A483A574C7}"/>
              </a:ext>
            </a:extLst>
          </p:cNvPr>
          <p:cNvSpPr txBox="1">
            <a:spLocks/>
          </p:cNvSpPr>
          <p:nvPr userDrawn="1"/>
        </p:nvSpPr>
        <p:spPr>
          <a:xfrm>
            <a:off x="9158400" y="6356350"/>
            <a:ext cx="3052800" cy="501650"/>
          </a:xfrm>
          <a:prstGeom prst="rect">
            <a:avLst/>
          </a:prstGeom>
          <a:solidFill>
            <a:schemeClr val="tx2">
              <a:lumMod val="20000"/>
              <a:lumOff val="80000"/>
            </a:schemeClr>
          </a:solidFill>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Discussion</a:t>
            </a:r>
          </a:p>
        </p:txBody>
      </p:sp>
      <p:sp>
        <p:nvSpPr>
          <p:cNvPr id="18" name="フッター プレースホルダー 9">
            <a:extLst>
              <a:ext uri="{FF2B5EF4-FFF2-40B4-BE49-F238E27FC236}">
                <a16:creationId xmlns:a16="http://schemas.microsoft.com/office/drawing/2014/main" id="{B49CB7BB-23F6-3FE4-941E-263D1BDAB1D1}"/>
              </a:ext>
            </a:extLst>
          </p:cNvPr>
          <p:cNvSpPr txBox="1">
            <a:spLocks/>
          </p:cNvSpPr>
          <p:nvPr userDrawn="1"/>
        </p:nvSpPr>
        <p:spPr>
          <a:xfrm>
            <a:off x="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Background</a:t>
            </a:r>
          </a:p>
        </p:txBody>
      </p:sp>
    </p:spTree>
    <p:extLst>
      <p:ext uri="{BB962C8B-B14F-4D97-AF65-F5344CB8AC3E}">
        <p14:creationId xmlns:p14="http://schemas.microsoft.com/office/powerpoint/2010/main" val="78074769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1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E210F017-0AD9-9284-2FB4-51589DE68500}"/>
              </a:ext>
            </a:extLst>
          </p:cNvPr>
          <p:cNvSpPr txBox="1"/>
          <p:nvPr userDrawn="1"/>
        </p:nvSpPr>
        <p:spPr>
          <a:xfrm>
            <a:off x="165698" y="110466"/>
            <a:ext cx="2160193" cy="213585"/>
          </a:xfrm>
          <a:prstGeom prst="rect">
            <a:avLst/>
          </a:prstGeom>
          <a:noFill/>
        </p:spPr>
        <p:txBody>
          <a:bodyPr wrap="square" rtlCol="0">
            <a:spAutoFit/>
          </a:bodyPr>
          <a:lstStyle/>
          <a:p>
            <a:r>
              <a:rPr kumimoji="1" lang="en-US" altLang="ja-JP" sz="788" dirty="0"/>
              <a:t>2.Methods</a:t>
            </a:r>
          </a:p>
        </p:txBody>
      </p:sp>
      <p:sp>
        <p:nvSpPr>
          <p:cNvPr id="5" name="テキスト ボックス 4">
            <a:extLst>
              <a:ext uri="{FF2B5EF4-FFF2-40B4-BE49-F238E27FC236}">
                <a16:creationId xmlns:a16="http://schemas.microsoft.com/office/drawing/2014/main" id="{E104D3E4-F74C-922E-D5EE-231233E5E8EF}"/>
              </a:ext>
            </a:extLst>
          </p:cNvPr>
          <p:cNvSpPr txBox="1"/>
          <p:nvPr userDrawn="1"/>
        </p:nvSpPr>
        <p:spPr>
          <a:xfrm>
            <a:off x="11621268" y="6486718"/>
            <a:ext cx="570733" cy="213585"/>
          </a:xfrm>
          <a:prstGeom prst="rect">
            <a:avLst/>
          </a:prstGeom>
          <a:noFill/>
        </p:spPr>
        <p:txBody>
          <a:bodyPr wrap="square" rtlCol="0">
            <a:spAutoFit/>
          </a:bodyPr>
          <a:lstStyle/>
          <a:p>
            <a:fld id="{2D045537-F4BB-4948-9DF3-7D7722CD90C0}" type="slidenum">
              <a:rPr kumimoji="1" lang="ja-JP" altLang="en-US" sz="788" smtClean="0"/>
              <a:t>‹#›</a:t>
            </a:fld>
            <a:endParaRPr kumimoji="1" lang="ja-JP" altLang="en-US" sz="788" dirty="0"/>
          </a:p>
        </p:txBody>
      </p:sp>
    </p:spTree>
    <p:extLst>
      <p:ext uri="{BB962C8B-B14F-4D97-AF65-F5344CB8AC3E}">
        <p14:creationId xmlns:p14="http://schemas.microsoft.com/office/powerpoint/2010/main" val="119727029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2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7991C006-7D78-528F-672F-A2FBC4101AF6}"/>
              </a:ext>
            </a:extLst>
          </p:cNvPr>
          <p:cNvSpPr txBox="1"/>
          <p:nvPr userDrawn="1"/>
        </p:nvSpPr>
        <p:spPr>
          <a:xfrm>
            <a:off x="165698" y="110466"/>
            <a:ext cx="2160193" cy="213585"/>
          </a:xfrm>
          <a:prstGeom prst="rect">
            <a:avLst/>
          </a:prstGeom>
          <a:noFill/>
        </p:spPr>
        <p:txBody>
          <a:bodyPr wrap="square" rtlCol="0">
            <a:spAutoFit/>
          </a:bodyPr>
          <a:lstStyle/>
          <a:p>
            <a:r>
              <a:rPr kumimoji="1" lang="en-US" altLang="ja-JP" sz="788" dirty="0"/>
              <a:t>3.Results</a:t>
            </a:r>
          </a:p>
        </p:txBody>
      </p:sp>
      <p:sp>
        <p:nvSpPr>
          <p:cNvPr id="5" name="テキスト ボックス 4">
            <a:extLst>
              <a:ext uri="{FF2B5EF4-FFF2-40B4-BE49-F238E27FC236}">
                <a16:creationId xmlns:a16="http://schemas.microsoft.com/office/drawing/2014/main" id="{0A141336-9F16-D517-89FF-AE108F175107}"/>
              </a:ext>
            </a:extLst>
          </p:cNvPr>
          <p:cNvSpPr txBox="1"/>
          <p:nvPr userDrawn="1"/>
        </p:nvSpPr>
        <p:spPr>
          <a:xfrm>
            <a:off x="11621268" y="6486718"/>
            <a:ext cx="570733" cy="213585"/>
          </a:xfrm>
          <a:prstGeom prst="rect">
            <a:avLst/>
          </a:prstGeom>
          <a:noFill/>
        </p:spPr>
        <p:txBody>
          <a:bodyPr wrap="square" rtlCol="0">
            <a:spAutoFit/>
          </a:bodyPr>
          <a:lstStyle/>
          <a:p>
            <a:fld id="{2D045537-F4BB-4948-9DF3-7D7722CD90C0}" type="slidenum">
              <a:rPr kumimoji="1" lang="ja-JP" altLang="en-US" sz="788" smtClean="0"/>
              <a:t>‹#›</a:t>
            </a:fld>
            <a:endParaRPr kumimoji="1" lang="ja-JP" altLang="en-US" sz="788" dirty="0"/>
          </a:p>
        </p:txBody>
      </p:sp>
    </p:spTree>
    <p:extLst>
      <p:ext uri="{BB962C8B-B14F-4D97-AF65-F5344CB8AC3E}">
        <p14:creationId xmlns:p14="http://schemas.microsoft.com/office/powerpoint/2010/main" val="2322889741"/>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3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7991C006-7D78-528F-672F-A2FBC4101AF6}"/>
              </a:ext>
            </a:extLst>
          </p:cNvPr>
          <p:cNvSpPr txBox="1"/>
          <p:nvPr userDrawn="1"/>
        </p:nvSpPr>
        <p:spPr>
          <a:xfrm>
            <a:off x="165698" y="110466"/>
            <a:ext cx="2160193" cy="213585"/>
          </a:xfrm>
          <a:prstGeom prst="rect">
            <a:avLst/>
          </a:prstGeom>
          <a:noFill/>
        </p:spPr>
        <p:txBody>
          <a:bodyPr wrap="square" rtlCol="0">
            <a:spAutoFit/>
          </a:bodyPr>
          <a:lstStyle/>
          <a:p>
            <a:r>
              <a:rPr kumimoji="1" lang="en-US" altLang="ja-JP" sz="788" dirty="0"/>
              <a:t>4.Discussion</a:t>
            </a:r>
          </a:p>
        </p:txBody>
      </p:sp>
      <p:sp>
        <p:nvSpPr>
          <p:cNvPr id="5" name="テキスト ボックス 4">
            <a:extLst>
              <a:ext uri="{FF2B5EF4-FFF2-40B4-BE49-F238E27FC236}">
                <a16:creationId xmlns:a16="http://schemas.microsoft.com/office/drawing/2014/main" id="{CB148A70-0A80-FBF1-11DD-310B9C7EBD5E}"/>
              </a:ext>
            </a:extLst>
          </p:cNvPr>
          <p:cNvSpPr txBox="1"/>
          <p:nvPr userDrawn="1"/>
        </p:nvSpPr>
        <p:spPr>
          <a:xfrm>
            <a:off x="11621268" y="6486718"/>
            <a:ext cx="570733" cy="213585"/>
          </a:xfrm>
          <a:prstGeom prst="rect">
            <a:avLst/>
          </a:prstGeom>
          <a:noFill/>
        </p:spPr>
        <p:txBody>
          <a:bodyPr wrap="square" rtlCol="0">
            <a:spAutoFit/>
          </a:bodyPr>
          <a:lstStyle/>
          <a:p>
            <a:fld id="{2D045537-F4BB-4948-9DF3-7D7722CD90C0}" type="slidenum">
              <a:rPr kumimoji="1" lang="ja-JP" altLang="en-US" sz="788" smtClean="0"/>
              <a:t>‹#›</a:t>
            </a:fld>
            <a:endParaRPr kumimoji="1" lang="ja-JP" altLang="en-US" sz="788" dirty="0"/>
          </a:p>
        </p:txBody>
      </p:sp>
    </p:spTree>
    <p:extLst>
      <p:ext uri="{BB962C8B-B14F-4D97-AF65-F5344CB8AC3E}">
        <p14:creationId xmlns:p14="http://schemas.microsoft.com/office/powerpoint/2010/main" val="321871832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6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7991C006-7D78-528F-672F-A2FBC4101AF6}"/>
              </a:ext>
            </a:extLst>
          </p:cNvPr>
          <p:cNvSpPr txBox="1"/>
          <p:nvPr userDrawn="1"/>
        </p:nvSpPr>
        <p:spPr>
          <a:xfrm>
            <a:off x="165698" y="110466"/>
            <a:ext cx="2160193" cy="213585"/>
          </a:xfrm>
          <a:prstGeom prst="rect">
            <a:avLst/>
          </a:prstGeom>
          <a:noFill/>
        </p:spPr>
        <p:txBody>
          <a:bodyPr wrap="square" rtlCol="0">
            <a:spAutoFit/>
          </a:bodyPr>
          <a:lstStyle/>
          <a:p>
            <a:r>
              <a:rPr kumimoji="1" lang="en-US" altLang="ja-JP" sz="788" dirty="0"/>
              <a:t>5.Conclusion</a:t>
            </a:r>
          </a:p>
        </p:txBody>
      </p:sp>
      <p:sp>
        <p:nvSpPr>
          <p:cNvPr id="5" name="テキスト ボックス 4">
            <a:extLst>
              <a:ext uri="{FF2B5EF4-FFF2-40B4-BE49-F238E27FC236}">
                <a16:creationId xmlns:a16="http://schemas.microsoft.com/office/drawing/2014/main" id="{CB148A70-0A80-FBF1-11DD-310B9C7EBD5E}"/>
              </a:ext>
            </a:extLst>
          </p:cNvPr>
          <p:cNvSpPr txBox="1"/>
          <p:nvPr userDrawn="1"/>
        </p:nvSpPr>
        <p:spPr>
          <a:xfrm>
            <a:off x="11621268" y="6486718"/>
            <a:ext cx="570733" cy="213585"/>
          </a:xfrm>
          <a:prstGeom prst="rect">
            <a:avLst/>
          </a:prstGeom>
          <a:noFill/>
        </p:spPr>
        <p:txBody>
          <a:bodyPr wrap="square" rtlCol="0">
            <a:spAutoFit/>
          </a:bodyPr>
          <a:lstStyle/>
          <a:p>
            <a:fld id="{2D045537-F4BB-4948-9DF3-7D7722CD90C0}" type="slidenum">
              <a:rPr kumimoji="1" lang="ja-JP" altLang="en-US" sz="788" smtClean="0"/>
              <a:t>‹#›</a:t>
            </a:fld>
            <a:endParaRPr kumimoji="1" lang="ja-JP" altLang="en-US" sz="788" dirty="0"/>
          </a:p>
        </p:txBody>
      </p:sp>
    </p:spTree>
    <p:extLst>
      <p:ext uri="{BB962C8B-B14F-4D97-AF65-F5344CB8AC3E}">
        <p14:creationId xmlns:p14="http://schemas.microsoft.com/office/powerpoint/2010/main" val="299285761"/>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4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7991C006-7D78-528F-672F-A2FBC4101AF6}"/>
              </a:ext>
            </a:extLst>
          </p:cNvPr>
          <p:cNvSpPr txBox="1"/>
          <p:nvPr userDrawn="1"/>
        </p:nvSpPr>
        <p:spPr>
          <a:xfrm>
            <a:off x="165698" y="110466"/>
            <a:ext cx="2160193" cy="213585"/>
          </a:xfrm>
          <a:prstGeom prst="rect">
            <a:avLst/>
          </a:prstGeom>
          <a:noFill/>
        </p:spPr>
        <p:txBody>
          <a:bodyPr wrap="square" rtlCol="0">
            <a:spAutoFit/>
          </a:bodyPr>
          <a:lstStyle/>
          <a:p>
            <a:r>
              <a:rPr kumimoji="1" lang="en-US" altLang="ja-JP" sz="788" dirty="0"/>
              <a:t>6.</a:t>
            </a:r>
            <a:r>
              <a:rPr kumimoji="1" lang="ja-JP" altLang="en-US" sz="788" dirty="0"/>
              <a:t> </a:t>
            </a:r>
            <a:r>
              <a:rPr kumimoji="1" lang="en-US" altLang="ja-JP" sz="788" dirty="0"/>
              <a:t>References</a:t>
            </a:r>
          </a:p>
        </p:txBody>
      </p:sp>
      <p:sp>
        <p:nvSpPr>
          <p:cNvPr id="5" name="テキスト ボックス 4">
            <a:extLst>
              <a:ext uri="{FF2B5EF4-FFF2-40B4-BE49-F238E27FC236}">
                <a16:creationId xmlns:a16="http://schemas.microsoft.com/office/drawing/2014/main" id="{CB148A70-0A80-FBF1-11DD-310B9C7EBD5E}"/>
              </a:ext>
            </a:extLst>
          </p:cNvPr>
          <p:cNvSpPr txBox="1"/>
          <p:nvPr userDrawn="1"/>
        </p:nvSpPr>
        <p:spPr>
          <a:xfrm>
            <a:off x="11621268" y="6486718"/>
            <a:ext cx="570733" cy="213585"/>
          </a:xfrm>
          <a:prstGeom prst="rect">
            <a:avLst/>
          </a:prstGeom>
          <a:noFill/>
        </p:spPr>
        <p:txBody>
          <a:bodyPr wrap="square" rtlCol="0">
            <a:spAutoFit/>
          </a:bodyPr>
          <a:lstStyle/>
          <a:p>
            <a:fld id="{2D045537-F4BB-4948-9DF3-7D7722CD90C0}" type="slidenum">
              <a:rPr kumimoji="1" lang="ja-JP" altLang="en-US" sz="788" smtClean="0"/>
              <a:t>‹#›</a:t>
            </a:fld>
            <a:endParaRPr kumimoji="1" lang="ja-JP" altLang="en-US" sz="788" dirty="0"/>
          </a:p>
        </p:txBody>
      </p:sp>
    </p:spTree>
    <p:extLst>
      <p:ext uri="{BB962C8B-B14F-4D97-AF65-F5344CB8AC3E}">
        <p14:creationId xmlns:p14="http://schemas.microsoft.com/office/powerpoint/2010/main" val="238456568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5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7991C006-7D78-528F-672F-A2FBC4101AF6}"/>
              </a:ext>
            </a:extLst>
          </p:cNvPr>
          <p:cNvSpPr txBox="1"/>
          <p:nvPr userDrawn="1"/>
        </p:nvSpPr>
        <p:spPr>
          <a:xfrm>
            <a:off x="165698" y="110466"/>
            <a:ext cx="2638873" cy="213585"/>
          </a:xfrm>
          <a:prstGeom prst="rect">
            <a:avLst/>
          </a:prstGeom>
          <a:noFill/>
        </p:spPr>
        <p:txBody>
          <a:bodyPr wrap="square" rtlCol="0">
            <a:spAutoFit/>
          </a:bodyPr>
          <a:lstStyle/>
          <a:p>
            <a:r>
              <a:rPr kumimoji="1" lang="en-US" altLang="ja-JP" sz="788" dirty="0"/>
              <a:t>7.</a:t>
            </a:r>
            <a:r>
              <a:rPr kumimoji="1" lang="ja-JP" altLang="en-US" sz="788" dirty="0"/>
              <a:t> </a:t>
            </a:r>
            <a:r>
              <a:rPr lang="en-US" altLang="ja-JP" sz="788" dirty="0"/>
              <a:t>Supplementary Information</a:t>
            </a:r>
            <a:endParaRPr kumimoji="1" lang="en-US" altLang="ja-JP" sz="788" dirty="0"/>
          </a:p>
        </p:txBody>
      </p:sp>
      <p:sp>
        <p:nvSpPr>
          <p:cNvPr id="5" name="テキスト ボックス 4">
            <a:extLst>
              <a:ext uri="{FF2B5EF4-FFF2-40B4-BE49-F238E27FC236}">
                <a16:creationId xmlns:a16="http://schemas.microsoft.com/office/drawing/2014/main" id="{CB148A70-0A80-FBF1-11DD-310B9C7EBD5E}"/>
              </a:ext>
            </a:extLst>
          </p:cNvPr>
          <p:cNvSpPr txBox="1"/>
          <p:nvPr userDrawn="1"/>
        </p:nvSpPr>
        <p:spPr>
          <a:xfrm>
            <a:off x="11621268" y="6486718"/>
            <a:ext cx="570733" cy="213585"/>
          </a:xfrm>
          <a:prstGeom prst="rect">
            <a:avLst/>
          </a:prstGeom>
          <a:noFill/>
        </p:spPr>
        <p:txBody>
          <a:bodyPr wrap="square" rtlCol="0">
            <a:spAutoFit/>
          </a:bodyPr>
          <a:lstStyle/>
          <a:p>
            <a:fld id="{2D045537-F4BB-4948-9DF3-7D7722CD90C0}" type="slidenum">
              <a:rPr kumimoji="1" lang="ja-JP" altLang="en-US" sz="788" smtClean="0"/>
              <a:t>‹#›</a:t>
            </a:fld>
            <a:endParaRPr kumimoji="1" lang="ja-JP" altLang="en-US" sz="788" dirty="0"/>
          </a:p>
        </p:txBody>
      </p:sp>
    </p:spTree>
    <p:extLst>
      <p:ext uri="{BB962C8B-B14F-4D97-AF65-F5344CB8AC3E}">
        <p14:creationId xmlns:p14="http://schemas.microsoft.com/office/powerpoint/2010/main" val="410174373"/>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0DF7731-B737-AB50-431C-013C49243C46}"/>
              </a:ext>
            </a:extLst>
          </p:cNvPr>
          <p:cNvSpPr>
            <a:spLocks noGrp="1"/>
          </p:cNvSpPr>
          <p:nvPr>
            <p:ph type="ctrTitle"/>
          </p:nvPr>
        </p:nvSpPr>
        <p:spPr>
          <a:xfrm>
            <a:off x="1524000" y="1122363"/>
            <a:ext cx="9144000" cy="2387600"/>
          </a:xfrm>
        </p:spPr>
        <p:txBody>
          <a:bodyPr anchor="b"/>
          <a:lstStyle>
            <a:lvl1pPr algn="ctr">
              <a:defRPr sz="45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700063AC-E753-D3A1-3177-3160B560CBC2}"/>
              </a:ext>
            </a:extLst>
          </p:cNvPr>
          <p:cNvSpPr>
            <a:spLocks noGrp="1"/>
          </p:cNvSpPr>
          <p:nvPr>
            <p:ph type="subTitle" idx="1"/>
          </p:nvPr>
        </p:nvSpPr>
        <p:spPr>
          <a:xfrm>
            <a:off x="1524000" y="3602038"/>
            <a:ext cx="9144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69C444C-9145-AEF8-2760-2CAD9E77A4E7}"/>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フッター プレースホルダー 4">
            <a:extLst>
              <a:ext uri="{FF2B5EF4-FFF2-40B4-BE49-F238E27FC236}">
                <a16:creationId xmlns:a16="http://schemas.microsoft.com/office/drawing/2014/main" id="{80953E35-B84A-96E4-5EC7-722B65AE9D2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4A75D73-8DDB-43EA-2922-963A35ED8CB0}"/>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4217321255"/>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タイトルとコンテンツ">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6" name="スライド番号プレースホルダー 5">
            <a:extLst>
              <a:ext uri="{FF2B5EF4-FFF2-40B4-BE49-F238E27FC236}">
                <a16:creationId xmlns:a16="http://schemas.microsoft.com/office/drawing/2014/main" id="{02C6F089-7B56-5104-FA6E-0A9DF0B15324}"/>
              </a:ext>
            </a:extLst>
          </p:cNvPr>
          <p:cNvSpPr>
            <a:spLocks noGrp="1"/>
          </p:cNvSpPr>
          <p:nvPr>
            <p:ph type="sldNum" sz="quarter" idx="12"/>
          </p:nvPr>
        </p:nvSpPr>
        <p:spPr>
          <a:xfrm>
            <a:off x="9138920" y="6392929"/>
            <a:ext cx="2743200" cy="365125"/>
          </a:xfrm>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480818093"/>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2A5B8FF-C52A-87DC-4453-2013D8A58437}"/>
              </a:ext>
            </a:extLst>
          </p:cNvPr>
          <p:cNvSpPr>
            <a:spLocks noGrp="1"/>
          </p:cNvSpPr>
          <p:nvPr>
            <p:ph type="title"/>
          </p:nvPr>
        </p:nvSpPr>
        <p:spPr>
          <a:xfrm>
            <a:off x="831851" y="1709741"/>
            <a:ext cx="10515600" cy="2852737"/>
          </a:xfrm>
        </p:spPr>
        <p:txBody>
          <a:bodyPr anchor="b"/>
          <a:lstStyle>
            <a:lvl1pPr>
              <a:defRPr sz="45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CDEE0C91-551D-054A-BC0B-72C63F5C8916}"/>
              </a:ext>
            </a:extLst>
          </p:cNvPr>
          <p:cNvSpPr>
            <a:spLocks noGrp="1"/>
          </p:cNvSpPr>
          <p:nvPr>
            <p:ph type="body" idx="1"/>
          </p:nvPr>
        </p:nvSpPr>
        <p:spPr>
          <a:xfrm>
            <a:off x="831851" y="4589466"/>
            <a:ext cx="10515600"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C5EDF259-14AC-D217-9596-EB1E4DB80CB4}"/>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フッター プレースホルダー 4">
            <a:extLst>
              <a:ext uri="{FF2B5EF4-FFF2-40B4-BE49-F238E27FC236}">
                <a16:creationId xmlns:a16="http://schemas.microsoft.com/office/drawing/2014/main" id="{E12904D6-6AE3-2464-5729-36CF711B09DF}"/>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9FF04059-5FA0-9496-DCFD-580C381F1641}"/>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2093859047"/>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916E1A1-3C86-7914-FCC7-B97D0D85B68F}"/>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E2357258-BD9E-8164-E9B7-6CCF589F08A3}"/>
              </a:ext>
            </a:extLst>
          </p:cNvPr>
          <p:cNvSpPr>
            <a:spLocks noGrp="1"/>
          </p:cNvSpPr>
          <p:nvPr>
            <p:ph sz="half" idx="1"/>
          </p:nvPr>
        </p:nvSpPr>
        <p:spPr>
          <a:xfrm>
            <a:off x="838200" y="1825625"/>
            <a:ext cx="51562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75106957-22B4-013A-DDB3-B3656E6A443F}"/>
              </a:ext>
            </a:extLst>
          </p:cNvPr>
          <p:cNvSpPr>
            <a:spLocks noGrp="1"/>
          </p:cNvSpPr>
          <p:nvPr>
            <p:ph sz="half" idx="2"/>
          </p:nvPr>
        </p:nvSpPr>
        <p:spPr>
          <a:xfrm>
            <a:off x="6197600" y="1825625"/>
            <a:ext cx="51562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C011F8D8-2EED-C061-3177-7A4124904F7D}"/>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6" name="フッター プレースホルダー 5">
            <a:extLst>
              <a:ext uri="{FF2B5EF4-FFF2-40B4-BE49-F238E27FC236}">
                <a16:creationId xmlns:a16="http://schemas.microsoft.com/office/drawing/2014/main" id="{0B79D0F9-BC04-B621-BBEC-284F0421A410}"/>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3B17BC0-BD7B-3BFB-E521-7433B8952B0C}"/>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681229884"/>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2DDE40B-2378-BBD6-E7E2-1D76CAE0CAB1}"/>
              </a:ext>
            </a:extLst>
          </p:cNvPr>
          <p:cNvSpPr>
            <a:spLocks noGrp="1"/>
          </p:cNvSpPr>
          <p:nvPr>
            <p:ph type="title"/>
          </p:nvPr>
        </p:nvSpPr>
        <p:spPr>
          <a:xfrm>
            <a:off x="840317" y="365128"/>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0E6BC995-C356-EBB6-9773-008CD6C731C7}"/>
              </a:ext>
            </a:extLst>
          </p:cNvPr>
          <p:cNvSpPr>
            <a:spLocks noGrp="1"/>
          </p:cNvSpPr>
          <p:nvPr>
            <p:ph type="body" idx="1"/>
          </p:nvPr>
        </p:nvSpPr>
        <p:spPr>
          <a:xfrm>
            <a:off x="840319" y="1681163"/>
            <a:ext cx="5158316"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84FAE0AD-7437-05C4-63A4-FFDE37F8DF3B}"/>
              </a:ext>
            </a:extLst>
          </p:cNvPr>
          <p:cNvSpPr>
            <a:spLocks noGrp="1"/>
          </p:cNvSpPr>
          <p:nvPr>
            <p:ph sz="half" idx="2"/>
          </p:nvPr>
        </p:nvSpPr>
        <p:spPr>
          <a:xfrm>
            <a:off x="840319" y="2505075"/>
            <a:ext cx="5158316"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BE1A57AD-7667-E57A-204B-39F49CFD36C4}"/>
              </a:ext>
            </a:extLst>
          </p:cNvPr>
          <p:cNvSpPr>
            <a:spLocks noGrp="1"/>
          </p:cNvSpPr>
          <p:nvPr>
            <p:ph type="body" sz="quarter" idx="3"/>
          </p:nvPr>
        </p:nvSpPr>
        <p:spPr>
          <a:xfrm>
            <a:off x="6172200" y="1681163"/>
            <a:ext cx="5183717"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85B3BA91-9C0F-3B34-07AD-07E4B3F78E8C}"/>
              </a:ext>
            </a:extLst>
          </p:cNvPr>
          <p:cNvSpPr>
            <a:spLocks noGrp="1"/>
          </p:cNvSpPr>
          <p:nvPr>
            <p:ph sz="quarter" idx="4"/>
          </p:nvPr>
        </p:nvSpPr>
        <p:spPr>
          <a:xfrm>
            <a:off x="6172200" y="2505075"/>
            <a:ext cx="518371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466BECDF-B53D-96EC-E6EA-DF5236677CB2}"/>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8" name="フッター プレースホルダー 7">
            <a:extLst>
              <a:ext uri="{FF2B5EF4-FFF2-40B4-BE49-F238E27FC236}">
                <a16:creationId xmlns:a16="http://schemas.microsoft.com/office/drawing/2014/main" id="{D2E5EA20-570F-95AB-1EF0-E2D57F59E5D7}"/>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01F713E6-5C1F-DA47-80C8-CE4AEA6DC389}"/>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248673957"/>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FDCA319-3E27-9205-605F-5133FD4D6D42}"/>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CCF4EE53-AB21-5DBF-AB60-B150FF75B95A}"/>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4" name="フッター プレースホルダー 3">
            <a:extLst>
              <a:ext uri="{FF2B5EF4-FFF2-40B4-BE49-F238E27FC236}">
                <a16:creationId xmlns:a16="http://schemas.microsoft.com/office/drawing/2014/main" id="{C65A3E87-F4C2-6ED6-C93E-766512B49F23}"/>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B037B27D-4B3A-F326-F237-D95DE16DE46A}"/>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4140056057"/>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ADFCE4D8-0799-868C-5DB9-2689C58CFB38}"/>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3" name="フッター プレースホルダー 2">
            <a:extLst>
              <a:ext uri="{FF2B5EF4-FFF2-40B4-BE49-F238E27FC236}">
                <a16:creationId xmlns:a16="http://schemas.microsoft.com/office/drawing/2014/main" id="{A68C0F0C-52C7-8F94-8BAD-F6BAE3ADA277}"/>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22F3E755-C006-336B-BCD1-3EF1D190C319}"/>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721875642"/>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8ED2D1A-F45E-95ED-6FF0-7DFC98BB7CB8}"/>
              </a:ext>
            </a:extLst>
          </p:cNvPr>
          <p:cNvSpPr>
            <a:spLocks noGrp="1"/>
          </p:cNvSpPr>
          <p:nvPr>
            <p:ph type="title"/>
          </p:nvPr>
        </p:nvSpPr>
        <p:spPr>
          <a:xfrm>
            <a:off x="840319" y="457200"/>
            <a:ext cx="3932767" cy="1600200"/>
          </a:xfrm>
        </p:spPr>
        <p:txBody>
          <a:bodyPr anchor="b"/>
          <a:lstStyle>
            <a:lvl1pPr>
              <a:defRPr sz="24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4B291651-C908-1A5F-5337-D0D9CF7220CE}"/>
              </a:ext>
            </a:extLst>
          </p:cNvPr>
          <p:cNvSpPr>
            <a:spLocks noGrp="1"/>
          </p:cNvSpPr>
          <p:nvPr>
            <p:ph idx="1"/>
          </p:nvPr>
        </p:nvSpPr>
        <p:spPr>
          <a:xfrm>
            <a:off x="5183717" y="987427"/>
            <a:ext cx="617220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B861E146-28C7-8935-EFE2-A709D64A3D24}"/>
              </a:ext>
            </a:extLst>
          </p:cNvPr>
          <p:cNvSpPr>
            <a:spLocks noGrp="1"/>
          </p:cNvSpPr>
          <p:nvPr>
            <p:ph type="body" sz="half" idx="2"/>
          </p:nvPr>
        </p:nvSpPr>
        <p:spPr>
          <a:xfrm>
            <a:off x="840319" y="2057400"/>
            <a:ext cx="393276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9ED42F14-B997-38AC-E29F-17DFD7832E5A}"/>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6" name="フッター プレースホルダー 5">
            <a:extLst>
              <a:ext uri="{FF2B5EF4-FFF2-40B4-BE49-F238E27FC236}">
                <a16:creationId xmlns:a16="http://schemas.microsoft.com/office/drawing/2014/main" id="{6508F590-2176-F393-E82A-1A76F0D5EEEE}"/>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666AB1AF-88D6-8A76-70AE-2DC3508FEAA4}"/>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413484610"/>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9789B2A-1E1F-468D-4DBE-A9272BE10E1B}"/>
              </a:ext>
            </a:extLst>
          </p:cNvPr>
          <p:cNvSpPr>
            <a:spLocks noGrp="1"/>
          </p:cNvSpPr>
          <p:nvPr>
            <p:ph type="title"/>
          </p:nvPr>
        </p:nvSpPr>
        <p:spPr>
          <a:xfrm>
            <a:off x="840319" y="457200"/>
            <a:ext cx="3932767" cy="1600200"/>
          </a:xfrm>
        </p:spPr>
        <p:txBody>
          <a:bodyPr anchor="b"/>
          <a:lstStyle>
            <a:lvl1pPr>
              <a:defRPr sz="24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1AC77D39-F1AC-2C27-943A-1530EA270A2F}"/>
              </a:ext>
            </a:extLst>
          </p:cNvPr>
          <p:cNvSpPr>
            <a:spLocks noGrp="1"/>
          </p:cNvSpPr>
          <p:nvPr>
            <p:ph type="pic" idx="1"/>
          </p:nvPr>
        </p:nvSpPr>
        <p:spPr>
          <a:xfrm>
            <a:off x="5183717" y="987427"/>
            <a:ext cx="617220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kumimoji="1" lang="ja-JP" altLang="en-US"/>
          </a:p>
        </p:txBody>
      </p:sp>
      <p:sp>
        <p:nvSpPr>
          <p:cNvPr id="4" name="テキスト プレースホルダー 3">
            <a:extLst>
              <a:ext uri="{FF2B5EF4-FFF2-40B4-BE49-F238E27FC236}">
                <a16:creationId xmlns:a16="http://schemas.microsoft.com/office/drawing/2014/main" id="{DB889370-E7A6-8E16-EF2F-5245D21F7142}"/>
              </a:ext>
            </a:extLst>
          </p:cNvPr>
          <p:cNvSpPr>
            <a:spLocks noGrp="1"/>
          </p:cNvSpPr>
          <p:nvPr>
            <p:ph type="body" sz="half" idx="2"/>
          </p:nvPr>
        </p:nvSpPr>
        <p:spPr>
          <a:xfrm>
            <a:off x="840319" y="2057400"/>
            <a:ext cx="393276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747508FE-26EC-A20F-E4C8-21CB6EBF7606}"/>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6" name="フッター プレースホルダー 5">
            <a:extLst>
              <a:ext uri="{FF2B5EF4-FFF2-40B4-BE49-F238E27FC236}">
                <a16:creationId xmlns:a16="http://schemas.microsoft.com/office/drawing/2014/main" id="{8DC61B62-1992-654C-464A-D33CBCBBB17E}"/>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8EA4E8CD-B961-E819-DA60-9F530B7D0DEF}"/>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123737878"/>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81B74F3-C70C-1C3D-429E-900CD6EC3952}"/>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3B3696FE-E4BB-BDC9-37BD-760D485CBFF3}"/>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4C8129B2-9CA3-76E2-6E52-178579B5611E}"/>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フッター プレースホルダー 4">
            <a:extLst>
              <a:ext uri="{FF2B5EF4-FFF2-40B4-BE49-F238E27FC236}">
                <a16:creationId xmlns:a16="http://schemas.microsoft.com/office/drawing/2014/main" id="{991E3808-A48F-6976-E9E8-8665EC964C0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DF184523-491F-37EA-1C3D-34B96363A7E2}"/>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465122103"/>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66405960-1E6B-8982-C9D7-6881F4E18C7D}"/>
              </a:ext>
            </a:extLst>
          </p:cNvPr>
          <p:cNvSpPr>
            <a:spLocks noGrp="1"/>
          </p:cNvSpPr>
          <p:nvPr>
            <p:ph type="title" orient="vert"/>
          </p:nvPr>
        </p:nvSpPr>
        <p:spPr>
          <a:xfrm>
            <a:off x="8724902"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DCB00AB1-7C41-3ABC-3A17-0AEA5FEF63B4}"/>
              </a:ext>
            </a:extLst>
          </p:cNvPr>
          <p:cNvSpPr>
            <a:spLocks noGrp="1"/>
          </p:cNvSpPr>
          <p:nvPr>
            <p:ph type="body" orient="vert" idx="1"/>
          </p:nvPr>
        </p:nvSpPr>
        <p:spPr>
          <a:xfrm>
            <a:off x="838202" y="365125"/>
            <a:ext cx="76835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0F796527-0503-DA57-0512-8FB81FEEE45A}"/>
              </a:ext>
            </a:extLst>
          </p:cNvPr>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フッター プレースホルダー 4">
            <a:extLst>
              <a:ext uri="{FF2B5EF4-FFF2-40B4-BE49-F238E27FC236}">
                <a16:creationId xmlns:a16="http://schemas.microsoft.com/office/drawing/2014/main" id="{A7340DB1-F2C6-6741-65D5-4E5EEA59355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4D183B32-7304-EDD4-8E5F-1C24CD729EE0}"/>
              </a:ext>
            </a:extLst>
          </p:cNvPr>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003730659"/>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1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BF76D-BD8F-04C5-7CD6-C3FDA7AC0654}"/>
              </a:ext>
            </a:extLst>
          </p:cNvPr>
          <p:cNvSpPr>
            <a:spLocks noGrp="1"/>
          </p:cNvSpPr>
          <p:nvPr>
            <p:ph type="title"/>
          </p:nvPr>
        </p:nvSpPr>
        <p:spPr>
          <a:xfrm>
            <a:off x="0" y="4"/>
            <a:ext cx="12192000" cy="650513"/>
          </a:xfrm>
          <a:solidFill>
            <a:schemeClr val="accent2">
              <a:lumMod val="40000"/>
              <a:lumOff val="60000"/>
            </a:schemeClr>
          </a:solidFill>
        </p:spPr>
        <p:txBody>
          <a:bodyPr>
            <a:noAutofit/>
          </a:bodyPr>
          <a:lstStyle>
            <a:lvl1pPr>
              <a:defRPr sz="1575">
                <a:latin typeface="+mn-ea"/>
                <a:ea typeface="+mn-ea"/>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3C432AE6-99B9-074D-ACEC-E2979C96C08A}"/>
              </a:ext>
            </a:extLst>
          </p:cNvPr>
          <p:cNvSpPr>
            <a:spLocks noGrp="1"/>
          </p:cNvSpPr>
          <p:nvPr>
            <p:ph idx="1"/>
          </p:nvPr>
        </p:nvSpPr>
        <p:spPr>
          <a:xfrm>
            <a:off x="644378" y="886704"/>
            <a:ext cx="11126735" cy="4998676"/>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15" name="フッター プレースホルダー 9">
            <a:extLst>
              <a:ext uri="{FF2B5EF4-FFF2-40B4-BE49-F238E27FC236}">
                <a16:creationId xmlns:a16="http://schemas.microsoft.com/office/drawing/2014/main" id="{0018B26A-F8AB-A5E9-17E4-421D92C1A69D}"/>
              </a:ext>
            </a:extLst>
          </p:cNvPr>
          <p:cNvSpPr txBox="1">
            <a:spLocks/>
          </p:cNvSpPr>
          <p:nvPr userDrawn="1"/>
        </p:nvSpPr>
        <p:spPr>
          <a:xfrm>
            <a:off x="30528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Methods</a:t>
            </a:r>
          </a:p>
        </p:txBody>
      </p:sp>
      <p:sp>
        <p:nvSpPr>
          <p:cNvPr id="16" name="フッター プレースホルダー 9">
            <a:extLst>
              <a:ext uri="{FF2B5EF4-FFF2-40B4-BE49-F238E27FC236}">
                <a16:creationId xmlns:a16="http://schemas.microsoft.com/office/drawing/2014/main" id="{3955417E-0E48-7E03-A31E-74151DB79448}"/>
              </a:ext>
            </a:extLst>
          </p:cNvPr>
          <p:cNvSpPr txBox="1">
            <a:spLocks/>
          </p:cNvSpPr>
          <p:nvPr userDrawn="1"/>
        </p:nvSpPr>
        <p:spPr>
          <a:xfrm>
            <a:off x="61056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Results</a:t>
            </a:r>
          </a:p>
        </p:txBody>
      </p:sp>
      <p:sp>
        <p:nvSpPr>
          <p:cNvPr id="17" name="フッター プレースホルダー 9">
            <a:extLst>
              <a:ext uri="{FF2B5EF4-FFF2-40B4-BE49-F238E27FC236}">
                <a16:creationId xmlns:a16="http://schemas.microsoft.com/office/drawing/2014/main" id="{0D7DAF3E-1D5E-9362-79A3-E7A483A574C7}"/>
              </a:ext>
            </a:extLst>
          </p:cNvPr>
          <p:cNvSpPr txBox="1">
            <a:spLocks/>
          </p:cNvSpPr>
          <p:nvPr userDrawn="1"/>
        </p:nvSpPr>
        <p:spPr>
          <a:xfrm>
            <a:off x="91584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Discussion</a:t>
            </a:r>
          </a:p>
        </p:txBody>
      </p:sp>
      <p:sp>
        <p:nvSpPr>
          <p:cNvPr id="18" name="フッター プレースホルダー 9">
            <a:extLst>
              <a:ext uri="{FF2B5EF4-FFF2-40B4-BE49-F238E27FC236}">
                <a16:creationId xmlns:a16="http://schemas.microsoft.com/office/drawing/2014/main" id="{B49CB7BB-23F6-3FE4-941E-263D1BDAB1D1}"/>
              </a:ext>
            </a:extLst>
          </p:cNvPr>
          <p:cNvSpPr txBox="1">
            <a:spLocks/>
          </p:cNvSpPr>
          <p:nvPr userDrawn="1"/>
        </p:nvSpPr>
        <p:spPr>
          <a:xfrm>
            <a:off x="0" y="6356350"/>
            <a:ext cx="3052800" cy="501650"/>
          </a:xfrm>
          <a:prstGeom prst="rect">
            <a:avLst/>
          </a:prstGeom>
          <a:solidFill>
            <a:schemeClr val="tx2">
              <a:lumMod val="20000"/>
              <a:lumOff val="80000"/>
            </a:schemeClr>
          </a:solidFill>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Background</a:t>
            </a:r>
          </a:p>
        </p:txBody>
      </p:sp>
    </p:spTree>
    <p:extLst>
      <p:ext uri="{BB962C8B-B14F-4D97-AF65-F5344CB8AC3E}">
        <p14:creationId xmlns:p14="http://schemas.microsoft.com/office/powerpoint/2010/main" val="3466679197"/>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2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BF76D-BD8F-04C5-7CD6-C3FDA7AC0654}"/>
              </a:ext>
            </a:extLst>
          </p:cNvPr>
          <p:cNvSpPr>
            <a:spLocks noGrp="1"/>
          </p:cNvSpPr>
          <p:nvPr>
            <p:ph type="title"/>
          </p:nvPr>
        </p:nvSpPr>
        <p:spPr>
          <a:xfrm>
            <a:off x="0" y="4"/>
            <a:ext cx="12192000" cy="650513"/>
          </a:xfrm>
          <a:solidFill>
            <a:schemeClr val="accent2">
              <a:lumMod val="40000"/>
              <a:lumOff val="60000"/>
            </a:schemeClr>
          </a:solidFill>
        </p:spPr>
        <p:txBody>
          <a:bodyPr>
            <a:noAutofit/>
          </a:bodyPr>
          <a:lstStyle>
            <a:lvl1pPr>
              <a:defRPr sz="1575">
                <a:latin typeface="+mn-ea"/>
                <a:ea typeface="+mn-ea"/>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3C432AE6-99B9-074D-ACEC-E2979C96C08A}"/>
              </a:ext>
            </a:extLst>
          </p:cNvPr>
          <p:cNvSpPr>
            <a:spLocks noGrp="1"/>
          </p:cNvSpPr>
          <p:nvPr>
            <p:ph idx="1"/>
          </p:nvPr>
        </p:nvSpPr>
        <p:spPr>
          <a:xfrm>
            <a:off x="644378" y="886704"/>
            <a:ext cx="11126735" cy="4998676"/>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15" name="フッター プレースホルダー 9">
            <a:extLst>
              <a:ext uri="{FF2B5EF4-FFF2-40B4-BE49-F238E27FC236}">
                <a16:creationId xmlns:a16="http://schemas.microsoft.com/office/drawing/2014/main" id="{0018B26A-F8AB-A5E9-17E4-421D92C1A69D}"/>
              </a:ext>
            </a:extLst>
          </p:cNvPr>
          <p:cNvSpPr txBox="1">
            <a:spLocks/>
          </p:cNvSpPr>
          <p:nvPr userDrawn="1"/>
        </p:nvSpPr>
        <p:spPr>
          <a:xfrm>
            <a:off x="3052800" y="6356350"/>
            <a:ext cx="3052800" cy="501650"/>
          </a:xfrm>
          <a:prstGeom prst="rect">
            <a:avLst/>
          </a:prstGeom>
          <a:solidFill>
            <a:schemeClr val="tx2">
              <a:lumMod val="20000"/>
              <a:lumOff val="80000"/>
            </a:schemeClr>
          </a:solidFill>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Methods</a:t>
            </a:r>
          </a:p>
        </p:txBody>
      </p:sp>
      <p:sp>
        <p:nvSpPr>
          <p:cNvPr id="16" name="フッター プレースホルダー 9">
            <a:extLst>
              <a:ext uri="{FF2B5EF4-FFF2-40B4-BE49-F238E27FC236}">
                <a16:creationId xmlns:a16="http://schemas.microsoft.com/office/drawing/2014/main" id="{3955417E-0E48-7E03-A31E-74151DB79448}"/>
              </a:ext>
            </a:extLst>
          </p:cNvPr>
          <p:cNvSpPr txBox="1">
            <a:spLocks/>
          </p:cNvSpPr>
          <p:nvPr userDrawn="1"/>
        </p:nvSpPr>
        <p:spPr>
          <a:xfrm>
            <a:off x="61056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Results</a:t>
            </a:r>
          </a:p>
        </p:txBody>
      </p:sp>
      <p:sp>
        <p:nvSpPr>
          <p:cNvPr id="17" name="フッター プレースホルダー 9">
            <a:extLst>
              <a:ext uri="{FF2B5EF4-FFF2-40B4-BE49-F238E27FC236}">
                <a16:creationId xmlns:a16="http://schemas.microsoft.com/office/drawing/2014/main" id="{0D7DAF3E-1D5E-9362-79A3-E7A483A574C7}"/>
              </a:ext>
            </a:extLst>
          </p:cNvPr>
          <p:cNvSpPr txBox="1">
            <a:spLocks/>
          </p:cNvSpPr>
          <p:nvPr userDrawn="1"/>
        </p:nvSpPr>
        <p:spPr>
          <a:xfrm>
            <a:off x="91584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Discussion</a:t>
            </a:r>
          </a:p>
        </p:txBody>
      </p:sp>
      <p:sp>
        <p:nvSpPr>
          <p:cNvPr id="18" name="フッター プレースホルダー 9">
            <a:extLst>
              <a:ext uri="{FF2B5EF4-FFF2-40B4-BE49-F238E27FC236}">
                <a16:creationId xmlns:a16="http://schemas.microsoft.com/office/drawing/2014/main" id="{B49CB7BB-23F6-3FE4-941E-263D1BDAB1D1}"/>
              </a:ext>
            </a:extLst>
          </p:cNvPr>
          <p:cNvSpPr txBox="1">
            <a:spLocks/>
          </p:cNvSpPr>
          <p:nvPr userDrawn="1"/>
        </p:nvSpPr>
        <p:spPr>
          <a:xfrm>
            <a:off x="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Background</a:t>
            </a:r>
          </a:p>
        </p:txBody>
      </p:sp>
    </p:spTree>
    <p:extLst>
      <p:ext uri="{BB962C8B-B14F-4D97-AF65-F5344CB8AC3E}">
        <p14:creationId xmlns:p14="http://schemas.microsoft.com/office/powerpoint/2010/main" val="3527684394"/>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3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BF76D-BD8F-04C5-7CD6-C3FDA7AC0654}"/>
              </a:ext>
            </a:extLst>
          </p:cNvPr>
          <p:cNvSpPr>
            <a:spLocks noGrp="1"/>
          </p:cNvSpPr>
          <p:nvPr>
            <p:ph type="title"/>
          </p:nvPr>
        </p:nvSpPr>
        <p:spPr>
          <a:xfrm>
            <a:off x="0" y="4"/>
            <a:ext cx="12192000" cy="650513"/>
          </a:xfrm>
          <a:solidFill>
            <a:schemeClr val="accent2">
              <a:lumMod val="40000"/>
              <a:lumOff val="60000"/>
            </a:schemeClr>
          </a:solidFill>
        </p:spPr>
        <p:txBody>
          <a:bodyPr>
            <a:noAutofit/>
          </a:bodyPr>
          <a:lstStyle>
            <a:lvl1pPr>
              <a:defRPr sz="1575">
                <a:latin typeface="+mn-ea"/>
                <a:ea typeface="+mn-ea"/>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3C432AE6-99B9-074D-ACEC-E2979C96C08A}"/>
              </a:ext>
            </a:extLst>
          </p:cNvPr>
          <p:cNvSpPr>
            <a:spLocks noGrp="1"/>
          </p:cNvSpPr>
          <p:nvPr>
            <p:ph idx="1"/>
          </p:nvPr>
        </p:nvSpPr>
        <p:spPr>
          <a:xfrm>
            <a:off x="644378" y="886704"/>
            <a:ext cx="11126735" cy="4998676"/>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15" name="フッター プレースホルダー 9">
            <a:extLst>
              <a:ext uri="{FF2B5EF4-FFF2-40B4-BE49-F238E27FC236}">
                <a16:creationId xmlns:a16="http://schemas.microsoft.com/office/drawing/2014/main" id="{0018B26A-F8AB-A5E9-17E4-421D92C1A69D}"/>
              </a:ext>
            </a:extLst>
          </p:cNvPr>
          <p:cNvSpPr txBox="1">
            <a:spLocks/>
          </p:cNvSpPr>
          <p:nvPr userDrawn="1"/>
        </p:nvSpPr>
        <p:spPr>
          <a:xfrm>
            <a:off x="30528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Methods</a:t>
            </a:r>
          </a:p>
        </p:txBody>
      </p:sp>
      <p:sp>
        <p:nvSpPr>
          <p:cNvPr id="16" name="フッター プレースホルダー 9">
            <a:extLst>
              <a:ext uri="{FF2B5EF4-FFF2-40B4-BE49-F238E27FC236}">
                <a16:creationId xmlns:a16="http://schemas.microsoft.com/office/drawing/2014/main" id="{3955417E-0E48-7E03-A31E-74151DB79448}"/>
              </a:ext>
            </a:extLst>
          </p:cNvPr>
          <p:cNvSpPr txBox="1">
            <a:spLocks/>
          </p:cNvSpPr>
          <p:nvPr userDrawn="1"/>
        </p:nvSpPr>
        <p:spPr>
          <a:xfrm>
            <a:off x="6105600" y="6356350"/>
            <a:ext cx="3052800" cy="501650"/>
          </a:xfrm>
          <a:prstGeom prst="rect">
            <a:avLst/>
          </a:prstGeom>
          <a:solidFill>
            <a:schemeClr val="tx2">
              <a:lumMod val="20000"/>
              <a:lumOff val="80000"/>
            </a:schemeClr>
          </a:solidFill>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Results</a:t>
            </a:r>
          </a:p>
        </p:txBody>
      </p:sp>
      <p:sp>
        <p:nvSpPr>
          <p:cNvPr id="17" name="フッター プレースホルダー 9">
            <a:extLst>
              <a:ext uri="{FF2B5EF4-FFF2-40B4-BE49-F238E27FC236}">
                <a16:creationId xmlns:a16="http://schemas.microsoft.com/office/drawing/2014/main" id="{0D7DAF3E-1D5E-9362-79A3-E7A483A574C7}"/>
              </a:ext>
            </a:extLst>
          </p:cNvPr>
          <p:cNvSpPr txBox="1">
            <a:spLocks/>
          </p:cNvSpPr>
          <p:nvPr userDrawn="1"/>
        </p:nvSpPr>
        <p:spPr>
          <a:xfrm>
            <a:off x="91584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Discussion</a:t>
            </a:r>
          </a:p>
        </p:txBody>
      </p:sp>
      <p:sp>
        <p:nvSpPr>
          <p:cNvPr id="18" name="フッター プレースホルダー 9">
            <a:extLst>
              <a:ext uri="{FF2B5EF4-FFF2-40B4-BE49-F238E27FC236}">
                <a16:creationId xmlns:a16="http://schemas.microsoft.com/office/drawing/2014/main" id="{B49CB7BB-23F6-3FE4-941E-263D1BDAB1D1}"/>
              </a:ext>
            </a:extLst>
          </p:cNvPr>
          <p:cNvSpPr txBox="1">
            <a:spLocks/>
          </p:cNvSpPr>
          <p:nvPr userDrawn="1"/>
        </p:nvSpPr>
        <p:spPr>
          <a:xfrm>
            <a:off x="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Background</a:t>
            </a:r>
          </a:p>
        </p:txBody>
      </p:sp>
    </p:spTree>
    <p:extLst>
      <p:ext uri="{BB962C8B-B14F-4D97-AF65-F5344CB8AC3E}">
        <p14:creationId xmlns:p14="http://schemas.microsoft.com/office/powerpoint/2010/main" val="653346533"/>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4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BF76D-BD8F-04C5-7CD6-C3FDA7AC0654}"/>
              </a:ext>
            </a:extLst>
          </p:cNvPr>
          <p:cNvSpPr>
            <a:spLocks noGrp="1"/>
          </p:cNvSpPr>
          <p:nvPr>
            <p:ph type="title"/>
          </p:nvPr>
        </p:nvSpPr>
        <p:spPr>
          <a:xfrm>
            <a:off x="0" y="4"/>
            <a:ext cx="12192000" cy="650513"/>
          </a:xfrm>
          <a:solidFill>
            <a:schemeClr val="accent2">
              <a:lumMod val="40000"/>
              <a:lumOff val="60000"/>
            </a:schemeClr>
          </a:solidFill>
        </p:spPr>
        <p:txBody>
          <a:bodyPr>
            <a:noAutofit/>
          </a:bodyPr>
          <a:lstStyle>
            <a:lvl1pPr>
              <a:defRPr sz="1575">
                <a:latin typeface="+mn-ea"/>
                <a:ea typeface="+mn-ea"/>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3C432AE6-99B9-074D-ACEC-E2979C96C08A}"/>
              </a:ext>
            </a:extLst>
          </p:cNvPr>
          <p:cNvSpPr>
            <a:spLocks noGrp="1"/>
          </p:cNvSpPr>
          <p:nvPr>
            <p:ph idx="1"/>
          </p:nvPr>
        </p:nvSpPr>
        <p:spPr>
          <a:xfrm>
            <a:off x="644378" y="886704"/>
            <a:ext cx="11126735" cy="4998676"/>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15" name="フッター プレースホルダー 9">
            <a:extLst>
              <a:ext uri="{FF2B5EF4-FFF2-40B4-BE49-F238E27FC236}">
                <a16:creationId xmlns:a16="http://schemas.microsoft.com/office/drawing/2014/main" id="{0018B26A-F8AB-A5E9-17E4-421D92C1A69D}"/>
              </a:ext>
            </a:extLst>
          </p:cNvPr>
          <p:cNvSpPr txBox="1">
            <a:spLocks/>
          </p:cNvSpPr>
          <p:nvPr userDrawn="1"/>
        </p:nvSpPr>
        <p:spPr>
          <a:xfrm>
            <a:off x="30528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Methods</a:t>
            </a:r>
          </a:p>
        </p:txBody>
      </p:sp>
      <p:sp>
        <p:nvSpPr>
          <p:cNvPr id="16" name="フッター プレースホルダー 9">
            <a:extLst>
              <a:ext uri="{FF2B5EF4-FFF2-40B4-BE49-F238E27FC236}">
                <a16:creationId xmlns:a16="http://schemas.microsoft.com/office/drawing/2014/main" id="{3955417E-0E48-7E03-A31E-74151DB79448}"/>
              </a:ext>
            </a:extLst>
          </p:cNvPr>
          <p:cNvSpPr txBox="1">
            <a:spLocks/>
          </p:cNvSpPr>
          <p:nvPr userDrawn="1"/>
        </p:nvSpPr>
        <p:spPr>
          <a:xfrm>
            <a:off x="61056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Results</a:t>
            </a:r>
          </a:p>
        </p:txBody>
      </p:sp>
      <p:sp>
        <p:nvSpPr>
          <p:cNvPr id="17" name="フッター プレースホルダー 9">
            <a:extLst>
              <a:ext uri="{FF2B5EF4-FFF2-40B4-BE49-F238E27FC236}">
                <a16:creationId xmlns:a16="http://schemas.microsoft.com/office/drawing/2014/main" id="{0D7DAF3E-1D5E-9362-79A3-E7A483A574C7}"/>
              </a:ext>
            </a:extLst>
          </p:cNvPr>
          <p:cNvSpPr txBox="1">
            <a:spLocks/>
          </p:cNvSpPr>
          <p:nvPr userDrawn="1"/>
        </p:nvSpPr>
        <p:spPr>
          <a:xfrm>
            <a:off x="9158400" y="6356350"/>
            <a:ext cx="3052800" cy="501650"/>
          </a:xfrm>
          <a:prstGeom prst="rect">
            <a:avLst/>
          </a:prstGeom>
          <a:solidFill>
            <a:schemeClr val="tx2">
              <a:lumMod val="20000"/>
              <a:lumOff val="80000"/>
            </a:schemeClr>
          </a:solidFill>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Discussion</a:t>
            </a:r>
          </a:p>
        </p:txBody>
      </p:sp>
      <p:sp>
        <p:nvSpPr>
          <p:cNvPr id="18" name="フッター プレースホルダー 9">
            <a:extLst>
              <a:ext uri="{FF2B5EF4-FFF2-40B4-BE49-F238E27FC236}">
                <a16:creationId xmlns:a16="http://schemas.microsoft.com/office/drawing/2014/main" id="{B49CB7BB-23F6-3FE4-941E-263D1BDAB1D1}"/>
              </a:ext>
            </a:extLst>
          </p:cNvPr>
          <p:cNvSpPr txBox="1">
            <a:spLocks/>
          </p:cNvSpPr>
          <p:nvPr userDrawn="1"/>
        </p:nvSpPr>
        <p:spPr>
          <a:xfrm>
            <a:off x="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Background</a:t>
            </a:r>
          </a:p>
        </p:txBody>
      </p:sp>
    </p:spTree>
    <p:extLst>
      <p:ext uri="{BB962C8B-B14F-4D97-AF65-F5344CB8AC3E}">
        <p14:creationId xmlns:p14="http://schemas.microsoft.com/office/powerpoint/2010/main" val="3555776509"/>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7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0. Opening</a:t>
            </a: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941720685"/>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8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1. Introduction</a:t>
            </a: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896620167"/>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1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19B0FFF6-7C5D-C9EF-84E9-9870869C00BB}"/>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2. Methods</a:t>
            </a:r>
          </a:p>
        </p:txBody>
      </p:sp>
      <p:sp>
        <p:nvSpPr>
          <p:cNvPr id="4" name="テキスト ボックス 3">
            <a:extLst>
              <a:ext uri="{FF2B5EF4-FFF2-40B4-BE49-F238E27FC236}">
                <a16:creationId xmlns:a16="http://schemas.microsoft.com/office/drawing/2014/main" id="{4B39CD68-3172-0CDB-95B6-53581225BBD5}"/>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1201153752"/>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2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29618BAC-6AA1-C459-9FCC-C988BF6DB484}"/>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3. Results</a:t>
            </a:r>
          </a:p>
        </p:txBody>
      </p:sp>
      <p:sp>
        <p:nvSpPr>
          <p:cNvPr id="4" name="テキスト ボックス 3">
            <a:extLst>
              <a:ext uri="{FF2B5EF4-FFF2-40B4-BE49-F238E27FC236}">
                <a16:creationId xmlns:a16="http://schemas.microsoft.com/office/drawing/2014/main" id="{8A85087D-7489-04C9-59E4-B949E1995CA0}"/>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2705575257"/>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3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2C64FE9A-D3BF-9215-0FB0-F9FACDB4C54A}"/>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4. Discussion</a:t>
            </a:r>
          </a:p>
        </p:txBody>
      </p:sp>
      <p:sp>
        <p:nvSpPr>
          <p:cNvPr id="4" name="テキスト ボックス 3">
            <a:extLst>
              <a:ext uri="{FF2B5EF4-FFF2-40B4-BE49-F238E27FC236}">
                <a16:creationId xmlns:a16="http://schemas.microsoft.com/office/drawing/2014/main" id="{582622A8-62D8-A198-F93F-C600CC8E356E}"/>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3072939876"/>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6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CEDB2FBA-E537-6694-1EB0-49E06FFBB4EE}"/>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5. Conclusion</a:t>
            </a:r>
          </a:p>
        </p:txBody>
      </p:sp>
      <p:sp>
        <p:nvSpPr>
          <p:cNvPr id="4" name="テキスト ボックス 3">
            <a:extLst>
              <a:ext uri="{FF2B5EF4-FFF2-40B4-BE49-F238E27FC236}">
                <a16:creationId xmlns:a16="http://schemas.microsoft.com/office/drawing/2014/main" id="{FB15D4FC-C2DA-AEAF-2AD5-294EBF8AA5F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1513101217"/>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4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12170C4F-E822-37DD-6E3E-1B30D6DF09C1}"/>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6. References</a:t>
            </a:r>
          </a:p>
        </p:txBody>
      </p:sp>
      <p:sp>
        <p:nvSpPr>
          <p:cNvPr id="4" name="テキスト ボックス 3">
            <a:extLst>
              <a:ext uri="{FF2B5EF4-FFF2-40B4-BE49-F238E27FC236}">
                <a16:creationId xmlns:a16="http://schemas.microsoft.com/office/drawing/2014/main" id="{3EAF421F-91E4-7A52-1841-0AB3892F2D6A}"/>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73632257"/>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5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5621984D-76FE-ACAE-9E5B-DA4BD09015FB}"/>
              </a:ext>
            </a:extLst>
          </p:cNvPr>
          <p:cNvSpPr txBox="1"/>
          <p:nvPr userDrawn="1"/>
        </p:nvSpPr>
        <p:spPr>
          <a:xfrm>
            <a:off x="116601" y="104328"/>
            <a:ext cx="2812752"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7. Supplementary Information</a:t>
            </a:r>
          </a:p>
        </p:txBody>
      </p:sp>
      <p:sp>
        <p:nvSpPr>
          <p:cNvPr id="4" name="テキスト ボックス 3">
            <a:extLst>
              <a:ext uri="{FF2B5EF4-FFF2-40B4-BE49-F238E27FC236}">
                <a16:creationId xmlns:a16="http://schemas.microsoft.com/office/drawing/2014/main" id="{3C378D87-3011-1B78-019A-7BDF64235756}"/>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1666845949"/>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ja-JP" altLang="en-US"/>
              <a:t>マスター タイトルの書式設定</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ja-JP" altLang="en-US"/>
              <a:t>マスター サブタイトルの書式設定</a:t>
            </a:r>
            <a:endParaRPr lang="en-US" dirty="0"/>
          </a:p>
        </p:txBody>
      </p:sp>
      <p:sp>
        <p:nvSpPr>
          <p:cNvPr id="4" name="Date Placeholder 3"/>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881189837"/>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idx="1"/>
          </p:nvPr>
        </p:nvSpPr>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96882097"/>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ja-JP" altLang="en-US"/>
              <a:t>マスター タイトルの書式設定</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987093295"/>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Date Placeholder 4"/>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4202427351"/>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ja-JP" altLang="en-US"/>
              <a:t>マスター タイトルの書式設定</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4" name="Content Placeholder 3"/>
          <p:cNvSpPr>
            <a:spLocks noGrp="1"/>
          </p:cNvSpPr>
          <p:nvPr>
            <p:ph sz="half" idx="2"/>
          </p:nvPr>
        </p:nvSpPr>
        <p:spPr>
          <a:xfrm>
            <a:off x="839788" y="2505075"/>
            <a:ext cx="5157787" cy="368458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6" name="Content Placeholder 5"/>
          <p:cNvSpPr>
            <a:spLocks noGrp="1"/>
          </p:cNvSpPr>
          <p:nvPr>
            <p:ph sz="quarter" idx="4"/>
          </p:nvPr>
        </p:nvSpPr>
        <p:spPr>
          <a:xfrm>
            <a:off x="6172200" y="2505075"/>
            <a:ext cx="5183188" cy="368458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7" name="Date Placeholder 6"/>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8" name="Footer Placeholder 7"/>
          <p:cNvSpPr>
            <a:spLocks noGrp="1"/>
          </p:cNvSpPr>
          <p:nvPr>
            <p:ph type="ftr" sz="quarter" idx="11"/>
          </p:nvPr>
        </p:nvSpPr>
        <p:spPr/>
        <p:txBody>
          <a:bodyPr/>
          <a:lstStyle/>
          <a:p>
            <a:endParaRPr kumimoji="1" lang="ja-JP" altLang="en-US"/>
          </a:p>
        </p:txBody>
      </p:sp>
      <p:sp>
        <p:nvSpPr>
          <p:cNvPr id="9" name="Slide Number Placeholder 8"/>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188804638"/>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Date Placeholder 2"/>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4" name="Footer Placeholder 3"/>
          <p:cNvSpPr>
            <a:spLocks noGrp="1"/>
          </p:cNvSpPr>
          <p:nvPr>
            <p:ph type="ftr" sz="quarter" idx="11"/>
          </p:nvPr>
        </p:nvSpPr>
        <p:spPr/>
        <p:txBody>
          <a:bodyPr/>
          <a:lstStyle/>
          <a:p>
            <a:endParaRPr kumimoji="1" lang="ja-JP" altLang="en-US"/>
          </a:p>
        </p:txBody>
      </p:sp>
      <p:sp>
        <p:nvSpPr>
          <p:cNvPr id="5" name="Slide Number Placeholder 4"/>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285222664"/>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3" name="Footer Placeholder 2"/>
          <p:cNvSpPr>
            <a:spLocks noGrp="1"/>
          </p:cNvSpPr>
          <p:nvPr>
            <p:ph type="ftr" sz="quarter" idx="11"/>
          </p:nvPr>
        </p:nvSpPr>
        <p:spPr/>
        <p:txBody>
          <a:bodyPr/>
          <a:lstStyle/>
          <a:p>
            <a:endParaRPr kumimoji="1" lang="ja-JP" altLang="en-US"/>
          </a:p>
        </p:txBody>
      </p:sp>
      <p:sp>
        <p:nvSpPr>
          <p:cNvPr id="4" name="Slide Number Placeholder 3"/>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871674275"/>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ja-JP" altLang="en-US"/>
              <a:t>マスター タイトルの書式設定</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2087033213"/>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ja-JP" altLang="en-US"/>
              <a:t>マスター タイトルの書式設定</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ja-JP" altLang="en-US"/>
              <a:t>アイコンをクリックして図を追加</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293993278"/>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Vertical Text Placeholder 2"/>
          <p:cNvSpPr>
            <a:spLocks noGrp="1"/>
          </p:cNvSpPr>
          <p:nvPr>
            <p:ph type="body" orient="vert" idx="1"/>
          </p:nvPr>
        </p:nvSpPr>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867122149"/>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ja-JP" altLang="en-US"/>
              <a:t>マスター タイトルの書式設定</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22885039-54E1-425C-BA26-26C83A74E520}" type="datetimeFigureOut">
              <a:rPr kumimoji="1" lang="ja-JP" altLang="en-US" smtClean="0"/>
              <a:t>2026/9/22</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19031265"/>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userDrawn="1">
  <p:cSld name="7_ユーザー設定レイアウト">
    <p:bg>
      <p:bgPr>
        <a:solidFill>
          <a:srgbClr val="F5EDE9">
            <a:alpha val="4000"/>
          </a:srgb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Executive Summary</a:t>
            </a: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1602889520"/>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8_ユーザー設定レイアウト">
    <p:bg>
      <p:bgPr>
        <a:solidFill>
          <a:srgbClr val="F5EDE9">
            <a:alpha val="4000"/>
          </a:srgb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160193" cy="253916"/>
          </a:xfrm>
          <a:prstGeom prst="rect">
            <a:avLst/>
          </a:prstGeom>
          <a:noFill/>
        </p:spPr>
        <p:txBody>
          <a:bodyPr wrap="square" rtlCol="0">
            <a:spAutoFit/>
          </a:bodyPr>
          <a:lstStyle/>
          <a:p>
            <a:r>
              <a:rPr kumimoji="1" lang="ja-JP" altLang="en-US" sz="1050">
                <a:latin typeface="源ノ角ゴシック JP" panose="020B0500000000000000" pitchFamily="34" charset="-128"/>
                <a:ea typeface="源ノ角ゴシック JP" panose="020B0500000000000000" pitchFamily="34" charset="-128"/>
              </a:rPr>
              <a:t>目次</a:t>
            </a:r>
            <a:endParaRPr kumimoji="1" lang="en-US" altLang="ja-JP" sz="1050" dirty="0">
              <a:latin typeface="源ノ角ゴシック JP" panose="020B0500000000000000" pitchFamily="34" charset="-128"/>
              <a:ea typeface="源ノ角ゴシック JP" panose="020B0500000000000000" pitchFamily="34" charset="-128"/>
            </a:endParaRP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1500493224"/>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13_ユーザー設定レイアウト">
    <p:bg>
      <p:bgPr>
        <a:solidFill>
          <a:srgbClr val="F5EDE9">
            <a:alpha val="4000"/>
          </a:srgb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580417" cy="253916"/>
          </a:xfrm>
          <a:prstGeom prst="rect">
            <a:avLst/>
          </a:prstGeom>
          <a:noFill/>
        </p:spPr>
        <p:txBody>
          <a:bodyPr wrap="square" rtlCol="0">
            <a:spAutoFit/>
          </a:bodyPr>
          <a:lstStyle/>
          <a:p>
            <a:pPr marL="0" marR="0" indent="0" algn="l" defTabSz="457200" rtl="0" eaLnBrk="1" fontAlgn="auto" latinLnBrk="0" hangingPunct="1">
              <a:lnSpc>
                <a:spcPct val="100000"/>
              </a:lnSpc>
              <a:spcBef>
                <a:spcPts val="0"/>
              </a:spcBef>
              <a:spcAft>
                <a:spcPts val="0"/>
              </a:spcAft>
              <a:buClrTx/>
              <a:buSzTx/>
              <a:buFontTx/>
              <a:buNone/>
              <a:tabLst/>
              <a:defRPr/>
            </a:pPr>
            <a:r>
              <a:rPr kumimoji="1" lang="ja-JP" altLang="en-US" sz="1050">
                <a:latin typeface="源ノ角ゴシック JP" panose="020B0500000000000000" pitchFamily="34" charset="-128"/>
                <a:ea typeface="源ノ角ゴシック JP" panose="020B0500000000000000" pitchFamily="34" charset="-128"/>
              </a:rPr>
              <a:t>問題特定｜健康ニーズの把握</a:t>
            </a:r>
            <a:endParaRPr kumimoji="1" lang="en-US" altLang="ja-JP" sz="1050" dirty="0">
              <a:latin typeface="源ノ角ゴシック JP" panose="020B0500000000000000" pitchFamily="34" charset="-128"/>
              <a:ea typeface="源ノ角ゴシック JP" panose="020B0500000000000000" pitchFamily="34" charset="-128"/>
            </a:endParaRP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4120560087"/>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19_ユーザー設定レイアウト">
    <p:bg>
      <p:bgPr>
        <a:solidFill>
          <a:srgbClr val="F5EDE9">
            <a:alpha val="4000"/>
          </a:srgb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580417" cy="253916"/>
          </a:xfrm>
          <a:prstGeom prst="rect">
            <a:avLst/>
          </a:prstGeom>
          <a:noFill/>
        </p:spPr>
        <p:txBody>
          <a:bodyPr wrap="square" rtlCol="0">
            <a:spAutoFit/>
          </a:bodyPr>
          <a:lstStyle/>
          <a:p>
            <a:pPr marL="0" marR="0" indent="0" algn="l" defTabSz="457200" rtl="0" eaLnBrk="1" fontAlgn="auto" latinLnBrk="0" hangingPunct="1">
              <a:lnSpc>
                <a:spcPct val="100000"/>
              </a:lnSpc>
              <a:spcBef>
                <a:spcPts val="0"/>
              </a:spcBef>
              <a:spcAft>
                <a:spcPts val="0"/>
              </a:spcAft>
              <a:buClrTx/>
              <a:buSzTx/>
              <a:buFontTx/>
              <a:buNone/>
              <a:tabLst/>
              <a:defRPr/>
            </a:pPr>
            <a:r>
              <a:rPr kumimoji="1" lang="ja-JP" altLang="en-US" sz="1050">
                <a:latin typeface="源ノ角ゴシック JP" panose="020B0500000000000000" pitchFamily="34" charset="-128"/>
                <a:ea typeface="源ノ角ゴシック JP" panose="020B0500000000000000" pitchFamily="34" charset="-128"/>
              </a:rPr>
              <a:t>問題特定｜方針と結果</a:t>
            </a:r>
            <a:endParaRPr kumimoji="1" lang="en-US" altLang="ja-JP" sz="1050" dirty="0">
              <a:latin typeface="源ノ角ゴシック JP" panose="020B0500000000000000" pitchFamily="34" charset="-128"/>
              <a:ea typeface="源ノ角ゴシック JP" panose="020B0500000000000000" pitchFamily="34" charset="-128"/>
            </a:endParaRP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2460456615"/>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14_ユーザー設定レイアウト">
    <p:bg>
      <p:bgPr>
        <a:solidFill>
          <a:srgbClr val="F5EDE9">
            <a:alpha val="4000"/>
          </a:srgb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580417" cy="253916"/>
          </a:xfrm>
          <a:prstGeom prst="rect">
            <a:avLst/>
          </a:prstGeom>
          <a:noFill/>
        </p:spPr>
        <p:txBody>
          <a:bodyPr wrap="square" rtlCol="0">
            <a:spAutoFit/>
          </a:bodyPr>
          <a:lstStyle/>
          <a:p>
            <a:pPr marL="0" marR="0" indent="0" algn="l" defTabSz="457200" rtl="0" eaLnBrk="1" fontAlgn="auto" latinLnBrk="0" hangingPunct="1">
              <a:lnSpc>
                <a:spcPct val="100000"/>
              </a:lnSpc>
              <a:spcBef>
                <a:spcPts val="0"/>
              </a:spcBef>
              <a:spcAft>
                <a:spcPts val="0"/>
              </a:spcAft>
              <a:buClrTx/>
              <a:buSzTx/>
              <a:buFontTx/>
              <a:buNone/>
              <a:tabLst/>
              <a:defRPr/>
            </a:pPr>
            <a:r>
              <a:rPr kumimoji="1" lang="ja-JP" altLang="en-US" sz="1050">
                <a:latin typeface="源ノ角ゴシック JP" panose="020B0500000000000000" pitchFamily="34" charset="-128"/>
                <a:ea typeface="源ノ角ゴシック JP" panose="020B0500000000000000" pitchFamily="34" charset="-128"/>
              </a:rPr>
              <a:t>問題特定｜実施量の評価</a:t>
            </a:r>
            <a:endParaRPr kumimoji="1" lang="en-US" altLang="ja-JP" sz="1050" dirty="0">
              <a:latin typeface="源ノ角ゴシック JP" panose="020B0500000000000000" pitchFamily="34" charset="-128"/>
              <a:ea typeface="源ノ角ゴシック JP" panose="020B0500000000000000" pitchFamily="34" charset="-128"/>
            </a:endParaRP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3525855020"/>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15_ユーザー設定レイアウト">
    <p:bg>
      <p:bgPr>
        <a:solidFill>
          <a:srgbClr val="F5EDE9">
            <a:alpha val="4000"/>
          </a:srgb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580417" cy="253916"/>
          </a:xfrm>
          <a:prstGeom prst="rect">
            <a:avLst/>
          </a:prstGeom>
          <a:noFill/>
        </p:spPr>
        <p:txBody>
          <a:bodyPr wrap="square" rtlCol="0">
            <a:spAutoFit/>
          </a:bodyPr>
          <a:lstStyle/>
          <a:p>
            <a:pPr marL="0" marR="0" indent="0" algn="l" defTabSz="457200" rtl="0" eaLnBrk="1" fontAlgn="auto" latinLnBrk="0" hangingPunct="1">
              <a:lnSpc>
                <a:spcPct val="100000"/>
              </a:lnSpc>
              <a:spcBef>
                <a:spcPts val="0"/>
              </a:spcBef>
              <a:spcAft>
                <a:spcPts val="0"/>
              </a:spcAft>
              <a:buClrTx/>
              <a:buSzTx/>
              <a:buFontTx/>
              <a:buNone/>
              <a:tabLst/>
              <a:defRPr/>
            </a:pPr>
            <a:r>
              <a:rPr kumimoji="1" lang="ja-JP" altLang="en-US" sz="1050">
                <a:latin typeface="源ノ角ゴシック JP" panose="020B0500000000000000" pitchFamily="34" charset="-128"/>
                <a:ea typeface="源ノ角ゴシック JP" panose="020B0500000000000000" pitchFamily="34" charset="-128"/>
              </a:rPr>
              <a:t>問題特定｜適切さの評価</a:t>
            </a:r>
            <a:endParaRPr kumimoji="1" lang="en-US" altLang="ja-JP" sz="1050" dirty="0">
              <a:latin typeface="源ノ角ゴシック JP" panose="020B0500000000000000" pitchFamily="34" charset="-128"/>
              <a:ea typeface="源ノ角ゴシック JP" panose="020B0500000000000000" pitchFamily="34" charset="-128"/>
            </a:endParaRP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275206612"/>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16_ユーザー設定レイアウト">
    <p:bg>
      <p:bgPr>
        <a:solidFill>
          <a:srgbClr val="F5EDE9">
            <a:alpha val="4000"/>
          </a:srgb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580417" cy="253916"/>
          </a:xfrm>
          <a:prstGeom prst="rect">
            <a:avLst/>
          </a:prstGeom>
          <a:noFill/>
        </p:spPr>
        <p:txBody>
          <a:bodyPr wrap="square" rtlCol="0">
            <a:spAutoFit/>
          </a:bodyPr>
          <a:lstStyle/>
          <a:p>
            <a:pPr marL="0" marR="0" indent="0" algn="l" defTabSz="457200" rtl="0" eaLnBrk="1" fontAlgn="auto" latinLnBrk="0" hangingPunct="1">
              <a:lnSpc>
                <a:spcPct val="100000"/>
              </a:lnSpc>
              <a:spcBef>
                <a:spcPts val="0"/>
              </a:spcBef>
              <a:spcAft>
                <a:spcPts val="0"/>
              </a:spcAft>
              <a:buClrTx/>
              <a:buSzTx/>
              <a:buFontTx/>
              <a:buNone/>
              <a:tabLst/>
              <a:defRPr/>
            </a:pPr>
            <a:r>
              <a:rPr kumimoji="1" lang="ja-JP" altLang="en-US" sz="1050">
                <a:latin typeface="源ノ角ゴシック JP" panose="020B0500000000000000" pitchFamily="34" charset="-128"/>
                <a:ea typeface="源ノ角ゴシック JP" panose="020B0500000000000000" pitchFamily="34" charset="-128"/>
              </a:rPr>
              <a:t>問題特定｜まとめ</a:t>
            </a:r>
            <a:endParaRPr kumimoji="1" lang="en-US" altLang="ja-JP" sz="1050" dirty="0">
              <a:latin typeface="源ノ角ゴシック JP" panose="020B0500000000000000" pitchFamily="34" charset="-128"/>
              <a:ea typeface="源ノ角ゴシック JP" panose="020B0500000000000000" pitchFamily="34" charset="-128"/>
            </a:endParaRP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3558131045"/>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17_ユーザー設定レイアウト">
    <p:bg>
      <p:bgPr>
        <a:solidFill>
          <a:srgbClr val="F5EDE9">
            <a:alpha val="4000"/>
          </a:srgb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580417" cy="253916"/>
          </a:xfrm>
          <a:prstGeom prst="rect">
            <a:avLst/>
          </a:prstGeom>
          <a:noFill/>
        </p:spPr>
        <p:txBody>
          <a:bodyPr wrap="square" rtlCol="0">
            <a:spAutoFit/>
          </a:bodyPr>
          <a:lstStyle/>
          <a:p>
            <a:pPr marL="0" marR="0" indent="0" algn="l" defTabSz="457200" rtl="0" eaLnBrk="1" fontAlgn="auto" latinLnBrk="0" hangingPunct="1">
              <a:lnSpc>
                <a:spcPct val="100000"/>
              </a:lnSpc>
              <a:spcBef>
                <a:spcPts val="0"/>
              </a:spcBef>
              <a:spcAft>
                <a:spcPts val="0"/>
              </a:spcAft>
              <a:buClrTx/>
              <a:buSzTx/>
              <a:buFontTx/>
              <a:buNone/>
              <a:tabLst/>
              <a:defRPr/>
            </a:pPr>
            <a:r>
              <a:rPr kumimoji="1" lang="ja-JP" altLang="en-US" sz="1050">
                <a:latin typeface="源ノ角ゴシック JP" panose="020B0500000000000000" pitchFamily="34" charset="-128"/>
                <a:ea typeface="源ノ角ゴシック JP" panose="020B0500000000000000" pitchFamily="34" charset="-128"/>
              </a:rPr>
              <a:t>原因分析｜ボトルネックの特定</a:t>
            </a:r>
            <a:endParaRPr kumimoji="1" lang="en-US" altLang="ja-JP" sz="1050" dirty="0">
              <a:latin typeface="源ノ角ゴシック JP" panose="020B0500000000000000" pitchFamily="34" charset="-128"/>
              <a:ea typeface="源ノ角ゴシック JP" panose="020B0500000000000000" pitchFamily="34" charset="-128"/>
            </a:endParaRP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3914955145"/>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21_ユーザー設定レイアウト">
    <p:bg>
      <p:bgPr>
        <a:solidFill>
          <a:srgbClr val="F5EDE9">
            <a:alpha val="4000"/>
          </a:srgb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580417" cy="253916"/>
          </a:xfrm>
          <a:prstGeom prst="rect">
            <a:avLst/>
          </a:prstGeom>
          <a:noFill/>
        </p:spPr>
        <p:txBody>
          <a:bodyPr wrap="square" rtlCol="0">
            <a:spAutoFit/>
          </a:bodyPr>
          <a:lstStyle/>
          <a:p>
            <a:pPr marL="0" marR="0" indent="0" algn="l" defTabSz="457200" rtl="0" eaLnBrk="1" fontAlgn="auto" latinLnBrk="0" hangingPunct="1">
              <a:lnSpc>
                <a:spcPct val="100000"/>
              </a:lnSpc>
              <a:spcBef>
                <a:spcPts val="0"/>
              </a:spcBef>
              <a:spcAft>
                <a:spcPts val="0"/>
              </a:spcAft>
              <a:buClrTx/>
              <a:buSzTx/>
              <a:buFontTx/>
              <a:buNone/>
              <a:tabLst/>
              <a:defRPr/>
            </a:pPr>
            <a:r>
              <a:rPr kumimoji="1" lang="ja-JP" altLang="en-US" sz="1050">
                <a:latin typeface="源ノ角ゴシック JP" panose="020B0500000000000000" pitchFamily="34" charset="-128"/>
                <a:ea typeface="源ノ角ゴシック JP" panose="020B0500000000000000" pitchFamily="34" charset="-128"/>
              </a:rPr>
              <a:t>原因分析｜詳細な要因</a:t>
            </a:r>
            <a:endParaRPr kumimoji="1" lang="en-US" altLang="ja-JP" sz="1050" dirty="0">
              <a:latin typeface="源ノ角ゴシック JP" panose="020B0500000000000000" pitchFamily="34" charset="-128"/>
              <a:ea typeface="源ノ角ゴシック JP" panose="020B0500000000000000" pitchFamily="34" charset="-128"/>
            </a:endParaRP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2628049820"/>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18_ユーザー設定レイアウト">
    <p:bg>
      <p:bgPr>
        <a:solidFill>
          <a:srgbClr val="F5EDE9">
            <a:alpha val="4000"/>
          </a:srgb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580417" cy="253916"/>
          </a:xfrm>
          <a:prstGeom prst="rect">
            <a:avLst/>
          </a:prstGeom>
          <a:noFill/>
        </p:spPr>
        <p:txBody>
          <a:bodyPr wrap="square" rtlCol="0">
            <a:spAutoFit/>
          </a:bodyPr>
          <a:lstStyle/>
          <a:p>
            <a:pPr marL="0" marR="0" indent="0" algn="l" defTabSz="457200" rtl="0" eaLnBrk="1" fontAlgn="auto" latinLnBrk="0" hangingPunct="1">
              <a:lnSpc>
                <a:spcPct val="100000"/>
              </a:lnSpc>
              <a:spcBef>
                <a:spcPts val="0"/>
              </a:spcBef>
              <a:spcAft>
                <a:spcPts val="0"/>
              </a:spcAft>
              <a:buClrTx/>
              <a:buSzTx/>
              <a:buFontTx/>
              <a:buNone/>
              <a:tabLst/>
              <a:defRPr/>
            </a:pPr>
            <a:r>
              <a:rPr kumimoji="1" lang="ja-JP" altLang="en-US" sz="1050">
                <a:latin typeface="源ノ角ゴシック JP" panose="020B0500000000000000" pitchFamily="34" charset="-128"/>
                <a:ea typeface="源ノ角ゴシック JP" panose="020B0500000000000000" pitchFamily="34" charset="-128"/>
              </a:rPr>
              <a:t>施策立案｜提案と効果試算</a:t>
            </a:r>
            <a:endParaRPr kumimoji="1" lang="en-US" altLang="ja-JP" sz="1050" dirty="0">
              <a:latin typeface="源ノ角ゴシック JP" panose="020B0500000000000000" pitchFamily="34" charset="-128"/>
              <a:ea typeface="源ノ角ゴシック JP" panose="020B0500000000000000" pitchFamily="34" charset="-128"/>
            </a:endParaRP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1968397484"/>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12_ユーザー設定レイアウト">
    <p:bg>
      <p:bgPr>
        <a:solidFill>
          <a:srgbClr val="F5EDE9">
            <a:alpha val="4000"/>
          </a:srgb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160193" cy="253916"/>
          </a:xfrm>
          <a:prstGeom prst="rect">
            <a:avLst/>
          </a:prstGeom>
          <a:noFill/>
        </p:spPr>
        <p:txBody>
          <a:bodyPr wrap="square" rtlCol="0">
            <a:spAutoFit/>
          </a:bodyPr>
          <a:lstStyle/>
          <a:p>
            <a:r>
              <a:rPr kumimoji="1" lang="ja-JP" altLang="en-US" sz="1050">
                <a:latin typeface="源ノ角ゴシック JP" panose="020B0500000000000000" pitchFamily="34" charset="-128"/>
                <a:ea typeface="源ノ角ゴシック JP" panose="020B0500000000000000" pitchFamily="34" charset="-128"/>
              </a:rPr>
              <a:t>まとめ</a:t>
            </a:r>
            <a:endParaRPr kumimoji="1" lang="en-US" altLang="ja-JP" sz="1050" dirty="0">
              <a:latin typeface="源ノ角ゴシック JP" panose="020B0500000000000000" pitchFamily="34" charset="-128"/>
              <a:ea typeface="源ノ角ゴシック JP" panose="020B0500000000000000" pitchFamily="34" charset="-128"/>
            </a:endParaRP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3591019745"/>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20_ユーザー設定レイアウト">
    <p:bg>
      <p:bgPr>
        <a:solidFill>
          <a:srgbClr val="F5EDE9">
            <a:alpha val="4000"/>
          </a:srgb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160193" cy="253916"/>
          </a:xfrm>
          <a:prstGeom prst="rect">
            <a:avLst/>
          </a:prstGeom>
          <a:noFill/>
        </p:spPr>
        <p:txBody>
          <a:bodyPr wrap="square" rtlCol="0">
            <a:spAutoFit/>
          </a:bodyPr>
          <a:lstStyle/>
          <a:p>
            <a:r>
              <a:rPr kumimoji="1" lang="ja-JP" altLang="en-US" sz="1050">
                <a:latin typeface="源ノ角ゴシック JP" panose="020B0500000000000000" pitchFamily="34" charset="-128"/>
                <a:ea typeface="源ノ角ゴシック JP" panose="020B0500000000000000" pitchFamily="34" charset="-128"/>
              </a:rPr>
              <a:t>参考文献</a:t>
            </a:r>
            <a:endParaRPr kumimoji="1" lang="en-US" altLang="ja-JP" sz="1050" dirty="0">
              <a:latin typeface="源ノ角ゴシック JP" panose="020B0500000000000000" pitchFamily="34" charset="-128"/>
              <a:ea typeface="源ノ角ゴシック JP" panose="020B0500000000000000" pitchFamily="34" charset="-128"/>
            </a:endParaRP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4049696614"/>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1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BF76D-BD8F-04C5-7CD6-C3FDA7AC0654}"/>
              </a:ext>
            </a:extLst>
          </p:cNvPr>
          <p:cNvSpPr>
            <a:spLocks noGrp="1"/>
          </p:cNvSpPr>
          <p:nvPr>
            <p:ph type="title"/>
          </p:nvPr>
        </p:nvSpPr>
        <p:spPr>
          <a:xfrm>
            <a:off x="0" y="4"/>
            <a:ext cx="12192000" cy="650513"/>
          </a:xfrm>
          <a:solidFill>
            <a:schemeClr val="accent2">
              <a:lumMod val="40000"/>
              <a:lumOff val="60000"/>
            </a:schemeClr>
          </a:solidFill>
        </p:spPr>
        <p:txBody>
          <a:bodyPr>
            <a:noAutofit/>
          </a:bodyPr>
          <a:lstStyle>
            <a:lvl1pPr>
              <a:defRPr sz="1575">
                <a:latin typeface="+mn-ea"/>
                <a:ea typeface="+mn-ea"/>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3C432AE6-99B9-074D-ACEC-E2979C96C08A}"/>
              </a:ext>
            </a:extLst>
          </p:cNvPr>
          <p:cNvSpPr>
            <a:spLocks noGrp="1"/>
          </p:cNvSpPr>
          <p:nvPr>
            <p:ph idx="1"/>
          </p:nvPr>
        </p:nvSpPr>
        <p:spPr>
          <a:xfrm>
            <a:off x="644378" y="886704"/>
            <a:ext cx="11126735" cy="4998676"/>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15" name="フッター プレースホルダー 9">
            <a:extLst>
              <a:ext uri="{FF2B5EF4-FFF2-40B4-BE49-F238E27FC236}">
                <a16:creationId xmlns:a16="http://schemas.microsoft.com/office/drawing/2014/main" id="{0018B26A-F8AB-A5E9-17E4-421D92C1A69D}"/>
              </a:ext>
            </a:extLst>
          </p:cNvPr>
          <p:cNvSpPr txBox="1">
            <a:spLocks/>
          </p:cNvSpPr>
          <p:nvPr userDrawn="1"/>
        </p:nvSpPr>
        <p:spPr>
          <a:xfrm>
            <a:off x="30528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Methods</a:t>
            </a:r>
          </a:p>
        </p:txBody>
      </p:sp>
      <p:sp>
        <p:nvSpPr>
          <p:cNvPr id="16" name="フッター プレースホルダー 9">
            <a:extLst>
              <a:ext uri="{FF2B5EF4-FFF2-40B4-BE49-F238E27FC236}">
                <a16:creationId xmlns:a16="http://schemas.microsoft.com/office/drawing/2014/main" id="{3955417E-0E48-7E03-A31E-74151DB79448}"/>
              </a:ext>
            </a:extLst>
          </p:cNvPr>
          <p:cNvSpPr txBox="1">
            <a:spLocks/>
          </p:cNvSpPr>
          <p:nvPr userDrawn="1"/>
        </p:nvSpPr>
        <p:spPr>
          <a:xfrm>
            <a:off x="61056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Results</a:t>
            </a:r>
          </a:p>
        </p:txBody>
      </p:sp>
      <p:sp>
        <p:nvSpPr>
          <p:cNvPr id="17" name="フッター プレースホルダー 9">
            <a:extLst>
              <a:ext uri="{FF2B5EF4-FFF2-40B4-BE49-F238E27FC236}">
                <a16:creationId xmlns:a16="http://schemas.microsoft.com/office/drawing/2014/main" id="{0D7DAF3E-1D5E-9362-79A3-E7A483A574C7}"/>
              </a:ext>
            </a:extLst>
          </p:cNvPr>
          <p:cNvSpPr txBox="1">
            <a:spLocks/>
          </p:cNvSpPr>
          <p:nvPr userDrawn="1"/>
        </p:nvSpPr>
        <p:spPr>
          <a:xfrm>
            <a:off x="91584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Discussion</a:t>
            </a:r>
          </a:p>
        </p:txBody>
      </p:sp>
      <p:sp>
        <p:nvSpPr>
          <p:cNvPr id="18" name="フッター プレースホルダー 9">
            <a:extLst>
              <a:ext uri="{FF2B5EF4-FFF2-40B4-BE49-F238E27FC236}">
                <a16:creationId xmlns:a16="http://schemas.microsoft.com/office/drawing/2014/main" id="{B49CB7BB-23F6-3FE4-941E-263D1BDAB1D1}"/>
              </a:ext>
            </a:extLst>
          </p:cNvPr>
          <p:cNvSpPr txBox="1">
            <a:spLocks/>
          </p:cNvSpPr>
          <p:nvPr userDrawn="1"/>
        </p:nvSpPr>
        <p:spPr>
          <a:xfrm>
            <a:off x="0" y="6356350"/>
            <a:ext cx="3052800" cy="501650"/>
          </a:xfrm>
          <a:prstGeom prst="rect">
            <a:avLst/>
          </a:prstGeom>
          <a:solidFill>
            <a:schemeClr val="tx2">
              <a:lumMod val="20000"/>
              <a:lumOff val="80000"/>
            </a:schemeClr>
          </a:solidFill>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Background</a:t>
            </a:r>
          </a:p>
        </p:txBody>
      </p:sp>
    </p:spTree>
    <p:extLst>
      <p:ext uri="{BB962C8B-B14F-4D97-AF65-F5344CB8AC3E}">
        <p14:creationId xmlns:p14="http://schemas.microsoft.com/office/powerpoint/2010/main" val="2239304769"/>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2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BF76D-BD8F-04C5-7CD6-C3FDA7AC0654}"/>
              </a:ext>
            </a:extLst>
          </p:cNvPr>
          <p:cNvSpPr>
            <a:spLocks noGrp="1"/>
          </p:cNvSpPr>
          <p:nvPr>
            <p:ph type="title"/>
          </p:nvPr>
        </p:nvSpPr>
        <p:spPr>
          <a:xfrm>
            <a:off x="0" y="4"/>
            <a:ext cx="12192000" cy="650513"/>
          </a:xfrm>
          <a:solidFill>
            <a:schemeClr val="accent2">
              <a:lumMod val="40000"/>
              <a:lumOff val="60000"/>
            </a:schemeClr>
          </a:solidFill>
        </p:spPr>
        <p:txBody>
          <a:bodyPr>
            <a:noAutofit/>
          </a:bodyPr>
          <a:lstStyle>
            <a:lvl1pPr>
              <a:defRPr sz="1575">
                <a:latin typeface="+mn-ea"/>
                <a:ea typeface="+mn-ea"/>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3C432AE6-99B9-074D-ACEC-E2979C96C08A}"/>
              </a:ext>
            </a:extLst>
          </p:cNvPr>
          <p:cNvSpPr>
            <a:spLocks noGrp="1"/>
          </p:cNvSpPr>
          <p:nvPr>
            <p:ph idx="1"/>
          </p:nvPr>
        </p:nvSpPr>
        <p:spPr>
          <a:xfrm>
            <a:off x="644378" y="886704"/>
            <a:ext cx="11126735" cy="4998676"/>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15" name="フッター プレースホルダー 9">
            <a:extLst>
              <a:ext uri="{FF2B5EF4-FFF2-40B4-BE49-F238E27FC236}">
                <a16:creationId xmlns:a16="http://schemas.microsoft.com/office/drawing/2014/main" id="{0018B26A-F8AB-A5E9-17E4-421D92C1A69D}"/>
              </a:ext>
            </a:extLst>
          </p:cNvPr>
          <p:cNvSpPr txBox="1">
            <a:spLocks/>
          </p:cNvSpPr>
          <p:nvPr userDrawn="1"/>
        </p:nvSpPr>
        <p:spPr>
          <a:xfrm>
            <a:off x="3052800" y="6356350"/>
            <a:ext cx="3052800" cy="501650"/>
          </a:xfrm>
          <a:prstGeom prst="rect">
            <a:avLst/>
          </a:prstGeom>
          <a:solidFill>
            <a:schemeClr val="tx2">
              <a:lumMod val="20000"/>
              <a:lumOff val="80000"/>
            </a:schemeClr>
          </a:solidFill>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Methods</a:t>
            </a:r>
          </a:p>
        </p:txBody>
      </p:sp>
      <p:sp>
        <p:nvSpPr>
          <p:cNvPr id="16" name="フッター プレースホルダー 9">
            <a:extLst>
              <a:ext uri="{FF2B5EF4-FFF2-40B4-BE49-F238E27FC236}">
                <a16:creationId xmlns:a16="http://schemas.microsoft.com/office/drawing/2014/main" id="{3955417E-0E48-7E03-A31E-74151DB79448}"/>
              </a:ext>
            </a:extLst>
          </p:cNvPr>
          <p:cNvSpPr txBox="1">
            <a:spLocks/>
          </p:cNvSpPr>
          <p:nvPr userDrawn="1"/>
        </p:nvSpPr>
        <p:spPr>
          <a:xfrm>
            <a:off x="61056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Results</a:t>
            </a:r>
          </a:p>
        </p:txBody>
      </p:sp>
      <p:sp>
        <p:nvSpPr>
          <p:cNvPr id="17" name="フッター プレースホルダー 9">
            <a:extLst>
              <a:ext uri="{FF2B5EF4-FFF2-40B4-BE49-F238E27FC236}">
                <a16:creationId xmlns:a16="http://schemas.microsoft.com/office/drawing/2014/main" id="{0D7DAF3E-1D5E-9362-79A3-E7A483A574C7}"/>
              </a:ext>
            </a:extLst>
          </p:cNvPr>
          <p:cNvSpPr txBox="1">
            <a:spLocks/>
          </p:cNvSpPr>
          <p:nvPr userDrawn="1"/>
        </p:nvSpPr>
        <p:spPr>
          <a:xfrm>
            <a:off x="91584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Discussion</a:t>
            </a:r>
          </a:p>
        </p:txBody>
      </p:sp>
      <p:sp>
        <p:nvSpPr>
          <p:cNvPr id="18" name="フッター プレースホルダー 9">
            <a:extLst>
              <a:ext uri="{FF2B5EF4-FFF2-40B4-BE49-F238E27FC236}">
                <a16:creationId xmlns:a16="http://schemas.microsoft.com/office/drawing/2014/main" id="{B49CB7BB-23F6-3FE4-941E-263D1BDAB1D1}"/>
              </a:ext>
            </a:extLst>
          </p:cNvPr>
          <p:cNvSpPr txBox="1">
            <a:spLocks/>
          </p:cNvSpPr>
          <p:nvPr userDrawn="1"/>
        </p:nvSpPr>
        <p:spPr>
          <a:xfrm>
            <a:off x="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Background</a:t>
            </a:r>
          </a:p>
        </p:txBody>
      </p:sp>
    </p:spTree>
    <p:extLst>
      <p:ext uri="{BB962C8B-B14F-4D97-AF65-F5344CB8AC3E}">
        <p14:creationId xmlns:p14="http://schemas.microsoft.com/office/powerpoint/2010/main" val="2761025356"/>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3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BF76D-BD8F-04C5-7CD6-C3FDA7AC0654}"/>
              </a:ext>
            </a:extLst>
          </p:cNvPr>
          <p:cNvSpPr>
            <a:spLocks noGrp="1"/>
          </p:cNvSpPr>
          <p:nvPr>
            <p:ph type="title"/>
          </p:nvPr>
        </p:nvSpPr>
        <p:spPr>
          <a:xfrm>
            <a:off x="0" y="4"/>
            <a:ext cx="12192000" cy="650513"/>
          </a:xfrm>
          <a:solidFill>
            <a:schemeClr val="accent2">
              <a:lumMod val="40000"/>
              <a:lumOff val="60000"/>
            </a:schemeClr>
          </a:solidFill>
        </p:spPr>
        <p:txBody>
          <a:bodyPr>
            <a:noAutofit/>
          </a:bodyPr>
          <a:lstStyle>
            <a:lvl1pPr>
              <a:defRPr sz="1575">
                <a:latin typeface="+mn-ea"/>
                <a:ea typeface="+mn-ea"/>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3C432AE6-99B9-074D-ACEC-E2979C96C08A}"/>
              </a:ext>
            </a:extLst>
          </p:cNvPr>
          <p:cNvSpPr>
            <a:spLocks noGrp="1"/>
          </p:cNvSpPr>
          <p:nvPr>
            <p:ph idx="1"/>
          </p:nvPr>
        </p:nvSpPr>
        <p:spPr>
          <a:xfrm>
            <a:off x="644378" y="886704"/>
            <a:ext cx="11126735" cy="4998676"/>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15" name="フッター プレースホルダー 9">
            <a:extLst>
              <a:ext uri="{FF2B5EF4-FFF2-40B4-BE49-F238E27FC236}">
                <a16:creationId xmlns:a16="http://schemas.microsoft.com/office/drawing/2014/main" id="{0018B26A-F8AB-A5E9-17E4-421D92C1A69D}"/>
              </a:ext>
            </a:extLst>
          </p:cNvPr>
          <p:cNvSpPr txBox="1">
            <a:spLocks/>
          </p:cNvSpPr>
          <p:nvPr userDrawn="1"/>
        </p:nvSpPr>
        <p:spPr>
          <a:xfrm>
            <a:off x="30528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Methods</a:t>
            </a:r>
          </a:p>
        </p:txBody>
      </p:sp>
      <p:sp>
        <p:nvSpPr>
          <p:cNvPr id="16" name="フッター プレースホルダー 9">
            <a:extLst>
              <a:ext uri="{FF2B5EF4-FFF2-40B4-BE49-F238E27FC236}">
                <a16:creationId xmlns:a16="http://schemas.microsoft.com/office/drawing/2014/main" id="{3955417E-0E48-7E03-A31E-74151DB79448}"/>
              </a:ext>
            </a:extLst>
          </p:cNvPr>
          <p:cNvSpPr txBox="1">
            <a:spLocks/>
          </p:cNvSpPr>
          <p:nvPr userDrawn="1"/>
        </p:nvSpPr>
        <p:spPr>
          <a:xfrm>
            <a:off x="6105600" y="6356350"/>
            <a:ext cx="3052800" cy="501650"/>
          </a:xfrm>
          <a:prstGeom prst="rect">
            <a:avLst/>
          </a:prstGeom>
          <a:solidFill>
            <a:schemeClr val="tx2">
              <a:lumMod val="20000"/>
              <a:lumOff val="80000"/>
            </a:schemeClr>
          </a:solidFill>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Results</a:t>
            </a:r>
          </a:p>
        </p:txBody>
      </p:sp>
      <p:sp>
        <p:nvSpPr>
          <p:cNvPr id="17" name="フッター プレースホルダー 9">
            <a:extLst>
              <a:ext uri="{FF2B5EF4-FFF2-40B4-BE49-F238E27FC236}">
                <a16:creationId xmlns:a16="http://schemas.microsoft.com/office/drawing/2014/main" id="{0D7DAF3E-1D5E-9362-79A3-E7A483A574C7}"/>
              </a:ext>
            </a:extLst>
          </p:cNvPr>
          <p:cNvSpPr txBox="1">
            <a:spLocks/>
          </p:cNvSpPr>
          <p:nvPr userDrawn="1"/>
        </p:nvSpPr>
        <p:spPr>
          <a:xfrm>
            <a:off x="91584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Discussion</a:t>
            </a:r>
          </a:p>
        </p:txBody>
      </p:sp>
      <p:sp>
        <p:nvSpPr>
          <p:cNvPr id="18" name="フッター プレースホルダー 9">
            <a:extLst>
              <a:ext uri="{FF2B5EF4-FFF2-40B4-BE49-F238E27FC236}">
                <a16:creationId xmlns:a16="http://schemas.microsoft.com/office/drawing/2014/main" id="{B49CB7BB-23F6-3FE4-941E-263D1BDAB1D1}"/>
              </a:ext>
            </a:extLst>
          </p:cNvPr>
          <p:cNvSpPr txBox="1">
            <a:spLocks/>
          </p:cNvSpPr>
          <p:nvPr userDrawn="1"/>
        </p:nvSpPr>
        <p:spPr>
          <a:xfrm>
            <a:off x="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Background</a:t>
            </a:r>
          </a:p>
        </p:txBody>
      </p:sp>
    </p:spTree>
    <p:extLst>
      <p:ext uri="{BB962C8B-B14F-4D97-AF65-F5344CB8AC3E}">
        <p14:creationId xmlns:p14="http://schemas.microsoft.com/office/powerpoint/2010/main" val="603270855"/>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userDrawn="1">
  <p:cSld name="4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3BF76D-BD8F-04C5-7CD6-C3FDA7AC0654}"/>
              </a:ext>
            </a:extLst>
          </p:cNvPr>
          <p:cNvSpPr>
            <a:spLocks noGrp="1"/>
          </p:cNvSpPr>
          <p:nvPr>
            <p:ph type="title"/>
          </p:nvPr>
        </p:nvSpPr>
        <p:spPr>
          <a:xfrm>
            <a:off x="0" y="4"/>
            <a:ext cx="12192000" cy="650513"/>
          </a:xfrm>
          <a:solidFill>
            <a:schemeClr val="accent2">
              <a:lumMod val="40000"/>
              <a:lumOff val="60000"/>
            </a:schemeClr>
          </a:solidFill>
        </p:spPr>
        <p:txBody>
          <a:bodyPr>
            <a:noAutofit/>
          </a:bodyPr>
          <a:lstStyle>
            <a:lvl1pPr>
              <a:defRPr sz="1575">
                <a:latin typeface="+mn-ea"/>
                <a:ea typeface="+mn-ea"/>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3C432AE6-99B9-074D-ACEC-E2979C96C08A}"/>
              </a:ext>
            </a:extLst>
          </p:cNvPr>
          <p:cNvSpPr>
            <a:spLocks noGrp="1"/>
          </p:cNvSpPr>
          <p:nvPr>
            <p:ph idx="1"/>
          </p:nvPr>
        </p:nvSpPr>
        <p:spPr>
          <a:xfrm>
            <a:off x="644378" y="886704"/>
            <a:ext cx="11126735" cy="4998676"/>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15" name="フッター プレースホルダー 9">
            <a:extLst>
              <a:ext uri="{FF2B5EF4-FFF2-40B4-BE49-F238E27FC236}">
                <a16:creationId xmlns:a16="http://schemas.microsoft.com/office/drawing/2014/main" id="{0018B26A-F8AB-A5E9-17E4-421D92C1A69D}"/>
              </a:ext>
            </a:extLst>
          </p:cNvPr>
          <p:cNvSpPr txBox="1">
            <a:spLocks/>
          </p:cNvSpPr>
          <p:nvPr userDrawn="1"/>
        </p:nvSpPr>
        <p:spPr>
          <a:xfrm>
            <a:off x="30528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Methods</a:t>
            </a:r>
          </a:p>
        </p:txBody>
      </p:sp>
      <p:sp>
        <p:nvSpPr>
          <p:cNvPr id="16" name="フッター プレースホルダー 9">
            <a:extLst>
              <a:ext uri="{FF2B5EF4-FFF2-40B4-BE49-F238E27FC236}">
                <a16:creationId xmlns:a16="http://schemas.microsoft.com/office/drawing/2014/main" id="{3955417E-0E48-7E03-A31E-74151DB79448}"/>
              </a:ext>
            </a:extLst>
          </p:cNvPr>
          <p:cNvSpPr txBox="1">
            <a:spLocks/>
          </p:cNvSpPr>
          <p:nvPr userDrawn="1"/>
        </p:nvSpPr>
        <p:spPr>
          <a:xfrm>
            <a:off x="610560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Results</a:t>
            </a:r>
          </a:p>
        </p:txBody>
      </p:sp>
      <p:sp>
        <p:nvSpPr>
          <p:cNvPr id="17" name="フッター プレースホルダー 9">
            <a:extLst>
              <a:ext uri="{FF2B5EF4-FFF2-40B4-BE49-F238E27FC236}">
                <a16:creationId xmlns:a16="http://schemas.microsoft.com/office/drawing/2014/main" id="{0D7DAF3E-1D5E-9362-79A3-E7A483A574C7}"/>
              </a:ext>
            </a:extLst>
          </p:cNvPr>
          <p:cNvSpPr txBox="1">
            <a:spLocks/>
          </p:cNvSpPr>
          <p:nvPr userDrawn="1"/>
        </p:nvSpPr>
        <p:spPr>
          <a:xfrm>
            <a:off x="9158400" y="6356350"/>
            <a:ext cx="3052800" cy="501650"/>
          </a:xfrm>
          <a:prstGeom prst="rect">
            <a:avLst/>
          </a:prstGeom>
          <a:solidFill>
            <a:schemeClr val="tx2">
              <a:lumMod val="20000"/>
              <a:lumOff val="80000"/>
            </a:schemeClr>
          </a:solidFill>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Discussion</a:t>
            </a:r>
          </a:p>
        </p:txBody>
      </p:sp>
      <p:sp>
        <p:nvSpPr>
          <p:cNvPr id="18" name="フッター プレースホルダー 9">
            <a:extLst>
              <a:ext uri="{FF2B5EF4-FFF2-40B4-BE49-F238E27FC236}">
                <a16:creationId xmlns:a16="http://schemas.microsoft.com/office/drawing/2014/main" id="{B49CB7BB-23F6-3FE4-941E-263D1BDAB1D1}"/>
              </a:ext>
            </a:extLst>
          </p:cNvPr>
          <p:cNvSpPr txBox="1">
            <a:spLocks/>
          </p:cNvSpPr>
          <p:nvPr userDrawn="1"/>
        </p:nvSpPr>
        <p:spPr>
          <a:xfrm>
            <a:off x="0" y="6356350"/>
            <a:ext cx="3052800" cy="501650"/>
          </a:xfrm>
          <a:prstGeom prst="rect">
            <a:avLst/>
          </a:prstGeom>
          <a:ln>
            <a:solidFill>
              <a:schemeClr val="accent6">
                <a:lumMod val="20000"/>
                <a:lumOff val="80000"/>
              </a:schemeClr>
            </a:solidFill>
          </a:ln>
        </p:spPr>
        <p:style>
          <a:lnRef idx="0">
            <a:scrgbClr r="0" g="0" b="0"/>
          </a:lnRef>
          <a:fillRef idx="0">
            <a:scrgbClr r="0" g="0" b="0"/>
          </a:fillRef>
          <a:effectRef idx="0">
            <a:scrgbClr r="0" g="0" b="0"/>
          </a:effectRef>
          <a:fontRef idx="minor">
            <a:schemeClr val="accent3"/>
          </a:fontRef>
        </p:style>
        <p:txBody>
          <a:bodyPr vert="horz" lIns="51435" tIns="25718" rIns="51435" bIns="25718" rtlCol="0" anchor="ctr"/>
          <a:lstStyle>
            <a:defPPr>
              <a:defRPr lang="ja-JP"/>
            </a:defPPr>
            <a:lvl1pPr marL="0" algn="ctr" defTabSz="914400" rtl="0" eaLnBrk="1" latinLnBrk="0" hangingPunct="1">
              <a:defRPr kumimoji="1" sz="1200" kern="1200">
                <a:solidFill>
                  <a:schemeClr val="accent1">
                    <a:lumMod val="75000"/>
                  </a:schemeClr>
                </a:solidFill>
                <a:latin typeface="+mn-lt"/>
                <a:ea typeface="+mn-ea"/>
                <a:cs typeface="+mn-cs"/>
              </a:defRPr>
            </a:lvl1pPr>
            <a:lvl2pPr marL="457200" algn="l" defTabSz="914400" rtl="0" eaLnBrk="1" latinLnBrk="0" hangingPunct="1">
              <a:defRPr kumimoji="1" sz="1800" kern="1200">
                <a:solidFill>
                  <a:schemeClr val="accent3"/>
                </a:solidFill>
                <a:latin typeface="+mn-lt"/>
                <a:ea typeface="+mn-ea"/>
                <a:cs typeface="+mn-cs"/>
              </a:defRPr>
            </a:lvl2pPr>
            <a:lvl3pPr marL="914400" algn="l" defTabSz="914400" rtl="0" eaLnBrk="1" latinLnBrk="0" hangingPunct="1">
              <a:defRPr kumimoji="1" sz="1800" kern="1200">
                <a:solidFill>
                  <a:schemeClr val="accent3"/>
                </a:solidFill>
                <a:latin typeface="+mn-lt"/>
                <a:ea typeface="+mn-ea"/>
                <a:cs typeface="+mn-cs"/>
              </a:defRPr>
            </a:lvl3pPr>
            <a:lvl4pPr marL="1371600" algn="l" defTabSz="914400" rtl="0" eaLnBrk="1" latinLnBrk="0" hangingPunct="1">
              <a:defRPr kumimoji="1" sz="1800" kern="1200">
                <a:solidFill>
                  <a:schemeClr val="accent3"/>
                </a:solidFill>
                <a:latin typeface="+mn-lt"/>
                <a:ea typeface="+mn-ea"/>
                <a:cs typeface="+mn-cs"/>
              </a:defRPr>
            </a:lvl4pPr>
            <a:lvl5pPr marL="1828800" algn="l" defTabSz="914400" rtl="0" eaLnBrk="1" latinLnBrk="0" hangingPunct="1">
              <a:defRPr kumimoji="1" sz="1800" kern="1200">
                <a:solidFill>
                  <a:schemeClr val="accent3"/>
                </a:solidFill>
                <a:latin typeface="+mn-lt"/>
                <a:ea typeface="+mn-ea"/>
                <a:cs typeface="+mn-cs"/>
              </a:defRPr>
            </a:lvl5pPr>
            <a:lvl6pPr marL="2286000" algn="l" defTabSz="914400" rtl="0" eaLnBrk="1" latinLnBrk="0" hangingPunct="1">
              <a:defRPr kumimoji="1" sz="1800" kern="1200">
                <a:solidFill>
                  <a:schemeClr val="accent3"/>
                </a:solidFill>
                <a:latin typeface="+mn-lt"/>
                <a:ea typeface="+mn-ea"/>
                <a:cs typeface="+mn-cs"/>
              </a:defRPr>
            </a:lvl6pPr>
            <a:lvl7pPr marL="2743200" algn="l" defTabSz="914400" rtl="0" eaLnBrk="1" latinLnBrk="0" hangingPunct="1">
              <a:defRPr kumimoji="1" sz="1800" kern="1200">
                <a:solidFill>
                  <a:schemeClr val="accent3"/>
                </a:solidFill>
                <a:latin typeface="+mn-lt"/>
                <a:ea typeface="+mn-ea"/>
                <a:cs typeface="+mn-cs"/>
              </a:defRPr>
            </a:lvl7pPr>
            <a:lvl8pPr marL="3200400" algn="l" defTabSz="914400" rtl="0" eaLnBrk="1" latinLnBrk="0" hangingPunct="1">
              <a:defRPr kumimoji="1" sz="1800" kern="1200">
                <a:solidFill>
                  <a:schemeClr val="accent3"/>
                </a:solidFill>
                <a:latin typeface="+mn-lt"/>
                <a:ea typeface="+mn-ea"/>
                <a:cs typeface="+mn-cs"/>
              </a:defRPr>
            </a:lvl8pPr>
            <a:lvl9pPr marL="3657600" algn="l" defTabSz="914400" rtl="0" eaLnBrk="1" latinLnBrk="0" hangingPunct="1">
              <a:defRPr kumimoji="1" sz="1800" kern="1200">
                <a:solidFill>
                  <a:schemeClr val="accent3"/>
                </a:solidFill>
                <a:latin typeface="+mn-lt"/>
                <a:ea typeface="+mn-ea"/>
                <a:cs typeface="+mn-cs"/>
              </a:defRPr>
            </a:lvl9pPr>
          </a:lstStyle>
          <a:p>
            <a:r>
              <a:rPr lang="en-US" altLang="ja-JP" sz="675" dirty="0"/>
              <a:t>Background</a:t>
            </a:r>
          </a:p>
        </p:txBody>
      </p:sp>
    </p:spTree>
    <p:extLst>
      <p:ext uri="{BB962C8B-B14F-4D97-AF65-F5344CB8AC3E}">
        <p14:creationId xmlns:p14="http://schemas.microsoft.com/office/powerpoint/2010/main" val="2221014993"/>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userDrawn="1">
  <p:cSld name="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8A53052-673D-3D58-8593-41204167CE3F}"/>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1. Background</a:t>
            </a:r>
          </a:p>
        </p:txBody>
      </p:sp>
      <p:sp>
        <p:nvSpPr>
          <p:cNvPr id="2" name="テキスト ボックス 1">
            <a:extLst>
              <a:ext uri="{FF2B5EF4-FFF2-40B4-BE49-F238E27FC236}">
                <a16:creationId xmlns:a16="http://schemas.microsoft.com/office/drawing/2014/main" id="{D93BB214-26A9-668E-9693-1FD3A34B128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461615730"/>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userDrawn="1">
  <p:cSld name="1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19B0FFF6-7C5D-C9EF-84E9-9870869C00BB}"/>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2. Methods</a:t>
            </a:r>
          </a:p>
        </p:txBody>
      </p:sp>
      <p:sp>
        <p:nvSpPr>
          <p:cNvPr id="4" name="テキスト ボックス 3">
            <a:extLst>
              <a:ext uri="{FF2B5EF4-FFF2-40B4-BE49-F238E27FC236}">
                <a16:creationId xmlns:a16="http://schemas.microsoft.com/office/drawing/2014/main" id="{4B39CD68-3172-0CDB-95B6-53581225BBD5}"/>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2293610159"/>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preserve="1" userDrawn="1">
  <p:cSld name="2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29618BAC-6AA1-C459-9FCC-C988BF6DB484}"/>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3. Results</a:t>
            </a:r>
          </a:p>
        </p:txBody>
      </p:sp>
      <p:sp>
        <p:nvSpPr>
          <p:cNvPr id="4" name="テキスト ボックス 3">
            <a:extLst>
              <a:ext uri="{FF2B5EF4-FFF2-40B4-BE49-F238E27FC236}">
                <a16:creationId xmlns:a16="http://schemas.microsoft.com/office/drawing/2014/main" id="{8A85087D-7489-04C9-59E4-B949E1995CA0}"/>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1445500405"/>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preserve="1" userDrawn="1">
  <p:cSld name="3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2C64FE9A-D3BF-9215-0FB0-F9FACDB4C54A}"/>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4. Discussion</a:t>
            </a:r>
          </a:p>
        </p:txBody>
      </p:sp>
      <p:sp>
        <p:nvSpPr>
          <p:cNvPr id="4" name="テキスト ボックス 3">
            <a:extLst>
              <a:ext uri="{FF2B5EF4-FFF2-40B4-BE49-F238E27FC236}">
                <a16:creationId xmlns:a16="http://schemas.microsoft.com/office/drawing/2014/main" id="{582622A8-62D8-A198-F93F-C600CC8E356E}"/>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2370692603"/>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preserve="1" userDrawn="1">
  <p:cSld name="6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CEDB2FBA-E537-6694-1EB0-49E06FFBB4EE}"/>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5. Conclusion</a:t>
            </a:r>
          </a:p>
        </p:txBody>
      </p:sp>
      <p:sp>
        <p:nvSpPr>
          <p:cNvPr id="4" name="テキスト ボックス 3">
            <a:extLst>
              <a:ext uri="{FF2B5EF4-FFF2-40B4-BE49-F238E27FC236}">
                <a16:creationId xmlns:a16="http://schemas.microsoft.com/office/drawing/2014/main" id="{FB15D4FC-C2DA-AEAF-2AD5-294EBF8AA5F4}"/>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795427187"/>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userDrawn="1">
  <p:cSld name="4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12170C4F-E822-37DD-6E3E-1B30D6DF09C1}"/>
              </a:ext>
            </a:extLst>
          </p:cNvPr>
          <p:cNvSpPr txBox="1"/>
          <p:nvPr userDrawn="1"/>
        </p:nvSpPr>
        <p:spPr>
          <a:xfrm>
            <a:off x="116602" y="104328"/>
            <a:ext cx="2160193"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6. References</a:t>
            </a:r>
          </a:p>
        </p:txBody>
      </p:sp>
      <p:sp>
        <p:nvSpPr>
          <p:cNvPr id="4" name="テキスト ボックス 3">
            <a:extLst>
              <a:ext uri="{FF2B5EF4-FFF2-40B4-BE49-F238E27FC236}">
                <a16:creationId xmlns:a16="http://schemas.microsoft.com/office/drawing/2014/main" id="{3EAF421F-91E4-7A52-1841-0AB3892F2D6A}"/>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2248286249"/>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userDrawn="1">
  <p:cSld name="5_ユーザー設定レイアウト">
    <p:bg>
      <p:bgPr>
        <a:solidFill>
          <a:schemeClr val="accent2">
            <a:lumMod val="20000"/>
            <a:lumOff val="80000"/>
            <a:alpha val="19000"/>
          </a:schemeClr>
        </a:solidFill>
        <a:effectLst/>
      </p:bgPr>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5621984D-76FE-ACAE-9E5B-DA4BD09015FB}"/>
              </a:ext>
            </a:extLst>
          </p:cNvPr>
          <p:cNvSpPr txBox="1"/>
          <p:nvPr userDrawn="1"/>
        </p:nvSpPr>
        <p:spPr>
          <a:xfrm>
            <a:off x="116601" y="104328"/>
            <a:ext cx="2812752" cy="253916"/>
          </a:xfrm>
          <a:prstGeom prst="rect">
            <a:avLst/>
          </a:prstGeom>
          <a:noFill/>
        </p:spPr>
        <p:txBody>
          <a:bodyPr wrap="square" rtlCol="0">
            <a:spAutoFit/>
          </a:bodyPr>
          <a:lstStyle/>
          <a:p>
            <a:r>
              <a:rPr kumimoji="1" lang="en-US" altLang="ja-JP" sz="1050" dirty="0">
                <a:latin typeface="源ノ角ゴシック JP" panose="020B0500000000000000" pitchFamily="34" charset="-128"/>
                <a:ea typeface="源ノ角ゴシック JP" panose="020B0500000000000000" pitchFamily="34" charset="-128"/>
              </a:rPr>
              <a:t>7. Supplementary Information</a:t>
            </a:r>
          </a:p>
        </p:txBody>
      </p:sp>
      <p:sp>
        <p:nvSpPr>
          <p:cNvPr id="4" name="テキスト ボックス 3">
            <a:extLst>
              <a:ext uri="{FF2B5EF4-FFF2-40B4-BE49-F238E27FC236}">
                <a16:creationId xmlns:a16="http://schemas.microsoft.com/office/drawing/2014/main" id="{3C378D87-3011-1B78-019A-7BDF64235756}"/>
              </a:ext>
            </a:extLst>
          </p:cNvPr>
          <p:cNvSpPr txBox="1"/>
          <p:nvPr userDrawn="1"/>
        </p:nvSpPr>
        <p:spPr>
          <a:xfrm>
            <a:off x="11621267" y="6535813"/>
            <a:ext cx="570733" cy="261610"/>
          </a:xfrm>
          <a:prstGeom prst="rect">
            <a:avLst/>
          </a:prstGeom>
          <a:noFill/>
        </p:spPr>
        <p:txBody>
          <a:bodyPr wrap="square" rtlCol="0">
            <a:spAutoFit/>
          </a:bodyPr>
          <a:lstStyle/>
          <a:p>
            <a:fld id="{2D045537-F4BB-4948-9DF3-7D7722CD90C0}" type="slidenum">
              <a:rPr kumimoji="1" lang="ja-JP" altLang="en-US" sz="1100" smtClean="0"/>
              <a:t>‹#›</a:t>
            </a:fld>
            <a:endParaRPr kumimoji="1" lang="ja-JP" altLang="en-US" sz="1100" dirty="0"/>
          </a:p>
        </p:txBody>
      </p:sp>
    </p:spTree>
    <p:extLst>
      <p:ext uri="{BB962C8B-B14F-4D97-AF65-F5344CB8AC3E}">
        <p14:creationId xmlns:p14="http://schemas.microsoft.com/office/powerpoint/2010/main" val="14578148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18" Type="http://schemas.openxmlformats.org/officeDocument/2006/relationships/slideLayout" Target="../slideLayouts/slideLayout29.xml"/><Relationship Id="rId3" Type="http://schemas.openxmlformats.org/officeDocument/2006/relationships/slideLayout" Target="../slideLayouts/slideLayout14.xml"/><Relationship Id="rId21" Type="http://schemas.openxmlformats.org/officeDocument/2006/relationships/slideLayout" Target="../slideLayouts/slideLayout32.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17" Type="http://schemas.openxmlformats.org/officeDocument/2006/relationships/slideLayout" Target="../slideLayouts/slideLayout28.xml"/><Relationship Id="rId2" Type="http://schemas.openxmlformats.org/officeDocument/2006/relationships/slideLayout" Target="../slideLayouts/slideLayout13.xml"/><Relationship Id="rId16" Type="http://schemas.openxmlformats.org/officeDocument/2006/relationships/slideLayout" Target="../slideLayouts/slideLayout27.xml"/><Relationship Id="rId20" Type="http://schemas.openxmlformats.org/officeDocument/2006/relationships/slideLayout" Target="../slideLayouts/slideLayout31.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5" Type="http://schemas.openxmlformats.org/officeDocument/2006/relationships/slideLayout" Target="../slideLayouts/slideLayout26.xml"/><Relationship Id="rId10" Type="http://schemas.openxmlformats.org/officeDocument/2006/relationships/slideLayout" Target="../slideLayouts/slideLayout21.xml"/><Relationship Id="rId19" Type="http://schemas.openxmlformats.org/officeDocument/2006/relationships/slideLayout" Target="../slideLayouts/slideLayout30.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slideLayout" Target="../slideLayouts/slideLayout25.xml"/><Relationship Id="rId22"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40.xml"/><Relationship Id="rId13" Type="http://schemas.openxmlformats.org/officeDocument/2006/relationships/slideLayout" Target="../slideLayouts/slideLayout45.xml"/><Relationship Id="rId18" Type="http://schemas.openxmlformats.org/officeDocument/2006/relationships/slideLayout" Target="../slideLayouts/slideLayout50.xml"/><Relationship Id="rId3" Type="http://schemas.openxmlformats.org/officeDocument/2006/relationships/slideLayout" Target="../slideLayouts/slideLayout35.xml"/><Relationship Id="rId21" Type="http://schemas.openxmlformats.org/officeDocument/2006/relationships/slideLayout" Target="../slideLayouts/slideLayout53.xml"/><Relationship Id="rId7" Type="http://schemas.openxmlformats.org/officeDocument/2006/relationships/slideLayout" Target="../slideLayouts/slideLayout39.xml"/><Relationship Id="rId12" Type="http://schemas.openxmlformats.org/officeDocument/2006/relationships/slideLayout" Target="../slideLayouts/slideLayout44.xml"/><Relationship Id="rId17" Type="http://schemas.openxmlformats.org/officeDocument/2006/relationships/slideLayout" Target="../slideLayouts/slideLayout49.xml"/><Relationship Id="rId2" Type="http://schemas.openxmlformats.org/officeDocument/2006/relationships/slideLayout" Target="../slideLayouts/slideLayout34.xml"/><Relationship Id="rId16" Type="http://schemas.openxmlformats.org/officeDocument/2006/relationships/slideLayout" Target="../slideLayouts/slideLayout48.xml"/><Relationship Id="rId20" Type="http://schemas.openxmlformats.org/officeDocument/2006/relationships/slideLayout" Target="../slideLayouts/slideLayout52.xml"/><Relationship Id="rId1" Type="http://schemas.openxmlformats.org/officeDocument/2006/relationships/slideLayout" Target="../slideLayouts/slideLayout33.xml"/><Relationship Id="rId6" Type="http://schemas.openxmlformats.org/officeDocument/2006/relationships/slideLayout" Target="../slideLayouts/slideLayout38.xml"/><Relationship Id="rId11" Type="http://schemas.openxmlformats.org/officeDocument/2006/relationships/slideLayout" Target="../slideLayouts/slideLayout43.xml"/><Relationship Id="rId24" Type="http://schemas.openxmlformats.org/officeDocument/2006/relationships/theme" Target="../theme/theme3.xml"/><Relationship Id="rId5" Type="http://schemas.openxmlformats.org/officeDocument/2006/relationships/slideLayout" Target="../slideLayouts/slideLayout37.xml"/><Relationship Id="rId15" Type="http://schemas.openxmlformats.org/officeDocument/2006/relationships/slideLayout" Target="../slideLayouts/slideLayout47.xml"/><Relationship Id="rId23" Type="http://schemas.openxmlformats.org/officeDocument/2006/relationships/slideLayout" Target="../slideLayouts/slideLayout55.xml"/><Relationship Id="rId10" Type="http://schemas.openxmlformats.org/officeDocument/2006/relationships/slideLayout" Target="../slideLayouts/slideLayout42.xml"/><Relationship Id="rId19" Type="http://schemas.openxmlformats.org/officeDocument/2006/relationships/slideLayout" Target="../slideLayouts/slideLayout51.xml"/><Relationship Id="rId4" Type="http://schemas.openxmlformats.org/officeDocument/2006/relationships/slideLayout" Target="../slideLayouts/slideLayout36.xml"/><Relationship Id="rId9" Type="http://schemas.openxmlformats.org/officeDocument/2006/relationships/slideLayout" Target="../slideLayouts/slideLayout41.xml"/><Relationship Id="rId14" Type="http://schemas.openxmlformats.org/officeDocument/2006/relationships/slideLayout" Target="../slideLayouts/slideLayout46.xml"/><Relationship Id="rId22" Type="http://schemas.openxmlformats.org/officeDocument/2006/relationships/slideLayout" Target="../slideLayouts/slideLayout54.xml"/></Relationships>
</file>

<file path=ppt/slideMasters/_rels/slideMaster4.xml.rels><?xml version="1.0" encoding="UTF-8" standalone="yes"?>
<Relationships xmlns="http://schemas.openxmlformats.org/package/2006/relationships"><Relationship Id="rId13" Type="http://schemas.openxmlformats.org/officeDocument/2006/relationships/slideLayout" Target="../slideLayouts/slideLayout68.xml"/><Relationship Id="rId18" Type="http://schemas.openxmlformats.org/officeDocument/2006/relationships/slideLayout" Target="../slideLayouts/slideLayout73.xml"/><Relationship Id="rId26" Type="http://schemas.openxmlformats.org/officeDocument/2006/relationships/slideLayout" Target="../slideLayouts/slideLayout81.xml"/><Relationship Id="rId3" Type="http://schemas.openxmlformats.org/officeDocument/2006/relationships/slideLayout" Target="../slideLayouts/slideLayout58.xml"/><Relationship Id="rId21" Type="http://schemas.openxmlformats.org/officeDocument/2006/relationships/slideLayout" Target="../slideLayouts/slideLayout76.xml"/><Relationship Id="rId34" Type="http://schemas.openxmlformats.org/officeDocument/2006/relationships/slideLayout" Target="../slideLayouts/slideLayout89.xml"/><Relationship Id="rId7" Type="http://schemas.openxmlformats.org/officeDocument/2006/relationships/slideLayout" Target="../slideLayouts/slideLayout62.xml"/><Relationship Id="rId12" Type="http://schemas.openxmlformats.org/officeDocument/2006/relationships/slideLayout" Target="../slideLayouts/slideLayout67.xml"/><Relationship Id="rId17" Type="http://schemas.openxmlformats.org/officeDocument/2006/relationships/slideLayout" Target="../slideLayouts/slideLayout72.xml"/><Relationship Id="rId25" Type="http://schemas.openxmlformats.org/officeDocument/2006/relationships/slideLayout" Target="../slideLayouts/slideLayout80.xml"/><Relationship Id="rId33" Type="http://schemas.openxmlformats.org/officeDocument/2006/relationships/slideLayout" Target="../slideLayouts/slideLayout88.xml"/><Relationship Id="rId2" Type="http://schemas.openxmlformats.org/officeDocument/2006/relationships/slideLayout" Target="../slideLayouts/slideLayout57.xml"/><Relationship Id="rId16" Type="http://schemas.openxmlformats.org/officeDocument/2006/relationships/slideLayout" Target="../slideLayouts/slideLayout71.xml"/><Relationship Id="rId20" Type="http://schemas.openxmlformats.org/officeDocument/2006/relationships/slideLayout" Target="../slideLayouts/slideLayout75.xml"/><Relationship Id="rId29" Type="http://schemas.openxmlformats.org/officeDocument/2006/relationships/slideLayout" Target="../slideLayouts/slideLayout84.xml"/><Relationship Id="rId1" Type="http://schemas.openxmlformats.org/officeDocument/2006/relationships/slideLayout" Target="../slideLayouts/slideLayout56.xml"/><Relationship Id="rId6" Type="http://schemas.openxmlformats.org/officeDocument/2006/relationships/slideLayout" Target="../slideLayouts/slideLayout61.xml"/><Relationship Id="rId11" Type="http://schemas.openxmlformats.org/officeDocument/2006/relationships/slideLayout" Target="../slideLayouts/slideLayout66.xml"/><Relationship Id="rId24" Type="http://schemas.openxmlformats.org/officeDocument/2006/relationships/slideLayout" Target="../slideLayouts/slideLayout79.xml"/><Relationship Id="rId32" Type="http://schemas.openxmlformats.org/officeDocument/2006/relationships/slideLayout" Target="../slideLayouts/slideLayout87.xml"/><Relationship Id="rId5" Type="http://schemas.openxmlformats.org/officeDocument/2006/relationships/slideLayout" Target="../slideLayouts/slideLayout60.xml"/><Relationship Id="rId15" Type="http://schemas.openxmlformats.org/officeDocument/2006/relationships/slideLayout" Target="../slideLayouts/slideLayout70.xml"/><Relationship Id="rId23" Type="http://schemas.openxmlformats.org/officeDocument/2006/relationships/slideLayout" Target="../slideLayouts/slideLayout78.xml"/><Relationship Id="rId28" Type="http://schemas.openxmlformats.org/officeDocument/2006/relationships/slideLayout" Target="../slideLayouts/slideLayout83.xml"/><Relationship Id="rId10" Type="http://schemas.openxmlformats.org/officeDocument/2006/relationships/slideLayout" Target="../slideLayouts/slideLayout65.xml"/><Relationship Id="rId19" Type="http://schemas.openxmlformats.org/officeDocument/2006/relationships/slideLayout" Target="../slideLayouts/slideLayout74.xml"/><Relationship Id="rId31" Type="http://schemas.openxmlformats.org/officeDocument/2006/relationships/slideLayout" Target="../slideLayouts/slideLayout86.xml"/><Relationship Id="rId4" Type="http://schemas.openxmlformats.org/officeDocument/2006/relationships/slideLayout" Target="../slideLayouts/slideLayout59.xml"/><Relationship Id="rId9" Type="http://schemas.openxmlformats.org/officeDocument/2006/relationships/slideLayout" Target="../slideLayouts/slideLayout64.xml"/><Relationship Id="rId14" Type="http://schemas.openxmlformats.org/officeDocument/2006/relationships/slideLayout" Target="../slideLayouts/slideLayout69.xml"/><Relationship Id="rId22" Type="http://schemas.openxmlformats.org/officeDocument/2006/relationships/slideLayout" Target="../slideLayouts/slideLayout77.xml"/><Relationship Id="rId27" Type="http://schemas.openxmlformats.org/officeDocument/2006/relationships/slideLayout" Target="../slideLayouts/slideLayout82.xml"/><Relationship Id="rId30" Type="http://schemas.openxmlformats.org/officeDocument/2006/relationships/slideLayout" Target="../slideLayouts/slideLayout85.xml"/><Relationship Id="rId35" Type="http://schemas.openxmlformats.org/officeDocument/2006/relationships/theme" Target="../theme/theme4.xml"/><Relationship Id="rId8" Type="http://schemas.openxmlformats.org/officeDocument/2006/relationships/slideLayout" Target="../slideLayouts/slideLayout6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4A6473A2-0987-3B8B-38EF-3946AA808ECD}"/>
              </a:ext>
            </a:extLst>
          </p:cNvPr>
          <p:cNvSpPr>
            <a:spLocks noGrp="1"/>
          </p:cNvSpPr>
          <p:nvPr>
            <p:ph type="title"/>
          </p:nvPr>
        </p:nvSpPr>
        <p:spPr>
          <a:xfrm>
            <a:off x="838200" y="365126"/>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1F510C03-F5E3-64AB-8E83-77A0E733B85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570247E9-3C7C-7E8D-58A7-CDD442FE4333}"/>
              </a:ext>
            </a:extLst>
          </p:cNvPr>
          <p:cNvSpPr>
            <a:spLocks noGrp="1"/>
          </p:cNvSpPr>
          <p:nvPr>
            <p:ph type="dt" sz="half" idx="2"/>
          </p:nvPr>
        </p:nvSpPr>
        <p:spPr>
          <a:xfrm>
            <a:off x="838200" y="6356351"/>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2885039-54E1-425C-BA26-26C83A74E520}" type="datetimeFigureOut">
              <a:rPr kumimoji="1" lang="ja-JP" altLang="en-US" smtClean="0"/>
              <a:t>2026/9/22</a:t>
            </a:fld>
            <a:endParaRPr kumimoji="1" lang="ja-JP" altLang="en-US"/>
          </a:p>
        </p:txBody>
      </p:sp>
      <p:sp>
        <p:nvSpPr>
          <p:cNvPr id="5" name="フッター プレースホルダー 4">
            <a:extLst>
              <a:ext uri="{FF2B5EF4-FFF2-40B4-BE49-F238E27FC236}">
                <a16:creationId xmlns:a16="http://schemas.microsoft.com/office/drawing/2014/main" id="{51C860E3-E470-C63F-41A3-55BCE4FFF036}"/>
              </a:ext>
            </a:extLst>
          </p:cNvPr>
          <p:cNvSpPr>
            <a:spLocks noGrp="1"/>
          </p:cNvSpPr>
          <p:nvPr>
            <p:ph type="ftr" sz="quarter" idx="3"/>
          </p:nvPr>
        </p:nvSpPr>
        <p:spPr>
          <a:xfrm>
            <a:off x="4038600" y="6356351"/>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EB1CC86D-FFAD-1D01-C3B1-E621740DE522}"/>
              </a:ext>
            </a:extLst>
          </p:cNvPr>
          <p:cNvSpPr>
            <a:spLocks noGrp="1"/>
          </p:cNvSpPr>
          <p:nvPr>
            <p:ph type="sldNum" sz="quarter" idx="4"/>
          </p:nvPr>
        </p:nvSpPr>
        <p:spPr>
          <a:xfrm>
            <a:off x="8610600" y="6356351"/>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756960081"/>
      </p:ext>
    </p:extLst>
  </p:cSld>
  <p:clrMap bg1="lt1" tx1="dk1" bg2="lt2" tx2="dk2" accent1="accent1" accent2="accent2" accent3="accent3" accent4="accent4" accent5="accent5" accent6="accent6" hlink="hlink" folHlink="folHlink"/>
  <p:sldLayoutIdLst>
    <p:sldLayoutId id="2147483683" r:id="rId1"/>
    <p:sldLayoutId id="2147483684" r:id="rId2"/>
    <p:sldLayoutId id="2147483685" r:id="rId3"/>
    <p:sldLayoutId id="2147483686" r:id="rId4"/>
    <p:sldLayoutId id="2147483687" r:id="rId5"/>
    <p:sldLayoutId id="2147483688" r:id="rId6"/>
    <p:sldLayoutId id="2147483689" r:id="rId7"/>
    <p:sldLayoutId id="2147483690" r:id="rId8"/>
    <p:sldLayoutId id="2147483691" r:id="rId9"/>
    <p:sldLayoutId id="2147483692" r:id="rId10"/>
    <p:sldLayoutId id="2147483693"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4A6473A2-0987-3B8B-38EF-3946AA808ECD}"/>
              </a:ext>
            </a:extLst>
          </p:cNvPr>
          <p:cNvSpPr>
            <a:spLocks noGrp="1"/>
          </p:cNvSpPr>
          <p:nvPr>
            <p:ph type="title"/>
          </p:nvPr>
        </p:nvSpPr>
        <p:spPr>
          <a:xfrm>
            <a:off x="838200" y="365128"/>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1F510C03-F5E3-64AB-8E83-77A0E733B85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570247E9-3C7C-7E8D-58A7-CDD442FE4333}"/>
              </a:ext>
            </a:extLst>
          </p:cNvPr>
          <p:cNvSpPr>
            <a:spLocks noGrp="1"/>
          </p:cNvSpPr>
          <p:nvPr>
            <p:ph type="dt" sz="half" idx="2"/>
          </p:nvPr>
        </p:nvSpPr>
        <p:spPr>
          <a:xfrm>
            <a:off x="838200" y="6356353"/>
            <a:ext cx="2743200" cy="365125"/>
          </a:xfrm>
          <a:prstGeom prst="rect">
            <a:avLst/>
          </a:prstGeom>
        </p:spPr>
        <p:txBody>
          <a:bodyPr vert="horz" lIns="91440" tIns="45720" rIns="91440" bIns="45720" rtlCol="0" anchor="ctr"/>
          <a:lstStyle>
            <a:lvl1pPr algn="l">
              <a:defRPr sz="900">
                <a:solidFill>
                  <a:schemeClr val="tx1">
                    <a:tint val="75000"/>
                  </a:schemeClr>
                </a:solidFill>
              </a:defRPr>
            </a:lvl1pPr>
          </a:lstStyle>
          <a:p>
            <a:fld id="{22885039-54E1-425C-BA26-26C83A74E520}" type="datetimeFigureOut">
              <a:rPr kumimoji="1" lang="ja-JP" altLang="en-US" smtClean="0"/>
              <a:t>2026/9/22</a:t>
            </a:fld>
            <a:endParaRPr kumimoji="1" lang="ja-JP" altLang="en-US"/>
          </a:p>
        </p:txBody>
      </p:sp>
      <p:sp>
        <p:nvSpPr>
          <p:cNvPr id="5" name="フッター プレースホルダー 4">
            <a:extLst>
              <a:ext uri="{FF2B5EF4-FFF2-40B4-BE49-F238E27FC236}">
                <a16:creationId xmlns:a16="http://schemas.microsoft.com/office/drawing/2014/main" id="{51C860E3-E470-C63F-41A3-55BCE4FFF036}"/>
              </a:ext>
            </a:extLst>
          </p:cNvPr>
          <p:cNvSpPr>
            <a:spLocks noGrp="1"/>
          </p:cNvSpPr>
          <p:nvPr>
            <p:ph type="ftr" sz="quarter" idx="3"/>
          </p:nvPr>
        </p:nvSpPr>
        <p:spPr>
          <a:xfrm>
            <a:off x="4038600" y="6356353"/>
            <a:ext cx="41148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EB1CC86D-FFAD-1D01-C3B1-E621740DE522}"/>
              </a:ext>
            </a:extLst>
          </p:cNvPr>
          <p:cNvSpPr>
            <a:spLocks noGrp="1"/>
          </p:cNvSpPr>
          <p:nvPr>
            <p:ph type="sldNum" sz="quarter" idx="4"/>
          </p:nvPr>
        </p:nvSpPr>
        <p:spPr>
          <a:xfrm>
            <a:off x="8610600" y="6356353"/>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705321318"/>
      </p:ext>
    </p:extLst>
  </p:cSld>
  <p:clrMap bg1="lt1" tx1="dk1" bg2="lt2" tx2="dk2" accent1="accent1" accent2="accent2" accent3="accent3" accent4="accent4" accent5="accent5" accent6="accent6" hlink="hlink" folHlink="folHlink"/>
  <p:sldLayoutIdLst>
    <p:sldLayoutId id="2147483716" r:id="rId1"/>
    <p:sldLayoutId id="2147483717" r:id="rId2"/>
    <p:sldLayoutId id="2147483718" r:id="rId3"/>
    <p:sldLayoutId id="2147483719" r:id="rId4"/>
    <p:sldLayoutId id="2147483720" r:id="rId5"/>
    <p:sldLayoutId id="2147483721" r:id="rId6"/>
    <p:sldLayoutId id="2147483722" r:id="rId7"/>
    <p:sldLayoutId id="2147483723" r:id="rId8"/>
    <p:sldLayoutId id="2147483724" r:id="rId9"/>
    <p:sldLayoutId id="2147483725" r:id="rId10"/>
    <p:sldLayoutId id="2147483726" r:id="rId11"/>
    <p:sldLayoutId id="2147483728" r:id="rId12"/>
    <p:sldLayoutId id="2147483729" r:id="rId13"/>
    <p:sldLayoutId id="2147483730" r:id="rId14"/>
    <p:sldLayoutId id="2147483731" r:id="rId15"/>
    <p:sldLayoutId id="2147483732" r:id="rId16"/>
    <p:sldLayoutId id="2147483733" r:id="rId17"/>
    <p:sldLayoutId id="2147483734" r:id="rId18"/>
    <p:sldLayoutId id="2147483735" r:id="rId19"/>
    <p:sldLayoutId id="2147483736" r:id="rId20"/>
    <p:sldLayoutId id="2147483737" r:id="rId21"/>
  </p:sldLayoutIdLst>
  <p:txStyles>
    <p:titleStyle>
      <a:lvl1pPr algn="l" defTabSz="685800" rtl="0" eaLnBrk="1" latinLnBrk="0" hangingPunct="1">
        <a:lnSpc>
          <a:spcPct val="90000"/>
        </a:lnSpc>
        <a:spcBef>
          <a:spcPct val="0"/>
        </a:spcBef>
        <a:buNone/>
        <a:defRPr kumimoji="1"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kumimoji="1"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kumimoji="1"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kumimoji="1"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9pPr>
    </p:bodyStyle>
    <p:otherStyle>
      <a:defPPr>
        <a:defRPr lang="ja-JP"/>
      </a:defPPr>
      <a:lvl1pPr marL="0" algn="l" defTabSz="685800" rtl="0" eaLnBrk="1" latinLnBrk="0" hangingPunct="1">
        <a:defRPr kumimoji="1" sz="1350" kern="1200">
          <a:solidFill>
            <a:schemeClr val="tx1"/>
          </a:solidFill>
          <a:latin typeface="+mn-lt"/>
          <a:ea typeface="+mn-ea"/>
          <a:cs typeface="+mn-cs"/>
        </a:defRPr>
      </a:lvl1pPr>
      <a:lvl2pPr marL="342900" algn="l" defTabSz="685800" rtl="0" eaLnBrk="1" latinLnBrk="0" hangingPunct="1">
        <a:defRPr kumimoji="1" sz="1350" kern="1200">
          <a:solidFill>
            <a:schemeClr val="tx1"/>
          </a:solidFill>
          <a:latin typeface="+mn-lt"/>
          <a:ea typeface="+mn-ea"/>
          <a:cs typeface="+mn-cs"/>
        </a:defRPr>
      </a:lvl2pPr>
      <a:lvl3pPr marL="685800" algn="l" defTabSz="685800" rtl="0" eaLnBrk="1" latinLnBrk="0" hangingPunct="1">
        <a:defRPr kumimoji="1" sz="1350" kern="1200">
          <a:solidFill>
            <a:schemeClr val="tx1"/>
          </a:solidFill>
          <a:latin typeface="+mn-lt"/>
          <a:ea typeface="+mn-ea"/>
          <a:cs typeface="+mn-cs"/>
        </a:defRPr>
      </a:lvl3pPr>
      <a:lvl4pPr marL="1028700" algn="l" defTabSz="685800" rtl="0" eaLnBrk="1" latinLnBrk="0" hangingPunct="1">
        <a:defRPr kumimoji="1" sz="1350" kern="1200">
          <a:solidFill>
            <a:schemeClr val="tx1"/>
          </a:solidFill>
          <a:latin typeface="+mn-lt"/>
          <a:ea typeface="+mn-ea"/>
          <a:cs typeface="+mn-cs"/>
        </a:defRPr>
      </a:lvl4pPr>
      <a:lvl5pPr marL="1371600" algn="l" defTabSz="685800" rtl="0" eaLnBrk="1" latinLnBrk="0" hangingPunct="1">
        <a:defRPr kumimoji="1" sz="1350" kern="1200">
          <a:solidFill>
            <a:schemeClr val="tx1"/>
          </a:solidFill>
          <a:latin typeface="+mn-lt"/>
          <a:ea typeface="+mn-ea"/>
          <a:cs typeface="+mn-cs"/>
        </a:defRPr>
      </a:lvl5pPr>
      <a:lvl6pPr marL="1714500" algn="l" defTabSz="685800" rtl="0" eaLnBrk="1" latinLnBrk="0" hangingPunct="1">
        <a:defRPr kumimoji="1" sz="1350" kern="1200">
          <a:solidFill>
            <a:schemeClr val="tx1"/>
          </a:solidFill>
          <a:latin typeface="+mn-lt"/>
          <a:ea typeface="+mn-ea"/>
          <a:cs typeface="+mn-cs"/>
        </a:defRPr>
      </a:lvl6pPr>
      <a:lvl7pPr marL="2057400" algn="l" defTabSz="685800" rtl="0" eaLnBrk="1" latinLnBrk="0" hangingPunct="1">
        <a:defRPr kumimoji="1" sz="1350" kern="1200">
          <a:solidFill>
            <a:schemeClr val="tx1"/>
          </a:solidFill>
          <a:latin typeface="+mn-lt"/>
          <a:ea typeface="+mn-ea"/>
          <a:cs typeface="+mn-cs"/>
        </a:defRPr>
      </a:lvl7pPr>
      <a:lvl8pPr marL="2400300" algn="l" defTabSz="685800" rtl="0" eaLnBrk="1" latinLnBrk="0" hangingPunct="1">
        <a:defRPr kumimoji="1" sz="1350" kern="1200">
          <a:solidFill>
            <a:schemeClr val="tx1"/>
          </a:solidFill>
          <a:latin typeface="+mn-lt"/>
          <a:ea typeface="+mn-ea"/>
          <a:cs typeface="+mn-cs"/>
        </a:defRPr>
      </a:lvl8pPr>
      <a:lvl9pPr marL="2743200" algn="l" defTabSz="685800" rtl="0" eaLnBrk="1" latinLnBrk="0" hangingPunct="1">
        <a:defRPr kumimoji="1" sz="135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4A6473A2-0987-3B8B-38EF-3946AA808ECD}"/>
              </a:ext>
            </a:extLst>
          </p:cNvPr>
          <p:cNvSpPr>
            <a:spLocks noGrp="1"/>
          </p:cNvSpPr>
          <p:nvPr>
            <p:ph type="title"/>
          </p:nvPr>
        </p:nvSpPr>
        <p:spPr>
          <a:xfrm>
            <a:off x="838200" y="365128"/>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1F510C03-F5E3-64AB-8E83-77A0E733B85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570247E9-3C7C-7E8D-58A7-CDD442FE4333}"/>
              </a:ext>
            </a:extLst>
          </p:cNvPr>
          <p:cNvSpPr>
            <a:spLocks noGrp="1"/>
          </p:cNvSpPr>
          <p:nvPr>
            <p:ph type="dt" sz="half" idx="2"/>
          </p:nvPr>
        </p:nvSpPr>
        <p:spPr>
          <a:xfrm>
            <a:off x="838200" y="6356353"/>
            <a:ext cx="2743200" cy="365125"/>
          </a:xfrm>
          <a:prstGeom prst="rect">
            <a:avLst/>
          </a:prstGeom>
        </p:spPr>
        <p:txBody>
          <a:bodyPr vert="horz" lIns="91440" tIns="45720" rIns="91440" bIns="45720" rtlCol="0" anchor="ctr"/>
          <a:lstStyle>
            <a:lvl1pPr algn="l">
              <a:defRPr sz="900">
                <a:solidFill>
                  <a:schemeClr val="tx1">
                    <a:tint val="75000"/>
                  </a:schemeClr>
                </a:solidFill>
              </a:defRPr>
            </a:lvl1pPr>
          </a:lstStyle>
          <a:p>
            <a:fld id="{22885039-54E1-425C-BA26-26C83A74E520}" type="datetimeFigureOut">
              <a:rPr kumimoji="1" lang="ja-JP" altLang="en-US" smtClean="0"/>
              <a:t>2026/9/22</a:t>
            </a:fld>
            <a:endParaRPr kumimoji="1" lang="ja-JP" altLang="en-US"/>
          </a:p>
        </p:txBody>
      </p:sp>
      <p:sp>
        <p:nvSpPr>
          <p:cNvPr id="5" name="フッター プレースホルダー 4">
            <a:extLst>
              <a:ext uri="{FF2B5EF4-FFF2-40B4-BE49-F238E27FC236}">
                <a16:creationId xmlns:a16="http://schemas.microsoft.com/office/drawing/2014/main" id="{51C860E3-E470-C63F-41A3-55BCE4FFF036}"/>
              </a:ext>
            </a:extLst>
          </p:cNvPr>
          <p:cNvSpPr>
            <a:spLocks noGrp="1"/>
          </p:cNvSpPr>
          <p:nvPr>
            <p:ph type="ftr" sz="quarter" idx="3"/>
          </p:nvPr>
        </p:nvSpPr>
        <p:spPr>
          <a:xfrm>
            <a:off x="4038600" y="6356353"/>
            <a:ext cx="41148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EB1CC86D-FFAD-1D01-C3B1-E621740DE522}"/>
              </a:ext>
            </a:extLst>
          </p:cNvPr>
          <p:cNvSpPr>
            <a:spLocks noGrp="1"/>
          </p:cNvSpPr>
          <p:nvPr>
            <p:ph type="sldNum" sz="quarter" idx="4"/>
          </p:nvPr>
        </p:nvSpPr>
        <p:spPr>
          <a:xfrm>
            <a:off x="8610600" y="6356353"/>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3847310903"/>
      </p:ext>
    </p:extLst>
  </p:cSld>
  <p:clrMap bg1="lt1" tx1="dk1" bg2="lt2" tx2="dk2" accent1="accent1" accent2="accent2" accent3="accent3" accent4="accent4" accent5="accent5" accent6="accent6" hlink="hlink" folHlink="folHlink"/>
  <p:sldLayoutIdLst>
    <p:sldLayoutId id="2147483739" r:id="rId1"/>
    <p:sldLayoutId id="2147483740" r:id="rId2"/>
    <p:sldLayoutId id="2147483741" r:id="rId3"/>
    <p:sldLayoutId id="2147483742" r:id="rId4"/>
    <p:sldLayoutId id="2147483743" r:id="rId5"/>
    <p:sldLayoutId id="2147483744" r:id="rId6"/>
    <p:sldLayoutId id="2147483745" r:id="rId7"/>
    <p:sldLayoutId id="2147483746" r:id="rId8"/>
    <p:sldLayoutId id="2147483747" r:id="rId9"/>
    <p:sldLayoutId id="2147483748" r:id="rId10"/>
    <p:sldLayoutId id="2147483749" r:id="rId11"/>
    <p:sldLayoutId id="2147483751" r:id="rId12"/>
    <p:sldLayoutId id="2147483752" r:id="rId13"/>
    <p:sldLayoutId id="2147483753" r:id="rId14"/>
    <p:sldLayoutId id="2147483754" r:id="rId15"/>
    <p:sldLayoutId id="2147483761" r:id="rId16"/>
    <p:sldLayoutId id="2147483762" r:id="rId17"/>
    <p:sldLayoutId id="2147483755" r:id="rId18"/>
    <p:sldLayoutId id="2147483756" r:id="rId19"/>
    <p:sldLayoutId id="2147483757" r:id="rId20"/>
    <p:sldLayoutId id="2147483758" r:id="rId21"/>
    <p:sldLayoutId id="2147483759" r:id="rId22"/>
    <p:sldLayoutId id="2147483760" r:id="rId23"/>
  </p:sldLayoutIdLst>
  <p:txStyles>
    <p:titleStyle>
      <a:lvl1pPr algn="l" defTabSz="685800" rtl="0" eaLnBrk="1" latinLnBrk="0" hangingPunct="1">
        <a:lnSpc>
          <a:spcPct val="90000"/>
        </a:lnSpc>
        <a:spcBef>
          <a:spcPct val="0"/>
        </a:spcBef>
        <a:buNone/>
        <a:defRPr kumimoji="1"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kumimoji="1"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kumimoji="1"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kumimoji="1"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9pPr>
    </p:bodyStyle>
    <p:otherStyle>
      <a:defPPr>
        <a:defRPr lang="ja-JP"/>
      </a:defPPr>
      <a:lvl1pPr marL="0" algn="l" defTabSz="685800" rtl="0" eaLnBrk="1" latinLnBrk="0" hangingPunct="1">
        <a:defRPr kumimoji="1" sz="1350" kern="1200">
          <a:solidFill>
            <a:schemeClr val="tx1"/>
          </a:solidFill>
          <a:latin typeface="+mn-lt"/>
          <a:ea typeface="+mn-ea"/>
          <a:cs typeface="+mn-cs"/>
        </a:defRPr>
      </a:lvl1pPr>
      <a:lvl2pPr marL="342900" algn="l" defTabSz="685800" rtl="0" eaLnBrk="1" latinLnBrk="0" hangingPunct="1">
        <a:defRPr kumimoji="1" sz="1350" kern="1200">
          <a:solidFill>
            <a:schemeClr val="tx1"/>
          </a:solidFill>
          <a:latin typeface="+mn-lt"/>
          <a:ea typeface="+mn-ea"/>
          <a:cs typeface="+mn-cs"/>
        </a:defRPr>
      </a:lvl2pPr>
      <a:lvl3pPr marL="685800" algn="l" defTabSz="685800" rtl="0" eaLnBrk="1" latinLnBrk="0" hangingPunct="1">
        <a:defRPr kumimoji="1" sz="1350" kern="1200">
          <a:solidFill>
            <a:schemeClr val="tx1"/>
          </a:solidFill>
          <a:latin typeface="+mn-lt"/>
          <a:ea typeface="+mn-ea"/>
          <a:cs typeface="+mn-cs"/>
        </a:defRPr>
      </a:lvl3pPr>
      <a:lvl4pPr marL="1028700" algn="l" defTabSz="685800" rtl="0" eaLnBrk="1" latinLnBrk="0" hangingPunct="1">
        <a:defRPr kumimoji="1" sz="1350" kern="1200">
          <a:solidFill>
            <a:schemeClr val="tx1"/>
          </a:solidFill>
          <a:latin typeface="+mn-lt"/>
          <a:ea typeface="+mn-ea"/>
          <a:cs typeface="+mn-cs"/>
        </a:defRPr>
      </a:lvl4pPr>
      <a:lvl5pPr marL="1371600" algn="l" defTabSz="685800" rtl="0" eaLnBrk="1" latinLnBrk="0" hangingPunct="1">
        <a:defRPr kumimoji="1" sz="1350" kern="1200">
          <a:solidFill>
            <a:schemeClr val="tx1"/>
          </a:solidFill>
          <a:latin typeface="+mn-lt"/>
          <a:ea typeface="+mn-ea"/>
          <a:cs typeface="+mn-cs"/>
        </a:defRPr>
      </a:lvl5pPr>
      <a:lvl6pPr marL="1714500" algn="l" defTabSz="685800" rtl="0" eaLnBrk="1" latinLnBrk="0" hangingPunct="1">
        <a:defRPr kumimoji="1" sz="1350" kern="1200">
          <a:solidFill>
            <a:schemeClr val="tx1"/>
          </a:solidFill>
          <a:latin typeface="+mn-lt"/>
          <a:ea typeface="+mn-ea"/>
          <a:cs typeface="+mn-cs"/>
        </a:defRPr>
      </a:lvl6pPr>
      <a:lvl7pPr marL="2057400" algn="l" defTabSz="685800" rtl="0" eaLnBrk="1" latinLnBrk="0" hangingPunct="1">
        <a:defRPr kumimoji="1" sz="1350" kern="1200">
          <a:solidFill>
            <a:schemeClr val="tx1"/>
          </a:solidFill>
          <a:latin typeface="+mn-lt"/>
          <a:ea typeface="+mn-ea"/>
          <a:cs typeface="+mn-cs"/>
        </a:defRPr>
      </a:lvl7pPr>
      <a:lvl8pPr marL="2400300" algn="l" defTabSz="685800" rtl="0" eaLnBrk="1" latinLnBrk="0" hangingPunct="1">
        <a:defRPr kumimoji="1" sz="1350" kern="1200">
          <a:solidFill>
            <a:schemeClr val="tx1"/>
          </a:solidFill>
          <a:latin typeface="+mn-lt"/>
          <a:ea typeface="+mn-ea"/>
          <a:cs typeface="+mn-cs"/>
        </a:defRPr>
      </a:lvl8pPr>
      <a:lvl9pPr marL="2743200" algn="l" defTabSz="685800" rtl="0" eaLnBrk="1" latinLnBrk="0" hangingPunct="1">
        <a:defRPr kumimoji="1" sz="135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ja-JP" altLang="en-US"/>
              <a:t>マスター タイトルの書式設定</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2885039-54E1-425C-BA26-26C83A74E520}" type="datetimeFigureOut">
              <a:rPr kumimoji="1" lang="ja-JP" altLang="en-US" smtClean="0"/>
              <a:t>2026/9/22</a:t>
            </a:fld>
            <a:endParaRPr kumimoji="1" lang="ja-JP" alt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F465992-3E9A-449A-B59B-A19F1D4F4096}" type="slidenum">
              <a:rPr kumimoji="1" lang="ja-JP" altLang="en-US" smtClean="0"/>
              <a:t>‹#›</a:t>
            </a:fld>
            <a:endParaRPr kumimoji="1" lang="ja-JP" altLang="en-US"/>
          </a:p>
        </p:txBody>
      </p:sp>
    </p:spTree>
    <p:extLst>
      <p:ext uri="{BB962C8B-B14F-4D97-AF65-F5344CB8AC3E}">
        <p14:creationId xmlns:p14="http://schemas.microsoft.com/office/powerpoint/2010/main" val="1053101019"/>
      </p:ext>
    </p:extLst>
  </p:cSld>
  <p:clrMap bg1="lt1" tx1="dk1" bg2="lt2" tx2="dk2" accent1="accent1" accent2="accent2" accent3="accent3" accent4="accent4" accent5="accent5" accent6="accent6" hlink="hlink" folHlink="folHlink"/>
  <p:sldLayoutIdLst>
    <p:sldLayoutId id="2147483802" r:id="rId1"/>
    <p:sldLayoutId id="2147483803" r:id="rId2"/>
    <p:sldLayoutId id="2147483804" r:id="rId3"/>
    <p:sldLayoutId id="2147483805" r:id="rId4"/>
    <p:sldLayoutId id="2147483806" r:id="rId5"/>
    <p:sldLayoutId id="2147483807" r:id="rId6"/>
    <p:sldLayoutId id="2147483808" r:id="rId7"/>
    <p:sldLayoutId id="2147483809" r:id="rId8"/>
    <p:sldLayoutId id="2147483810" r:id="rId9"/>
    <p:sldLayoutId id="2147483811" r:id="rId10"/>
    <p:sldLayoutId id="2147483812" r:id="rId11"/>
    <p:sldLayoutId id="2147483813" r:id="rId12"/>
    <p:sldLayoutId id="2147483800" r:id="rId13"/>
    <p:sldLayoutId id="2147483792" r:id="rId14"/>
    <p:sldLayoutId id="2147483798" r:id="rId15"/>
    <p:sldLayoutId id="2147483793" r:id="rId16"/>
    <p:sldLayoutId id="2147483794" r:id="rId17"/>
    <p:sldLayoutId id="2147483795" r:id="rId18"/>
    <p:sldLayoutId id="2147483796" r:id="rId19"/>
    <p:sldLayoutId id="2147483814" r:id="rId20"/>
    <p:sldLayoutId id="2147483797" r:id="rId21"/>
    <p:sldLayoutId id="2147483791" r:id="rId22"/>
    <p:sldLayoutId id="2147483799" r:id="rId23"/>
    <p:sldLayoutId id="2147483775" r:id="rId24"/>
    <p:sldLayoutId id="2147483776" r:id="rId25"/>
    <p:sldLayoutId id="2147483777" r:id="rId26"/>
    <p:sldLayoutId id="2147483778" r:id="rId27"/>
    <p:sldLayoutId id="2147483779" r:id="rId28"/>
    <p:sldLayoutId id="2147483780" r:id="rId29"/>
    <p:sldLayoutId id="2147483781" r:id="rId30"/>
    <p:sldLayoutId id="2147483782" r:id="rId31"/>
    <p:sldLayoutId id="2147483783" r:id="rId32"/>
    <p:sldLayoutId id="2147483784" r:id="rId33"/>
    <p:sldLayoutId id="2147483785" r:id="rId34"/>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9.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69.xml"/><Relationship Id="rId5" Type="http://schemas.openxmlformats.org/officeDocument/2006/relationships/image" Target="../media/image3.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0.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1.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71.xml"/><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4.xml"/></Relationships>
</file>

<file path=ppt/slides/_rels/slide13.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74.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8.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3">
            <a:lumMod val="50000"/>
          </a:schemeClr>
        </a:solidFill>
        <a:effectLst/>
      </p:bgPr>
    </p:bg>
    <p:spTree>
      <p:nvGrpSpPr>
        <p:cNvPr id="1" name="">
          <a:extLst>
            <a:ext uri="{FF2B5EF4-FFF2-40B4-BE49-F238E27FC236}">
              <a16:creationId xmlns:a16="http://schemas.microsoft.com/office/drawing/2014/main" id="{861EBF1C-F92D-5BCC-4690-CC5A98A4B239}"/>
            </a:ext>
          </a:extLst>
        </p:cNvPr>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11C798D9-DF17-027E-0FF6-5422AEE29E94}"/>
              </a:ext>
            </a:extLst>
          </p:cNvPr>
          <p:cNvSpPr txBox="1"/>
          <p:nvPr/>
        </p:nvSpPr>
        <p:spPr>
          <a:xfrm>
            <a:off x="1122317" y="2407752"/>
            <a:ext cx="9947366" cy="1400171"/>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lnSpc>
                <a:spcPts val="4840"/>
              </a:lnSpc>
              <a:defRPr/>
            </a:pPr>
            <a:r>
              <a:rPr lang="ja-JP" altLang="en-US" sz="3400" b="1" spc="50">
                <a:solidFill>
                  <a:schemeClr val="bg1">
                    <a:lumMod val="95000"/>
                  </a:schemeClr>
                </a:solidFill>
                <a:latin typeface="源ノ角ゴシック JP" panose="020B0500000000000000" pitchFamily="34" charset="-128"/>
                <a:ea typeface="源ノ角ゴシック JP" panose="020B0500000000000000" pitchFamily="34" charset="-128"/>
              </a:rPr>
              <a:t>健康ニーズに対する</a:t>
            </a:r>
            <a:endParaRPr lang="en-US" altLang="ja-JP" sz="3400" b="1" spc="50" dirty="0">
              <a:solidFill>
                <a:schemeClr val="bg1">
                  <a:lumMod val="95000"/>
                </a:schemeClr>
              </a:solidFill>
              <a:latin typeface="源ノ角ゴシック JP" panose="020B0500000000000000" pitchFamily="34" charset="-128"/>
              <a:ea typeface="源ノ角ゴシック JP" panose="020B0500000000000000" pitchFamily="34" charset="-128"/>
            </a:endParaRPr>
          </a:p>
          <a:p>
            <a:pPr indent="66714" defTabSz="438410" hangingPunct="0">
              <a:lnSpc>
                <a:spcPts val="4840"/>
              </a:lnSpc>
              <a:defRPr/>
            </a:pPr>
            <a:r>
              <a:rPr lang="ja-JP" altLang="en-US" sz="3400" b="1" spc="50">
                <a:solidFill>
                  <a:schemeClr val="bg1">
                    <a:lumMod val="95000"/>
                  </a:schemeClr>
                </a:solidFill>
                <a:latin typeface="源ノ角ゴシック JP" panose="020B0500000000000000" pitchFamily="34" charset="-128"/>
                <a:ea typeface="源ノ角ゴシック JP" panose="020B0500000000000000" pitchFamily="34" charset="-128"/>
              </a:rPr>
              <a:t>セブンイレブンのマーケティング戦略を改善する</a:t>
            </a:r>
            <a:endParaRPr lang="en-US" altLang="ja-JP" sz="3400" b="1" spc="50" dirty="0">
              <a:solidFill>
                <a:schemeClr val="bg1">
                  <a:lumMod val="95000"/>
                </a:schemeClr>
              </a:solidFill>
              <a:latin typeface="源ノ角ゴシック JP" panose="020B0500000000000000" pitchFamily="34" charset="-128"/>
              <a:ea typeface="源ノ角ゴシック JP" panose="020B0500000000000000" pitchFamily="34" charset="-128"/>
            </a:endParaRPr>
          </a:p>
        </p:txBody>
      </p:sp>
      <p:grpSp>
        <p:nvGrpSpPr>
          <p:cNvPr id="18" name="グループ化 17">
            <a:extLst>
              <a:ext uri="{FF2B5EF4-FFF2-40B4-BE49-F238E27FC236}">
                <a16:creationId xmlns:a16="http://schemas.microsoft.com/office/drawing/2014/main" id="{0A0D7D65-084C-7205-C809-BA10661495C7}"/>
              </a:ext>
            </a:extLst>
          </p:cNvPr>
          <p:cNvGrpSpPr/>
          <p:nvPr/>
        </p:nvGrpSpPr>
        <p:grpSpPr>
          <a:xfrm>
            <a:off x="7413709" y="4095498"/>
            <a:ext cx="3655974" cy="2164502"/>
            <a:chOff x="1079682" y="3929243"/>
            <a:chExt cx="3655974" cy="2164502"/>
          </a:xfrm>
        </p:grpSpPr>
        <p:sp>
          <p:nvSpPr>
            <p:cNvPr id="10" name="テキスト ボックス 9">
              <a:extLst>
                <a:ext uri="{FF2B5EF4-FFF2-40B4-BE49-F238E27FC236}">
                  <a16:creationId xmlns:a16="http://schemas.microsoft.com/office/drawing/2014/main" id="{0CEBB88C-2F36-D45F-584E-71390D26D01C}"/>
                </a:ext>
              </a:extLst>
            </p:cNvPr>
            <p:cNvSpPr txBox="1"/>
            <p:nvPr/>
          </p:nvSpPr>
          <p:spPr>
            <a:xfrm>
              <a:off x="1126344" y="3929243"/>
              <a:ext cx="2384396" cy="348813"/>
            </a:xfrm>
            <a:prstGeom prst="rect">
              <a:avLst/>
            </a:prstGeom>
            <a:noFill/>
          </p:spPr>
          <p:txBody>
            <a:bodyPr wrap="square">
              <a:spAutoFit/>
            </a:bodyPr>
            <a:lstStyle/>
            <a:p>
              <a:pPr>
                <a:lnSpc>
                  <a:spcPts val="2020"/>
                </a:lnSpc>
                <a:defRPr/>
              </a:pPr>
              <a:r>
                <a:rPr kumimoji="1" lang="en-US" altLang="ja-JP" sz="1700" b="1" dirty="0">
                  <a:solidFill>
                    <a:schemeClr val="bg1">
                      <a:lumMod val="95000"/>
                    </a:schemeClr>
                  </a:solidFill>
                  <a:latin typeface="源ノ角ゴシック JP" panose="020B0500000000000000" pitchFamily="34" charset="-128"/>
                  <a:ea typeface="源ノ角ゴシック JP" panose="020B0500000000000000" pitchFamily="34" charset="-128"/>
                </a:rPr>
                <a:t>CEO</a:t>
              </a:r>
              <a:r>
                <a:rPr kumimoji="1" lang="ja-JP" altLang="en-US" sz="1700" b="1">
                  <a:solidFill>
                    <a:schemeClr val="bg1">
                      <a:lumMod val="95000"/>
                    </a:schemeClr>
                  </a:solidFill>
                  <a:latin typeface="源ノ角ゴシック JP" panose="020B0500000000000000" pitchFamily="34" charset="-128"/>
                  <a:ea typeface="源ノ角ゴシック JP" panose="020B0500000000000000" pitchFamily="34" charset="-128"/>
                </a:rPr>
                <a:t>プログラム参加生</a:t>
              </a:r>
              <a:endParaRPr kumimoji="1" lang="en-US" altLang="ja-JP" sz="1700" b="1" dirty="0">
                <a:solidFill>
                  <a:schemeClr val="bg1">
                    <a:lumMod val="95000"/>
                  </a:schemeClr>
                </a:solidFill>
                <a:latin typeface="源ノ角ゴシック JP" panose="020B0500000000000000" pitchFamily="34" charset="-128"/>
                <a:ea typeface="源ノ角ゴシック JP" panose="020B0500000000000000" pitchFamily="34" charset="-128"/>
              </a:endParaRPr>
            </a:p>
          </p:txBody>
        </p:sp>
        <p:grpSp>
          <p:nvGrpSpPr>
            <p:cNvPr id="17" name="グループ化 16">
              <a:extLst>
                <a:ext uri="{FF2B5EF4-FFF2-40B4-BE49-F238E27FC236}">
                  <a16:creationId xmlns:a16="http://schemas.microsoft.com/office/drawing/2014/main" id="{A93BF832-6B59-5D09-ED82-EC99083A067D}"/>
                </a:ext>
              </a:extLst>
            </p:cNvPr>
            <p:cNvGrpSpPr/>
            <p:nvPr/>
          </p:nvGrpSpPr>
          <p:grpSpPr>
            <a:xfrm>
              <a:off x="1079682" y="4381442"/>
              <a:ext cx="3655974" cy="1712303"/>
              <a:chOff x="1079682" y="4381442"/>
              <a:chExt cx="3655974" cy="1712303"/>
            </a:xfrm>
          </p:grpSpPr>
          <p:grpSp>
            <p:nvGrpSpPr>
              <p:cNvPr id="11" name="グループ化 10">
                <a:extLst>
                  <a:ext uri="{FF2B5EF4-FFF2-40B4-BE49-F238E27FC236}">
                    <a16:creationId xmlns:a16="http://schemas.microsoft.com/office/drawing/2014/main" id="{56A644C0-F898-6EA1-66CF-30C72BE8E9F0}"/>
                  </a:ext>
                </a:extLst>
              </p:cNvPr>
              <p:cNvGrpSpPr/>
              <p:nvPr/>
            </p:nvGrpSpPr>
            <p:grpSpPr>
              <a:xfrm>
                <a:off x="1079682" y="4950278"/>
                <a:ext cx="3489718" cy="1143467"/>
                <a:chOff x="4147736" y="4040012"/>
                <a:chExt cx="3489718" cy="1143467"/>
              </a:xfrm>
            </p:grpSpPr>
            <p:sp>
              <p:nvSpPr>
                <p:cNvPr id="14" name="テキスト ボックス 13">
                  <a:extLst>
                    <a:ext uri="{FF2B5EF4-FFF2-40B4-BE49-F238E27FC236}">
                      <a16:creationId xmlns:a16="http://schemas.microsoft.com/office/drawing/2014/main" id="{4B98ED3D-0F5F-62D7-7517-88FD75CBF55A}"/>
                    </a:ext>
                  </a:extLst>
                </p:cNvPr>
                <p:cNvSpPr txBox="1"/>
                <p:nvPr/>
              </p:nvSpPr>
              <p:spPr>
                <a:xfrm>
                  <a:off x="4147736" y="4040012"/>
                  <a:ext cx="3043640" cy="507619"/>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defRPr/>
                  </a:pPr>
                  <a:r>
                    <a:rPr kumimoji="1" lang="ja-JP" altLang="en-US" sz="2200" b="1">
                      <a:solidFill>
                        <a:srgbClr val="FFC000"/>
                      </a:solidFill>
                      <a:latin typeface="源ノ角ゴシック JP" panose="020B0500000000000000" pitchFamily="34" charset="-128"/>
                      <a:ea typeface="源ノ角ゴシック JP" panose="020B0500000000000000" pitchFamily="34" charset="-128"/>
                    </a:rPr>
                    <a:t>関</a:t>
                  </a:r>
                  <a:r>
                    <a:rPr kumimoji="1" lang="en-US" altLang="ja-JP" sz="2200" b="1" dirty="0">
                      <a:solidFill>
                        <a:srgbClr val="FFC000"/>
                      </a:solidFill>
                      <a:latin typeface="源ノ角ゴシック JP" panose="020B0500000000000000" pitchFamily="34" charset="-128"/>
                      <a:ea typeface="源ノ角ゴシック JP" panose="020B0500000000000000" pitchFamily="34" charset="-128"/>
                    </a:rPr>
                    <a:t> </a:t>
                  </a:r>
                  <a:r>
                    <a:rPr kumimoji="1" lang="ja-JP" altLang="en-US" sz="2200" b="1">
                      <a:solidFill>
                        <a:srgbClr val="FFC000"/>
                      </a:solidFill>
                      <a:latin typeface="源ノ角ゴシック JP" panose="020B0500000000000000" pitchFamily="34" charset="-128"/>
                      <a:ea typeface="源ノ角ゴシック JP" panose="020B0500000000000000" pitchFamily="34" charset="-128"/>
                    </a:rPr>
                    <a:t>碧生</a:t>
                  </a:r>
                  <a:endParaRPr kumimoji="1" lang="en-US" altLang="ja-JP" sz="2200" b="1" baseline="30000" dirty="0">
                    <a:solidFill>
                      <a:srgbClr val="FFC000"/>
                    </a:solidFill>
                    <a:latin typeface="源ノ角ゴシック JP" panose="020B0500000000000000" pitchFamily="34" charset="-128"/>
                    <a:ea typeface="源ノ角ゴシック JP" panose="020B0500000000000000" pitchFamily="34" charset="-128"/>
                  </a:endParaRPr>
                </a:p>
              </p:txBody>
            </p:sp>
            <p:sp>
              <p:nvSpPr>
                <p:cNvPr id="13" name="字幕 2">
                  <a:extLst>
                    <a:ext uri="{FF2B5EF4-FFF2-40B4-BE49-F238E27FC236}">
                      <a16:creationId xmlns:a16="http://schemas.microsoft.com/office/drawing/2014/main" id="{BF556E2D-A672-42CF-EE30-EC2777C0E9D1}"/>
                    </a:ext>
                  </a:extLst>
                </p:cNvPr>
                <p:cNvSpPr txBox="1">
                  <a:spLocks/>
                </p:cNvSpPr>
                <p:nvPr/>
              </p:nvSpPr>
              <p:spPr>
                <a:xfrm>
                  <a:off x="4208253" y="4614643"/>
                  <a:ext cx="3429201" cy="568836"/>
                </a:xfrm>
                <a:prstGeom prst="rect">
                  <a:avLst/>
                </a:prstGeom>
              </p:spPr>
              <p:txBody>
                <a:bodyPr vert="horz" lIns="91440" tIns="45720" rIns="91440" bIns="45720" rtlCol="0">
                  <a:noAutofit/>
                </a:bodyPr>
                <a:lstStyle>
                  <a:lvl1pPr marL="0" indent="0" algn="ctr" defTabSz="685800" rtl="0" eaLnBrk="1" latinLnBrk="0" hangingPunct="1">
                    <a:lnSpc>
                      <a:spcPct val="90000"/>
                    </a:lnSpc>
                    <a:spcBef>
                      <a:spcPts val="750"/>
                    </a:spcBef>
                    <a:buFont typeface="Arial" panose="020B0604020202020204" pitchFamily="34" charset="0"/>
                    <a:buNone/>
                    <a:defRPr kumimoji="1" sz="1800" kern="1200">
                      <a:solidFill>
                        <a:schemeClr val="tx1"/>
                      </a:solidFill>
                      <a:latin typeface="+mn-lt"/>
                      <a:ea typeface="+mn-ea"/>
                      <a:cs typeface="+mn-cs"/>
                    </a:defRPr>
                  </a:lvl1pPr>
                  <a:lvl2pPr marL="342900" indent="0" algn="ctr" defTabSz="685800" rtl="0" eaLnBrk="1" latinLnBrk="0" hangingPunct="1">
                    <a:lnSpc>
                      <a:spcPct val="90000"/>
                    </a:lnSpc>
                    <a:spcBef>
                      <a:spcPts val="375"/>
                    </a:spcBef>
                    <a:buFont typeface="Arial" panose="020B0604020202020204" pitchFamily="34" charset="0"/>
                    <a:buNone/>
                    <a:defRPr kumimoji="1" sz="1500" kern="1200">
                      <a:solidFill>
                        <a:schemeClr val="tx1"/>
                      </a:solidFill>
                      <a:latin typeface="+mn-lt"/>
                      <a:ea typeface="+mn-ea"/>
                      <a:cs typeface="+mn-cs"/>
                    </a:defRPr>
                  </a:lvl2pPr>
                  <a:lvl3pPr marL="685800" indent="0" algn="ctr" defTabSz="685800" rtl="0" eaLnBrk="1" latinLnBrk="0" hangingPunct="1">
                    <a:lnSpc>
                      <a:spcPct val="90000"/>
                    </a:lnSpc>
                    <a:spcBef>
                      <a:spcPts val="375"/>
                    </a:spcBef>
                    <a:buFont typeface="Arial" panose="020B0604020202020204" pitchFamily="34" charset="0"/>
                    <a:buNone/>
                    <a:defRPr kumimoji="1" sz="1350" kern="1200">
                      <a:solidFill>
                        <a:schemeClr val="tx1"/>
                      </a:solidFill>
                      <a:latin typeface="+mn-lt"/>
                      <a:ea typeface="+mn-ea"/>
                      <a:cs typeface="+mn-cs"/>
                    </a:defRPr>
                  </a:lvl3pPr>
                  <a:lvl4pPr marL="1028700" indent="0" algn="ctr" defTabSz="685800" rtl="0" eaLnBrk="1" latinLnBrk="0" hangingPunct="1">
                    <a:lnSpc>
                      <a:spcPct val="90000"/>
                    </a:lnSpc>
                    <a:spcBef>
                      <a:spcPts val="375"/>
                    </a:spcBef>
                    <a:buFont typeface="Arial" panose="020B0604020202020204" pitchFamily="34" charset="0"/>
                    <a:buNone/>
                    <a:defRPr kumimoji="1" sz="1200" kern="1200">
                      <a:solidFill>
                        <a:schemeClr val="tx1"/>
                      </a:solidFill>
                      <a:latin typeface="+mn-lt"/>
                      <a:ea typeface="+mn-ea"/>
                      <a:cs typeface="+mn-cs"/>
                    </a:defRPr>
                  </a:lvl4pPr>
                  <a:lvl5pPr marL="1371600" indent="0" algn="ctr" defTabSz="685800" rtl="0" eaLnBrk="1" latinLnBrk="0" hangingPunct="1">
                    <a:lnSpc>
                      <a:spcPct val="90000"/>
                    </a:lnSpc>
                    <a:spcBef>
                      <a:spcPts val="375"/>
                    </a:spcBef>
                    <a:buFont typeface="Arial" panose="020B0604020202020204" pitchFamily="34" charset="0"/>
                    <a:buNone/>
                    <a:defRPr kumimoji="1" sz="1200" kern="1200">
                      <a:solidFill>
                        <a:schemeClr val="tx1"/>
                      </a:solidFill>
                      <a:latin typeface="+mn-lt"/>
                      <a:ea typeface="+mn-ea"/>
                      <a:cs typeface="+mn-cs"/>
                    </a:defRPr>
                  </a:lvl5pPr>
                  <a:lvl6pPr marL="1714500" indent="0" algn="ctr" defTabSz="685800" rtl="0" eaLnBrk="1" latinLnBrk="0" hangingPunct="1">
                    <a:lnSpc>
                      <a:spcPct val="90000"/>
                    </a:lnSpc>
                    <a:spcBef>
                      <a:spcPts val="375"/>
                    </a:spcBef>
                    <a:buFont typeface="Arial" panose="020B0604020202020204" pitchFamily="34" charset="0"/>
                    <a:buNone/>
                    <a:defRPr kumimoji="1" sz="1200" kern="1200">
                      <a:solidFill>
                        <a:schemeClr val="tx1"/>
                      </a:solidFill>
                      <a:latin typeface="+mn-lt"/>
                      <a:ea typeface="+mn-ea"/>
                      <a:cs typeface="+mn-cs"/>
                    </a:defRPr>
                  </a:lvl6pPr>
                  <a:lvl7pPr marL="2057400" indent="0" algn="ctr" defTabSz="685800" rtl="0" eaLnBrk="1" latinLnBrk="0" hangingPunct="1">
                    <a:lnSpc>
                      <a:spcPct val="90000"/>
                    </a:lnSpc>
                    <a:spcBef>
                      <a:spcPts val="375"/>
                    </a:spcBef>
                    <a:buFont typeface="Arial" panose="020B0604020202020204" pitchFamily="34" charset="0"/>
                    <a:buNone/>
                    <a:defRPr kumimoji="1" sz="1200" kern="1200">
                      <a:solidFill>
                        <a:schemeClr val="tx1"/>
                      </a:solidFill>
                      <a:latin typeface="+mn-lt"/>
                      <a:ea typeface="+mn-ea"/>
                      <a:cs typeface="+mn-cs"/>
                    </a:defRPr>
                  </a:lvl7pPr>
                  <a:lvl8pPr marL="2400300" indent="0" algn="ctr" defTabSz="685800" rtl="0" eaLnBrk="1" latinLnBrk="0" hangingPunct="1">
                    <a:lnSpc>
                      <a:spcPct val="90000"/>
                    </a:lnSpc>
                    <a:spcBef>
                      <a:spcPts val="375"/>
                    </a:spcBef>
                    <a:buFont typeface="Arial" panose="020B0604020202020204" pitchFamily="34" charset="0"/>
                    <a:buNone/>
                    <a:defRPr kumimoji="1" sz="1200" kern="1200">
                      <a:solidFill>
                        <a:schemeClr val="tx1"/>
                      </a:solidFill>
                      <a:latin typeface="+mn-lt"/>
                      <a:ea typeface="+mn-ea"/>
                      <a:cs typeface="+mn-cs"/>
                    </a:defRPr>
                  </a:lvl8pPr>
                  <a:lvl9pPr marL="2743200" indent="0" algn="ctr" defTabSz="685800" rtl="0" eaLnBrk="1" latinLnBrk="0" hangingPunct="1">
                    <a:lnSpc>
                      <a:spcPct val="90000"/>
                    </a:lnSpc>
                    <a:spcBef>
                      <a:spcPts val="375"/>
                    </a:spcBef>
                    <a:buFont typeface="Arial" panose="020B0604020202020204" pitchFamily="34" charset="0"/>
                    <a:buNone/>
                    <a:defRPr kumimoji="1" sz="1200" kern="1200">
                      <a:solidFill>
                        <a:schemeClr val="tx1"/>
                      </a:solidFill>
                      <a:latin typeface="+mn-lt"/>
                      <a:ea typeface="+mn-ea"/>
                      <a:cs typeface="+mn-cs"/>
                    </a:defRPr>
                  </a:lvl9pPr>
                </a:lstStyle>
                <a:p>
                  <a:pPr algn="l">
                    <a:lnSpc>
                      <a:spcPts val="1400"/>
                    </a:lnSpc>
                    <a:defRPr/>
                  </a:pPr>
                  <a:r>
                    <a:rPr lang="ja-JP" altLang="en-US" sz="1600" spc="50">
                      <a:solidFill>
                        <a:prstClr val="white">
                          <a:lumMod val="95000"/>
                        </a:prstClr>
                      </a:solidFill>
                      <a:latin typeface="源ノ角ゴシック JP" panose="020B0500000000000000" pitchFamily="34" charset="-128"/>
                      <a:ea typeface="源ノ角ゴシック JP" panose="020B0500000000000000" pitchFamily="34" charset="-128"/>
                    </a:rPr>
                    <a:t>最終報告</a:t>
                  </a:r>
                  <a:endParaRPr lang="en-US" altLang="ja-JP" sz="1600" spc="50" dirty="0">
                    <a:solidFill>
                      <a:prstClr val="white">
                        <a:lumMod val="95000"/>
                      </a:prstClr>
                    </a:solidFill>
                    <a:latin typeface="源ノ角ゴシック JP" panose="020B0500000000000000" pitchFamily="34" charset="-128"/>
                    <a:ea typeface="源ノ角ゴシック JP" panose="020B0500000000000000" pitchFamily="34" charset="-128"/>
                  </a:endParaRPr>
                </a:p>
                <a:p>
                  <a:pPr algn="l">
                    <a:lnSpc>
                      <a:spcPts val="1400"/>
                    </a:lnSpc>
                    <a:defRPr/>
                  </a:pPr>
                  <a:r>
                    <a:rPr lang="en-US" altLang="ja-JP" sz="1600" spc="50" dirty="0">
                      <a:solidFill>
                        <a:prstClr val="white">
                          <a:lumMod val="95000"/>
                        </a:prstClr>
                      </a:solidFill>
                      <a:latin typeface="源ノ角ゴシック JP" panose="020B0500000000000000" pitchFamily="34" charset="-128"/>
                      <a:ea typeface="源ノ角ゴシック JP" panose="020B0500000000000000" pitchFamily="34" charset="-128"/>
                    </a:rPr>
                    <a:t>2026. 9.28</a:t>
                  </a:r>
                </a:p>
              </p:txBody>
            </p:sp>
          </p:grpSp>
          <p:sp>
            <p:nvSpPr>
              <p:cNvPr id="16" name="字幕 2">
                <a:extLst>
                  <a:ext uri="{FF2B5EF4-FFF2-40B4-BE49-F238E27FC236}">
                    <a16:creationId xmlns:a16="http://schemas.microsoft.com/office/drawing/2014/main" id="{AD1ED0A6-6E62-65DA-A558-64BC31F1E689}"/>
                  </a:ext>
                </a:extLst>
              </p:cNvPr>
              <p:cNvSpPr txBox="1">
                <a:spLocks/>
              </p:cNvSpPr>
              <p:nvPr/>
            </p:nvSpPr>
            <p:spPr>
              <a:xfrm>
                <a:off x="1140199" y="4381442"/>
                <a:ext cx="3595457" cy="568836"/>
              </a:xfrm>
              <a:prstGeom prst="rect">
                <a:avLst/>
              </a:prstGeom>
            </p:spPr>
            <p:txBody>
              <a:bodyPr vert="horz" lIns="91440" tIns="45720" rIns="91440" bIns="45720" rtlCol="0">
                <a:noAutofit/>
              </a:bodyPr>
              <a:lstStyle>
                <a:lvl1pPr marL="0" indent="0" algn="ctr" defTabSz="685800" rtl="0" eaLnBrk="1" latinLnBrk="0" hangingPunct="1">
                  <a:lnSpc>
                    <a:spcPct val="90000"/>
                  </a:lnSpc>
                  <a:spcBef>
                    <a:spcPts val="750"/>
                  </a:spcBef>
                  <a:buFont typeface="Arial" panose="020B0604020202020204" pitchFamily="34" charset="0"/>
                  <a:buNone/>
                  <a:defRPr kumimoji="1" sz="1800" kern="1200">
                    <a:solidFill>
                      <a:schemeClr val="tx1"/>
                    </a:solidFill>
                    <a:latin typeface="+mn-lt"/>
                    <a:ea typeface="+mn-ea"/>
                    <a:cs typeface="+mn-cs"/>
                  </a:defRPr>
                </a:lvl1pPr>
                <a:lvl2pPr marL="342900" indent="0" algn="ctr" defTabSz="685800" rtl="0" eaLnBrk="1" latinLnBrk="0" hangingPunct="1">
                  <a:lnSpc>
                    <a:spcPct val="90000"/>
                  </a:lnSpc>
                  <a:spcBef>
                    <a:spcPts val="375"/>
                  </a:spcBef>
                  <a:buFont typeface="Arial" panose="020B0604020202020204" pitchFamily="34" charset="0"/>
                  <a:buNone/>
                  <a:defRPr kumimoji="1" sz="1500" kern="1200">
                    <a:solidFill>
                      <a:schemeClr val="tx1"/>
                    </a:solidFill>
                    <a:latin typeface="+mn-lt"/>
                    <a:ea typeface="+mn-ea"/>
                    <a:cs typeface="+mn-cs"/>
                  </a:defRPr>
                </a:lvl2pPr>
                <a:lvl3pPr marL="685800" indent="0" algn="ctr" defTabSz="685800" rtl="0" eaLnBrk="1" latinLnBrk="0" hangingPunct="1">
                  <a:lnSpc>
                    <a:spcPct val="90000"/>
                  </a:lnSpc>
                  <a:spcBef>
                    <a:spcPts val="375"/>
                  </a:spcBef>
                  <a:buFont typeface="Arial" panose="020B0604020202020204" pitchFamily="34" charset="0"/>
                  <a:buNone/>
                  <a:defRPr kumimoji="1" sz="1350" kern="1200">
                    <a:solidFill>
                      <a:schemeClr val="tx1"/>
                    </a:solidFill>
                    <a:latin typeface="+mn-lt"/>
                    <a:ea typeface="+mn-ea"/>
                    <a:cs typeface="+mn-cs"/>
                  </a:defRPr>
                </a:lvl3pPr>
                <a:lvl4pPr marL="1028700" indent="0" algn="ctr" defTabSz="685800" rtl="0" eaLnBrk="1" latinLnBrk="0" hangingPunct="1">
                  <a:lnSpc>
                    <a:spcPct val="90000"/>
                  </a:lnSpc>
                  <a:spcBef>
                    <a:spcPts val="375"/>
                  </a:spcBef>
                  <a:buFont typeface="Arial" panose="020B0604020202020204" pitchFamily="34" charset="0"/>
                  <a:buNone/>
                  <a:defRPr kumimoji="1" sz="1200" kern="1200">
                    <a:solidFill>
                      <a:schemeClr val="tx1"/>
                    </a:solidFill>
                    <a:latin typeface="+mn-lt"/>
                    <a:ea typeface="+mn-ea"/>
                    <a:cs typeface="+mn-cs"/>
                  </a:defRPr>
                </a:lvl4pPr>
                <a:lvl5pPr marL="1371600" indent="0" algn="ctr" defTabSz="685800" rtl="0" eaLnBrk="1" latinLnBrk="0" hangingPunct="1">
                  <a:lnSpc>
                    <a:spcPct val="90000"/>
                  </a:lnSpc>
                  <a:spcBef>
                    <a:spcPts val="375"/>
                  </a:spcBef>
                  <a:buFont typeface="Arial" panose="020B0604020202020204" pitchFamily="34" charset="0"/>
                  <a:buNone/>
                  <a:defRPr kumimoji="1" sz="1200" kern="1200">
                    <a:solidFill>
                      <a:schemeClr val="tx1"/>
                    </a:solidFill>
                    <a:latin typeface="+mn-lt"/>
                    <a:ea typeface="+mn-ea"/>
                    <a:cs typeface="+mn-cs"/>
                  </a:defRPr>
                </a:lvl5pPr>
                <a:lvl6pPr marL="1714500" indent="0" algn="ctr" defTabSz="685800" rtl="0" eaLnBrk="1" latinLnBrk="0" hangingPunct="1">
                  <a:lnSpc>
                    <a:spcPct val="90000"/>
                  </a:lnSpc>
                  <a:spcBef>
                    <a:spcPts val="375"/>
                  </a:spcBef>
                  <a:buFont typeface="Arial" panose="020B0604020202020204" pitchFamily="34" charset="0"/>
                  <a:buNone/>
                  <a:defRPr kumimoji="1" sz="1200" kern="1200">
                    <a:solidFill>
                      <a:schemeClr val="tx1"/>
                    </a:solidFill>
                    <a:latin typeface="+mn-lt"/>
                    <a:ea typeface="+mn-ea"/>
                    <a:cs typeface="+mn-cs"/>
                  </a:defRPr>
                </a:lvl6pPr>
                <a:lvl7pPr marL="2057400" indent="0" algn="ctr" defTabSz="685800" rtl="0" eaLnBrk="1" latinLnBrk="0" hangingPunct="1">
                  <a:lnSpc>
                    <a:spcPct val="90000"/>
                  </a:lnSpc>
                  <a:spcBef>
                    <a:spcPts val="375"/>
                  </a:spcBef>
                  <a:buFont typeface="Arial" panose="020B0604020202020204" pitchFamily="34" charset="0"/>
                  <a:buNone/>
                  <a:defRPr kumimoji="1" sz="1200" kern="1200">
                    <a:solidFill>
                      <a:schemeClr val="tx1"/>
                    </a:solidFill>
                    <a:latin typeface="+mn-lt"/>
                    <a:ea typeface="+mn-ea"/>
                    <a:cs typeface="+mn-cs"/>
                  </a:defRPr>
                </a:lvl7pPr>
                <a:lvl8pPr marL="2400300" indent="0" algn="ctr" defTabSz="685800" rtl="0" eaLnBrk="1" latinLnBrk="0" hangingPunct="1">
                  <a:lnSpc>
                    <a:spcPct val="90000"/>
                  </a:lnSpc>
                  <a:spcBef>
                    <a:spcPts val="375"/>
                  </a:spcBef>
                  <a:buFont typeface="Arial" panose="020B0604020202020204" pitchFamily="34" charset="0"/>
                  <a:buNone/>
                  <a:defRPr kumimoji="1" sz="1200" kern="1200">
                    <a:solidFill>
                      <a:schemeClr val="tx1"/>
                    </a:solidFill>
                    <a:latin typeface="+mn-lt"/>
                    <a:ea typeface="+mn-ea"/>
                    <a:cs typeface="+mn-cs"/>
                  </a:defRPr>
                </a:lvl8pPr>
                <a:lvl9pPr marL="2743200" indent="0" algn="ctr" defTabSz="685800" rtl="0" eaLnBrk="1" latinLnBrk="0" hangingPunct="1">
                  <a:lnSpc>
                    <a:spcPct val="90000"/>
                  </a:lnSpc>
                  <a:spcBef>
                    <a:spcPts val="375"/>
                  </a:spcBef>
                  <a:buFont typeface="Arial" panose="020B0604020202020204" pitchFamily="34" charset="0"/>
                  <a:buNone/>
                  <a:defRPr kumimoji="1" sz="1200" kern="1200">
                    <a:solidFill>
                      <a:schemeClr val="tx1"/>
                    </a:solidFill>
                    <a:latin typeface="+mn-lt"/>
                    <a:ea typeface="+mn-ea"/>
                    <a:cs typeface="+mn-cs"/>
                  </a:defRPr>
                </a:lvl9pPr>
              </a:lstStyle>
              <a:p>
                <a:pPr algn="l">
                  <a:lnSpc>
                    <a:spcPts val="1400"/>
                  </a:lnSpc>
                  <a:defRPr/>
                </a:pPr>
                <a:r>
                  <a:rPr lang="ja-JP" altLang="en-US" sz="1600" spc="50">
                    <a:solidFill>
                      <a:prstClr val="white">
                        <a:lumMod val="95000"/>
                      </a:prstClr>
                    </a:solidFill>
                    <a:latin typeface="源ノ角ゴシック JP" panose="020B0500000000000000" pitchFamily="34" charset="-128"/>
                    <a:ea typeface="源ノ角ゴシック JP" panose="020B0500000000000000" pitchFamily="34" charset="-128"/>
                  </a:rPr>
                  <a:t>慶應義塾大学大学院</a:t>
                </a:r>
                <a:endParaRPr lang="en-US" altLang="ja-JP" sz="1600" spc="50" dirty="0">
                  <a:solidFill>
                    <a:prstClr val="white">
                      <a:lumMod val="95000"/>
                    </a:prstClr>
                  </a:solidFill>
                  <a:latin typeface="源ノ角ゴシック JP" panose="020B0500000000000000" pitchFamily="34" charset="-128"/>
                  <a:ea typeface="源ノ角ゴシック JP" panose="020B0500000000000000" pitchFamily="34" charset="-128"/>
                </a:endParaRPr>
              </a:p>
              <a:p>
                <a:pPr algn="l">
                  <a:lnSpc>
                    <a:spcPts val="1400"/>
                  </a:lnSpc>
                  <a:defRPr/>
                </a:pPr>
                <a:r>
                  <a:rPr lang="ja-JP" altLang="en-US" sz="1600" spc="50">
                    <a:solidFill>
                      <a:prstClr val="white">
                        <a:lumMod val="95000"/>
                      </a:prstClr>
                    </a:solidFill>
                    <a:latin typeface="源ノ角ゴシック JP" panose="020B0500000000000000" pitchFamily="34" charset="-128"/>
                    <a:ea typeface="源ノ角ゴシック JP" panose="020B0500000000000000" pitchFamily="34" charset="-128"/>
                  </a:rPr>
                  <a:t>政策・メディア研究科</a:t>
                </a:r>
                <a:r>
                  <a:rPr lang="en-US" altLang="ja-JP" sz="1600" spc="50" dirty="0">
                    <a:solidFill>
                      <a:prstClr val="white">
                        <a:lumMod val="95000"/>
                      </a:prstClr>
                    </a:solidFill>
                    <a:latin typeface="源ノ角ゴシック JP" panose="020B0500000000000000" pitchFamily="34" charset="-128"/>
                    <a:ea typeface="源ノ角ゴシック JP" panose="020B0500000000000000" pitchFamily="34" charset="-128"/>
                  </a:rPr>
                  <a:t> </a:t>
                </a:r>
                <a:r>
                  <a:rPr lang="ja-JP" altLang="en-US" sz="1600" spc="50">
                    <a:solidFill>
                      <a:prstClr val="white">
                        <a:lumMod val="95000"/>
                      </a:prstClr>
                    </a:solidFill>
                    <a:latin typeface="源ノ角ゴシック JP" panose="020B0500000000000000" pitchFamily="34" charset="-128"/>
                    <a:ea typeface="源ノ角ゴシック JP" panose="020B0500000000000000" pitchFamily="34" charset="-128"/>
                  </a:rPr>
                  <a:t>修士課程</a:t>
                </a:r>
                <a:r>
                  <a:rPr lang="en-US" altLang="ja-JP" sz="1600" spc="50" dirty="0">
                    <a:solidFill>
                      <a:prstClr val="white">
                        <a:lumMod val="95000"/>
                      </a:prstClr>
                    </a:solidFill>
                    <a:latin typeface="源ノ角ゴシック JP" panose="020B0500000000000000" pitchFamily="34" charset="-128"/>
                    <a:ea typeface="源ノ角ゴシック JP" panose="020B0500000000000000" pitchFamily="34" charset="-128"/>
                  </a:rPr>
                  <a:t>1</a:t>
                </a:r>
                <a:r>
                  <a:rPr lang="ja-JP" altLang="en-US" sz="1600" spc="50">
                    <a:solidFill>
                      <a:prstClr val="white">
                        <a:lumMod val="95000"/>
                      </a:prstClr>
                    </a:solidFill>
                    <a:latin typeface="源ノ角ゴシック JP" panose="020B0500000000000000" pitchFamily="34" charset="-128"/>
                    <a:ea typeface="源ノ角ゴシック JP" panose="020B0500000000000000" pitchFamily="34" charset="-128"/>
                  </a:rPr>
                  <a:t>年</a:t>
                </a:r>
                <a:endParaRPr lang="en-US" altLang="ja-JP" sz="1600" spc="50" dirty="0">
                  <a:solidFill>
                    <a:prstClr val="white">
                      <a:lumMod val="95000"/>
                    </a:prstClr>
                  </a:solidFill>
                  <a:latin typeface="源ノ角ゴシック JP" panose="020B0500000000000000" pitchFamily="34" charset="-128"/>
                  <a:ea typeface="源ノ角ゴシック JP" panose="020B0500000000000000" pitchFamily="34" charset="-128"/>
                </a:endParaRPr>
              </a:p>
            </p:txBody>
          </p:sp>
        </p:grpSp>
      </p:grpSp>
    </p:spTree>
    <p:extLst>
      <p:ext uri="{BB962C8B-B14F-4D97-AF65-F5344CB8AC3E}">
        <p14:creationId xmlns:p14="http://schemas.microsoft.com/office/powerpoint/2010/main" val="121585330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FFD6DC-B65D-6FA1-223C-950B33271B66}"/>
            </a:ext>
          </a:extLst>
        </p:cNvPr>
        <p:cNvGrpSpPr/>
        <p:nvPr/>
      </p:nvGrpSpPr>
      <p:grpSpPr>
        <a:xfrm>
          <a:off x="0" y="0"/>
          <a:ext cx="0" cy="0"/>
          <a:chOff x="0" y="0"/>
          <a:chExt cx="0" cy="0"/>
        </a:xfrm>
      </p:grpSpPr>
      <p:sp>
        <p:nvSpPr>
          <p:cNvPr id="19" name="テキスト ボックス 18">
            <a:extLst>
              <a:ext uri="{FF2B5EF4-FFF2-40B4-BE49-F238E27FC236}">
                <a16:creationId xmlns:a16="http://schemas.microsoft.com/office/drawing/2014/main" id="{BD47329D-7B1B-64A1-3806-FFB0112CB2C8}"/>
              </a:ext>
            </a:extLst>
          </p:cNvPr>
          <p:cNvSpPr txBox="1"/>
          <p:nvPr/>
        </p:nvSpPr>
        <p:spPr>
          <a:xfrm>
            <a:off x="770107" y="495090"/>
            <a:ext cx="2675079" cy="446064"/>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marL="0" marR="0" lvl="0" indent="66714" algn="l" defTabSz="438410" rtl="0" eaLnBrk="1" fontAlgn="auto" latinLnBrk="0" hangingPunct="0">
              <a:lnSpc>
                <a:spcPct val="100000"/>
              </a:lnSpc>
              <a:spcBef>
                <a:spcPts val="0"/>
              </a:spcBef>
              <a:spcAft>
                <a:spcPts val="0"/>
              </a:spcAft>
              <a:buClrTx/>
              <a:buSzTx/>
              <a:buFontTx/>
              <a:buNone/>
              <a:tabLst/>
              <a:defRPr/>
            </a:pPr>
            <a:r>
              <a:rPr kumimoji="0" lang="ja-JP" altLang="en-US" b="1" i="0" u="none" strike="noStrike" kern="1200" cap="none" spc="50" normalizeH="0" baseline="0" noProof="0">
                <a:ln>
                  <a:noFill/>
                </a:ln>
                <a:solidFill>
                  <a:schemeClr val="tx1">
                    <a:lumMod val="75000"/>
                    <a:lumOff val="25000"/>
                  </a:schemeClr>
                </a:solidFill>
                <a:effectLst/>
                <a:uLnTx/>
                <a:uFillTx/>
                <a:latin typeface="源ノ角ゴシック JP" panose="020B0500000000000000" pitchFamily="34" charset="-128"/>
                <a:ea typeface="源ノ角ゴシック JP" panose="020B0500000000000000" pitchFamily="34" charset="-128"/>
                <a:cs typeface="+mn-cs"/>
              </a:rPr>
              <a:t>本プロジェクトの目的</a:t>
            </a:r>
            <a:endParaRPr kumimoji="0" lang="en-US" altLang="ja-JP" b="1" i="0" u="none" strike="noStrike" kern="1200" cap="none" spc="50" normalizeH="0" baseline="0" noProof="0" dirty="0">
              <a:ln>
                <a:noFill/>
              </a:ln>
              <a:solidFill>
                <a:schemeClr val="tx1">
                  <a:lumMod val="75000"/>
                  <a:lumOff val="25000"/>
                </a:schemeClr>
              </a:solidFill>
              <a:effectLst/>
              <a:uLnTx/>
              <a:uFillTx/>
              <a:latin typeface="源ノ角ゴシック JP" panose="020B0500000000000000" pitchFamily="34" charset="-128"/>
              <a:ea typeface="源ノ角ゴシック JP" panose="020B0500000000000000" pitchFamily="34" charset="-128"/>
              <a:cs typeface="+mn-cs"/>
            </a:endParaRPr>
          </a:p>
        </p:txBody>
      </p:sp>
      <p:sp>
        <p:nvSpPr>
          <p:cNvPr id="20" name="テキスト ボックス 19">
            <a:extLst>
              <a:ext uri="{FF2B5EF4-FFF2-40B4-BE49-F238E27FC236}">
                <a16:creationId xmlns:a16="http://schemas.microsoft.com/office/drawing/2014/main" id="{A6650E5E-B7DE-AA1A-F570-00362944BCF7}"/>
              </a:ext>
            </a:extLst>
          </p:cNvPr>
          <p:cNvSpPr txBox="1"/>
          <p:nvPr/>
        </p:nvSpPr>
        <p:spPr>
          <a:xfrm>
            <a:off x="1191436" y="1016978"/>
            <a:ext cx="6212876" cy="699294"/>
          </a:xfrm>
          <a:prstGeom prst="rect">
            <a:avLst/>
          </a:prstGeom>
          <a:noFill/>
        </p:spPr>
        <p:txBody>
          <a:bodyPr wrap="square">
            <a:spAutoFit/>
          </a:bodyPr>
          <a:lstStyle/>
          <a:p>
            <a:pPr marL="0" marR="0" lvl="0" indent="0" algn="l" defTabSz="457200" rtl="0" eaLnBrk="1" fontAlgn="auto" latinLnBrk="0" hangingPunct="1">
              <a:lnSpc>
                <a:spcPts val="2380"/>
              </a:lnSpc>
              <a:spcBef>
                <a:spcPts val="0"/>
              </a:spcBef>
              <a:spcAft>
                <a:spcPts val="0"/>
              </a:spcAft>
              <a:buClrTx/>
              <a:buSzTx/>
              <a:buFontTx/>
              <a:buNone/>
              <a:tabLst/>
              <a:defRPr/>
            </a:pPr>
            <a:r>
              <a:rPr kumimoji="1" lang="ja-JP" altLang="en-US" sz="1500" i="0" u="none" strike="noStrike" kern="1200" cap="none" spc="0" normalizeH="0" baseline="0" noProof="0">
                <a:ln>
                  <a:noFill/>
                </a:ln>
                <a:solidFill>
                  <a:schemeClr val="tx1">
                    <a:lumMod val="75000"/>
                    <a:lumOff val="25000"/>
                  </a:schemeClr>
                </a:solidFill>
                <a:effectLst/>
                <a:uLnTx/>
                <a:uFillTx/>
                <a:latin typeface="源ノ角ゴシック JP" panose="020B0500000000000000" pitchFamily="34" charset="-128"/>
                <a:ea typeface="源ノ角ゴシック JP" panose="020B0500000000000000" pitchFamily="34" charset="-128"/>
                <a:cs typeface="+mn-cs"/>
              </a:rPr>
              <a:t>健康ニーズに対するセブンイレブンのマーケティング戦略を評価し、問題特定と原因分析を通じて、改善施策を提案する</a:t>
            </a:r>
            <a:endParaRPr kumimoji="1" lang="en-US" altLang="ja-JP" sz="1500" i="0" u="none" strike="noStrike" kern="1200" cap="none" spc="0" normalizeH="0" baseline="0" noProof="0" dirty="0">
              <a:ln>
                <a:noFill/>
              </a:ln>
              <a:solidFill>
                <a:schemeClr val="tx1">
                  <a:lumMod val="75000"/>
                  <a:lumOff val="25000"/>
                </a:schemeClr>
              </a:solidFill>
              <a:effectLst/>
              <a:uLnTx/>
              <a:uFillTx/>
              <a:latin typeface="源ノ角ゴシック JP" panose="020B0500000000000000" pitchFamily="34" charset="-128"/>
              <a:ea typeface="源ノ角ゴシック JP" panose="020B0500000000000000" pitchFamily="34" charset="-128"/>
              <a:cs typeface="+mn-cs"/>
            </a:endParaRPr>
          </a:p>
        </p:txBody>
      </p:sp>
      <p:sp>
        <p:nvSpPr>
          <p:cNvPr id="21" name="テキスト ボックス 20">
            <a:extLst>
              <a:ext uri="{FF2B5EF4-FFF2-40B4-BE49-F238E27FC236}">
                <a16:creationId xmlns:a16="http://schemas.microsoft.com/office/drawing/2014/main" id="{E391AA48-0367-BD29-DD5D-6B8199ABEB97}"/>
              </a:ext>
            </a:extLst>
          </p:cNvPr>
          <p:cNvSpPr txBox="1"/>
          <p:nvPr/>
        </p:nvSpPr>
        <p:spPr>
          <a:xfrm>
            <a:off x="770107" y="1829710"/>
            <a:ext cx="3766957" cy="446064"/>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marL="0" marR="0" lvl="0" indent="66714" algn="l" defTabSz="438410" rtl="0" eaLnBrk="1" fontAlgn="auto" latinLnBrk="0" hangingPunct="0">
              <a:lnSpc>
                <a:spcPct val="100000"/>
              </a:lnSpc>
              <a:spcBef>
                <a:spcPts val="0"/>
              </a:spcBef>
              <a:spcAft>
                <a:spcPts val="0"/>
              </a:spcAft>
              <a:buClrTx/>
              <a:buSzTx/>
              <a:buFontTx/>
              <a:buNone/>
              <a:tabLst/>
              <a:defRPr/>
            </a:pPr>
            <a:r>
              <a:rPr kumimoji="0" lang="ja-JP" altLang="en-US" b="1" i="0" u="none" strike="noStrike" kern="1200" cap="none" spc="50" normalizeH="0" baseline="0" noProof="0">
                <a:ln>
                  <a:noFill/>
                </a:ln>
                <a:solidFill>
                  <a:schemeClr val="tx1">
                    <a:lumMod val="75000"/>
                    <a:lumOff val="25000"/>
                  </a:schemeClr>
                </a:solidFill>
                <a:effectLst/>
                <a:uLnTx/>
                <a:uFillTx/>
                <a:latin typeface="源ノ角ゴシック JP" panose="020B0500000000000000" pitchFamily="34" charset="-128"/>
                <a:ea typeface="源ノ角ゴシック JP" panose="020B0500000000000000" pitchFamily="34" charset="-128"/>
                <a:cs typeface="+mn-cs"/>
              </a:rPr>
              <a:t>本プロジェクトの</a:t>
            </a:r>
            <a:r>
              <a:rPr lang="ja-JP" altLang="en-US" b="1" spc="50">
                <a:solidFill>
                  <a:schemeClr val="tx1">
                    <a:lumMod val="75000"/>
                    <a:lumOff val="25000"/>
                  </a:schemeClr>
                </a:solidFill>
                <a:latin typeface="源ノ角ゴシック JP" panose="020B0500000000000000" pitchFamily="34" charset="-128"/>
                <a:ea typeface="源ノ角ゴシック JP" panose="020B0500000000000000" pitchFamily="34" charset="-128"/>
              </a:rPr>
              <a:t>内容と結論</a:t>
            </a:r>
            <a:endParaRPr kumimoji="0" lang="en-US" altLang="ja-JP" b="1" i="0" u="none" strike="noStrike" kern="1200" cap="none" spc="50" normalizeH="0" baseline="0" noProof="0" dirty="0">
              <a:ln>
                <a:noFill/>
              </a:ln>
              <a:solidFill>
                <a:schemeClr val="tx1">
                  <a:lumMod val="75000"/>
                  <a:lumOff val="25000"/>
                </a:schemeClr>
              </a:solidFill>
              <a:effectLst/>
              <a:uLnTx/>
              <a:uFillTx/>
              <a:latin typeface="源ノ角ゴシック JP" panose="020B0500000000000000" pitchFamily="34" charset="-128"/>
              <a:ea typeface="源ノ角ゴシック JP" panose="020B0500000000000000" pitchFamily="34" charset="-128"/>
              <a:cs typeface="+mn-cs"/>
            </a:endParaRPr>
          </a:p>
        </p:txBody>
      </p:sp>
      <p:grpSp>
        <p:nvGrpSpPr>
          <p:cNvPr id="48" name="グループ化 47">
            <a:extLst>
              <a:ext uri="{FF2B5EF4-FFF2-40B4-BE49-F238E27FC236}">
                <a16:creationId xmlns:a16="http://schemas.microsoft.com/office/drawing/2014/main" id="{F190A8ED-A228-CF71-8E01-862239EFE558}"/>
              </a:ext>
            </a:extLst>
          </p:cNvPr>
          <p:cNvGrpSpPr/>
          <p:nvPr/>
        </p:nvGrpSpPr>
        <p:grpSpPr>
          <a:xfrm>
            <a:off x="1191437" y="2310372"/>
            <a:ext cx="8372153" cy="1892695"/>
            <a:chOff x="1678164" y="2138112"/>
            <a:chExt cx="8372153" cy="1892695"/>
          </a:xfrm>
        </p:grpSpPr>
        <p:sp>
          <p:nvSpPr>
            <p:cNvPr id="22" name="テキスト ボックス 21">
              <a:extLst>
                <a:ext uri="{FF2B5EF4-FFF2-40B4-BE49-F238E27FC236}">
                  <a16:creationId xmlns:a16="http://schemas.microsoft.com/office/drawing/2014/main" id="{70A40D7E-BB7E-E6AE-D50E-5DF690F430C4}"/>
                </a:ext>
              </a:extLst>
            </p:cNvPr>
            <p:cNvSpPr txBox="1"/>
            <p:nvPr/>
          </p:nvSpPr>
          <p:spPr>
            <a:xfrm>
              <a:off x="1678164" y="2138112"/>
              <a:ext cx="3559139" cy="400944"/>
            </a:xfrm>
            <a:prstGeom prst="rect">
              <a:avLst/>
            </a:prstGeom>
            <a:noFill/>
          </p:spPr>
          <p:txBody>
            <a:bodyPr wrap="square">
              <a:spAutoFit/>
            </a:bodyPr>
            <a:lstStyle/>
            <a:p>
              <a:pPr marL="0" marR="0" lvl="0" indent="0" algn="l" defTabSz="457200" rtl="0" eaLnBrk="1" fontAlgn="auto" latinLnBrk="0" hangingPunct="1">
                <a:lnSpc>
                  <a:spcPts val="2680"/>
                </a:lnSpc>
                <a:spcBef>
                  <a:spcPts val="0"/>
                </a:spcBef>
                <a:spcAft>
                  <a:spcPts val="0"/>
                </a:spcAft>
                <a:buClrTx/>
                <a:buSzTx/>
                <a:buFontTx/>
                <a:buNone/>
                <a:tabLst/>
                <a:defRPr/>
              </a:pPr>
              <a:r>
                <a:rPr kumimoji="1" lang="ja-JP" altLang="en-US" sz="1500" i="0" u="none" strike="noStrike" kern="1200" cap="none" spc="0" normalizeH="0" baseline="0" noProof="0">
                  <a:ln>
                    <a:noFill/>
                  </a:ln>
                  <a:solidFill>
                    <a:schemeClr val="tx1">
                      <a:lumMod val="75000"/>
                      <a:lumOff val="25000"/>
                    </a:schemeClr>
                  </a:solidFill>
                  <a:effectLst/>
                  <a:uLnTx/>
                  <a:uFillTx/>
                  <a:latin typeface="源ノ角ゴシック JP" panose="020B0500000000000000" pitchFamily="34" charset="-128"/>
                  <a:ea typeface="源ノ角ゴシック JP" panose="020B0500000000000000" pitchFamily="34" charset="-128"/>
                  <a:cs typeface="+mn-cs"/>
                </a:rPr>
                <a:t>問題特定：</a:t>
              </a:r>
              <a:endParaRPr kumimoji="1" lang="en-US" altLang="ja-JP" sz="1500" i="0" u="none" strike="noStrike" kern="1200" cap="none" spc="0" normalizeH="0" baseline="0" noProof="0" dirty="0">
                <a:ln>
                  <a:noFill/>
                </a:ln>
                <a:solidFill>
                  <a:schemeClr val="tx1">
                    <a:lumMod val="75000"/>
                    <a:lumOff val="25000"/>
                  </a:schemeClr>
                </a:solidFill>
                <a:effectLst/>
                <a:uLnTx/>
                <a:uFillTx/>
                <a:latin typeface="源ノ角ゴシック JP" panose="020B0500000000000000" pitchFamily="34" charset="-128"/>
                <a:ea typeface="源ノ角ゴシック JP" panose="020B0500000000000000" pitchFamily="34" charset="-128"/>
                <a:cs typeface="+mn-cs"/>
              </a:endParaRPr>
            </a:p>
          </p:txBody>
        </p:sp>
        <p:sp>
          <p:nvSpPr>
            <p:cNvPr id="28" name="テキスト ボックス 27">
              <a:extLst>
                <a:ext uri="{FF2B5EF4-FFF2-40B4-BE49-F238E27FC236}">
                  <a16:creationId xmlns:a16="http://schemas.microsoft.com/office/drawing/2014/main" id="{5B71E660-3CA4-3702-B60F-1DF21EAAA21A}"/>
                </a:ext>
              </a:extLst>
            </p:cNvPr>
            <p:cNvSpPr txBox="1"/>
            <p:nvPr/>
          </p:nvSpPr>
          <p:spPr>
            <a:xfrm>
              <a:off x="2141683" y="2571745"/>
              <a:ext cx="7908634" cy="651332"/>
            </a:xfrm>
            <a:prstGeom prst="rect">
              <a:avLst/>
            </a:prstGeom>
            <a:noFill/>
          </p:spPr>
          <p:txBody>
            <a:bodyPr wrap="square">
              <a:spAutoFit/>
            </a:bodyPr>
            <a:lstStyle/>
            <a:p>
              <a:pPr marL="0" marR="0" lvl="0" indent="0" algn="l" defTabSz="457200" rtl="0" eaLnBrk="1" fontAlgn="auto" latinLnBrk="0" hangingPunct="1">
                <a:lnSpc>
                  <a:spcPts val="2280"/>
                </a:lnSpc>
                <a:spcBef>
                  <a:spcPts val="0"/>
                </a:spcBef>
                <a:spcAft>
                  <a:spcPts val="0"/>
                </a:spcAft>
                <a:buClrTx/>
                <a:buSzTx/>
                <a:buFontTx/>
                <a:buNone/>
                <a:tabLst/>
                <a:defRPr/>
              </a:pPr>
              <a:r>
                <a:rPr kumimoji="1" lang="ja-JP" altLang="en-US" sz="1400" b="0" i="0" u="none" strike="noStrike" kern="1200" cap="none" spc="0" normalizeH="0" baseline="0" noProof="0">
                  <a:ln>
                    <a:noFill/>
                  </a:ln>
                  <a:solidFill>
                    <a:srgbClr val="DCD8DC">
                      <a:lumMod val="25000"/>
                    </a:srgbClr>
                  </a:solidFill>
                  <a:effectLst/>
                  <a:uLnTx/>
                  <a:uFillTx/>
                  <a:latin typeface="源ノ角ゴシック JP" panose="020B0500000000000000" pitchFamily="34" charset="-128"/>
                  <a:ea typeface="源ノ角ゴシック JP" panose="020B0500000000000000" pitchFamily="34" charset="-128"/>
                  <a:cs typeface="+mn-cs"/>
                </a:rPr>
                <a:t>・男女</a:t>
              </a:r>
              <a:r>
                <a:rPr kumimoji="1" lang="en-US" altLang="ja-JP" sz="1400" b="0" i="0" u="none" strike="noStrike" kern="1200" cap="none" spc="0" normalizeH="0" baseline="0" noProof="0" dirty="0">
                  <a:ln>
                    <a:noFill/>
                  </a:ln>
                  <a:solidFill>
                    <a:srgbClr val="DCD8DC">
                      <a:lumMod val="25000"/>
                    </a:srgbClr>
                  </a:solidFill>
                  <a:effectLst/>
                  <a:uLnTx/>
                  <a:uFillTx/>
                  <a:latin typeface="源ノ角ゴシック JP" panose="020B0500000000000000" pitchFamily="34" charset="-128"/>
                  <a:ea typeface="源ノ角ゴシック JP" panose="020B0500000000000000" pitchFamily="34" charset="-128"/>
                  <a:cs typeface="+mn-cs"/>
                </a:rPr>
                <a:t>20–30</a:t>
              </a:r>
              <a:r>
                <a:rPr kumimoji="1" lang="ja-JP" altLang="en-US" sz="1400" b="0" i="0" u="none" strike="noStrike" kern="1200" cap="none" spc="0" normalizeH="0" baseline="0" noProof="0">
                  <a:ln>
                    <a:noFill/>
                  </a:ln>
                  <a:solidFill>
                    <a:srgbClr val="DCD8DC">
                      <a:lumMod val="25000"/>
                    </a:srgbClr>
                  </a:solidFill>
                  <a:effectLst/>
                  <a:uLnTx/>
                  <a:uFillTx/>
                  <a:latin typeface="源ノ角ゴシック JP" panose="020B0500000000000000" pitchFamily="34" charset="-128"/>
                  <a:ea typeface="源ノ角ゴシック JP" panose="020B0500000000000000" pitchFamily="34" charset="-128"/>
                  <a:cs typeface="+mn-cs"/>
                </a:rPr>
                <a:t>代を中心に「栄養バランスを</a:t>
              </a:r>
              <a:r>
                <a:rPr kumimoji="1" lang="ja-JP" altLang="en-US" sz="1400" b="0" i="0" u="none" strike="noStrike" kern="1200" cap="none" spc="0" normalizeH="0" baseline="0" noProof="0">
                  <a:ln>
                    <a:noFill/>
                  </a:ln>
                  <a:solidFill>
                    <a:srgbClr val="599975"/>
                  </a:solidFill>
                  <a:effectLst/>
                  <a:uLnTx/>
                  <a:uFillTx/>
                  <a:latin typeface="源ノ角ゴシック JP" panose="020B0500000000000000" pitchFamily="34" charset="-128"/>
                  <a:ea typeface="源ノ角ゴシック JP" panose="020B0500000000000000" pitchFamily="34" charset="-128"/>
                  <a:cs typeface="+mn-cs"/>
                </a:rPr>
                <a:t>調整したい</a:t>
              </a:r>
              <a:r>
                <a:rPr kumimoji="1" lang="ja-JP" altLang="en-US" sz="1400" b="0" i="0" u="none" strike="noStrike" kern="1200" cap="none" spc="0" normalizeH="0" baseline="0" noProof="0">
                  <a:ln>
                    <a:noFill/>
                  </a:ln>
                  <a:solidFill>
                    <a:srgbClr val="DCD8DC">
                      <a:lumMod val="25000"/>
                    </a:srgbClr>
                  </a:solidFill>
                  <a:effectLst/>
                  <a:uLnTx/>
                  <a:uFillTx/>
                  <a:latin typeface="源ノ角ゴシック JP" panose="020B0500000000000000" pitchFamily="34" charset="-128"/>
                  <a:ea typeface="源ノ角ゴシック JP" panose="020B0500000000000000" pitchFamily="34" charset="-128"/>
                  <a:cs typeface="+mn-cs"/>
                </a:rPr>
                <a:t>」ニーズに</a:t>
              </a:r>
              <a:r>
                <a:rPr kumimoji="1" lang="ja-JP" altLang="en-US" sz="1400">
                  <a:solidFill>
                    <a:srgbClr val="DCD8DC">
                      <a:lumMod val="25000"/>
                    </a:srgbClr>
                  </a:solidFill>
                  <a:latin typeface="源ノ角ゴシック JP" panose="020B0500000000000000" pitchFamily="34" charset="-128"/>
                  <a:ea typeface="源ノ角ゴシック JP" panose="020B0500000000000000" pitchFamily="34" charset="-128"/>
                </a:rPr>
                <a:t>対する</a:t>
              </a:r>
              <a:r>
                <a:rPr kumimoji="1" lang="ja-JP" altLang="en-US" sz="1400" b="0" i="0" u="none" strike="noStrike" kern="1200" cap="none" spc="0" normalizeH="0" baseline="0" noProof="0">
                  <a:ln>
                    <a:noFill/>
                  </a:ln>
                  <a:solidFill>
                    <a:srgbClr val="DCD8DC">
                      <a:lumMod val="25000"/>
                    </a:srgbClr>
                  </a:solidFill>
                  <a:effectLst/>
                  <a:uLnTx/>
                  <a:uFillTx/>
                  <a:latin typeface="源ノ角ゴシック JP" panose="020B0500000000000000" pitchFamily="34" charset="-128"/>
                  <a:ea typeface="源ノ角ゴシック JP" panose="020B0500000000000000" pitchFamily="34" charset="-128"/>
                  <a:cs typeface="+mn-cs"/>
                </a:rPr>
                <a:t>「対応」</a:t>
              </a:r>
              <a:r>
                <a:rPr kumimoji="1" lang="ja-JP" altLang="en-US" sz="1400" i="0" u="none" strike="noStrike" kern="1200" cap="none" spc="0" normalizeH="0" baseline="0" noProof="0">
                  <a:ln>
                    <a:noFill/>
                  </a:ln>
                  <a:solidFill>
                    <a:srgbClr val="DCD8DC">
                      <a:lumMod val="25000"/>
                    </a:srgbClr>
                  </a:solidFill>
                  <a:effectLst/>
                  <a:uLnTx/>
                  <a:uFillTx/>
                  <a:latin typeface="源ノ角ゴシック JP" panose="020B0500000000000000" pitchFamily="34" charset="-128"/>
                  <a:ea typeface="源ノ角ゴシック JP" panose="020B0500000000000000" pitchFamily="34" charset="-128"/>
                  <a:cs typeface="+mn-cs"/>
                </a:rPr>
                <a:t>の適切さが低い</a:t>
              </a:r>
              <a:endParaRPr kumimoji="1" lang="en-US" altLang="ja-JP" sz="1400" i="0" u="none" strike="noStrike" kern="1200" cap="none" spc="0" normalizeH="0" baseline="0" noProof="0" dirty="0">
                <a:ln>
                  <a:noFill/>
                </a:ln>
                <a:solidFill>
                  <a:srgbClr val="DCD8DC">
                    <a:lumMod val="25000"/>
                  </a:srgbClr>
                </a:solidFill>
                <a:effectLst/>
                <a:uLnTx/>
                <a:uFillTx/>
                <a:latin typeface="源ノ角ゴシック JP" panose="020B0500000000000000" pitchFamily="34" charset="-128"/>
                <a:ea typeface="源ノ角ゴシック JP" panose="020B0500000000000000" pitchFamily="34" charset="-128"/>
                <a:cs typeface="+mn-cs"/>
              </a:endParaRPr>
            </a:p>
            <a:p>
              <a:pPr marL="0" marR="0" lvl="0" indent="0" algn="l" defTabSz="457200" rtl="0" eaLnBrk="1" fontAlgn="auto" latinLnBrk="0" hangingPunct="1">
                <a:lnSpc>
                  <a:spcPts val="2280"/>
                </a:lnSpc>
                <a:spcBef>
                  <a:spcPts val="0"/>
                </a:spcBef>
                <a:spcAft>
                  <a:spcPts val="0"/>
                </a:spcAft>
                <a:buClrTx/>
                <a:buSzTx/>
                <a:buFontTx/>
                <a:buNone/>
                <a:tabLst/>
                <a:defRPr/>
              </a:pPr>
              <a:r>
                <a:rPr kumimoji="1" lang="ja-JP" altLang="en-US" sz="1400" i="0" strike="noStrike" kern="1200" cap="none" spc="0" normalizeH="0" baseline="0" noProof="0">
                  <a:ln>
                    <a:noFill/>
                  </a:ln>
                  <a:solidFill>
                    <a:srgbClr val="DCD8DC">
                      <a:lumMod val="25000"/>
                    </a:srgbClr>
                  </a:solidFill>
                  <a:effectLst/>
                  <a:uLnTx/>
                  <a:uFillTx/>
                  <a:latin typeface="源ノ角ゴシック JP" panose="020B0500000000000000" pitchFamily="34" charset="-128"/>
                  <a:ea typeface="源ノ角ゴシック JP" panose="020B0500000000000000" pitchFamily="34" charset="-128"/>
                  <a:cs typeface="+mn-cs"/>
                </a:rPr>
                <a:t>　→ 「対応」商品の購買数が、</a:t>
              </a:r>
              <a:r>
                <a:rPr kumimoji="1" lang="ja-JP" altLang="en-US" sz="1400" i="0" u="sng" strike="noStrike" kern="1200" cap="none" spc="0" normalizeH="0" baseline="0" noProof="0">
                  <a:ln>
                    <a:noFill/>
                  </a:ln>
                  <a:solidFill>
                    <a:srgbClr val="DCD8DC">
                      <a:lumMod val="25000"/>
                    </a:srgbClr>
                  </a:solidFill>
                  <a:effectLst/>
                  <a:uLnTx/>
                  <a:uFillTx/>
                  <a:latin typeface="源ノ角ゴシック JP" panose="020B0500000000000000" pitchFamily="34" charset="-128"/>
                  <a:ea typeface="源ノ角ゴシック JP" panose="020B0500000000000000" pitchFamily="34" charset="-128"/>
                  <a:cs typeface="+mn-cs"/>
                </a:rPr>
                <a:t>他社の</a:t>
              </a:r>
              <a:r>
                <a:rPr kumimoji="1" lang="en-US" altLang="ja-JP" sz="1400" i="0" u="sng" strike="noStrike" kern="1200" cap="none" spc="0" normalizeH="0" baseline="0" noProof="0" dirty="0">
                  <a:ln>
                    <a:noFill/>
                  </a:ln>
                  <a:solidFill>
                    <a:srgbClr val="DCD8DC">
                      <a:lumMod val="25000"/>
                    </a:srgbClr>
                  </a:solidFill>
                  <a:effectLst/>
                  <a:uLnTx/>
                  <a:uFillTx/>
                  <a:latin typeface="源ノ角ゴシック JP" panose="020B0500000000000000" pitchFamily="34" charset="-128"/>
                  <a:ea typeface="源ノ角ゴシック JP" panose="020B0500000000000000" pitchFamily="34" charset="-128"/>
                  <a:cs typeface="+mn-cs"/>
                </a:rPr>
                <a:t>1/4</a:t>
              </a:r>
              <a:r>
                <a:rPr kumimoji="1" lang="ja-JP" altLang="en-US" sz="1400" i="0" u="sng" strike="noStrike" kern="1200" cap="none" spc="0" normalizeH="0" baseline="0" noProof="0">
                  <a:ln>
                    <a:noFill/>
                  </a:ln>
                  <a:solidFill>
                    <a:srgbClr val="DCD8DC">
                      <a:lumMod val="25000"/>
                    </a:srgbClr>
                  </a:solidFill>
                  <a:effectLst/>
                  <a:uLnTx/>
                  <a:uFillTx/>
                  <a:latin typeface="源ノ角ゴシック JP" panose="020B0500000000000000" pitchFamily="34" charset="-128"/>
                  <a:ea typeface="源ノ角ゴシック JP" panose="020B0500000000000000" pitchFamily="34" charset="-128"/>
                  <a:cs typeface="+mn-cs"/>
                </a:rPr>
                <a:t>にも満たない</a:t>
              </a:r>
              <a:endParaRPr kumimoji="1" lang="en-US" altLang="ja-JP" sz="1400" i="0" u="sng" strike="noStrike" kern="1200" cap="none" spc="0" normalizeH="0" baseline="0" noProof="0" dirty="0">
                <a:ln>
                  <a:noFill/>
                </a:ln>
                <a:solidFill>
                  <a:srgbClr val="DCD8DC">
                    <a:lumMod val="25000"/>
                  </a:srgbClr>
                </a:solidFill>
                <a:effectLst/>
                <a:uLnTx/>
                <a:uFillTx/>
                <a:latin typeface="源ノ角ゴシック JP" panose="020B0500000000000000" pitchFamily="34" charset="-128"/>
                <a:ea typeface="源ノ角ゴシック JP" panose="020B0500000000000000" pitchFamily="34" charset="-128"/>
                <a:cs typeface="+mn-cs"/>
              </a:endParaRPr>
            </a:p>
          </p:txBody>
        </p:sp>
        <p:sp>
          <p:nvSpPr>
            <p:cNvPr id="31" name="テキスト ボックス 30">
              <a:extLst>
                <a:ext uri="{FF2B5EF4-FFF2-40B4-BE49-F238E27FC236}">
                  <a16:creationId xmlns:a16="http://schemas.microsoft.com/office/drawing/2014/main" id="{99EEF14B-1528-0BC2-04F9-40DF204217C5}"/>
                </a:ext>
              </a:extLst>
            </p:cNvPr>
            <p:cNvSpPr txBox="1"/>
            <p:nvPr/>
          </p:nvSpPr>
          <p:spPr>
            <a:xfrm>
              <a:off x="2141683" y="3268841"/>
              <a:ext cx="7348817" cy="356380"/>
            </a:xfrm>
            <a:prstGeom prst="rect">
              <a:avLst/>
            </a:prstGeom>
            <a:noFill/>
          </p:spPr>
          <p:txBody>
            <a:bodyPr wrap="square">
              <a:spAutoFit/>
            </a:bodyPr>
            <a:lstStyle/>
            <a:p>
              <a:pPr marL="0" marR="0" lvl="0" indent="0" algn="l" defTabSz="457200" rtl="0" eaLnBrk="1" fontAlgn="auto" latinLnBrk="0" hangingPunct="1">
                <a:lnSpc>
                  <a:spcPts val="2280"/>
                </a:lnSpc>
                <a:spcBef>
                  <a:spcPts val="0"/>
                </a:spcBef>
                <a:spcAft>
                  <a:spcPts val="0"/>
                </a:spcAft>
                <a:buClrTx/>
                <a:buSzTx/>
                <a:buFontTx/>
                <a:buNone/>
                <a:tabLst/>
                <a:defRPr/>
              </a:pPr>
              <a:r>
                <a:rPr kumimoji="1" lang="ja-JP" altLang="en-US" sz="1400" b="0" i="0" u="none" strike="noStrike" kern="1200" cap="none" spc="0" normalizeH="0" baseline="0" noProof="0">
                  <a:ln>
                    <a:noFill/>
                  </a:ln>
                  <a:solidFill>
                    <a:srgbClr val="DCD8DC">
                      <a:lumMod val="25000"/>
                    </a:srgbClr>
                  </a:solidFill>
                  <a:effectLst/>
                  <a:uLnTx/>
                  <a:uFillTx/>
                  <a:latin typeface="源ノ角ゴシック JP" panose="020B0500000000000000" pitchFamily="34" charset="-128"/>
                  <a:ea typeface="源ノ角ゴシック JP" panose="020B0500000000000000" pitchFamily="34" charset="-128"/>
                  <a:cs typeface="+mn-cs"/>
                </a:rPr>
                <a:t>・男性</a:t>
              </a:r>
              <a:r>
                <a:rPr kumimoji="1" lang="en-US" altLang="ja-JP" sz="1400" b="0" i="0" u="none" strike="noStrike" kern="1200" cap="none" spc="0" normalizeH="0" baseline="0" noProof="0" dirty="0">
                  <a:ln>
                    <a:noFill/>
                  </a:ln>
                  <a:solidFill>
                    <a:srgbClr val="DCD8DC">
                      <a:lumMod val="25000"/>
                    </a:srgbClr>
                  </a:solidFill>
                  <a:effectLst/>
                  <a:uLnTx/>
                  <a:uFillTx/>
                  <a:latin typeface="源ノ角ゴシック JP" panose="020B0500000000000000" pitchFamily="34" charset="-128"/>
                  <a:ea typeface="源ノ角ゴシック JP" panose="020B0500000000000000" pitchFamily="34" charset="-128"/>
                  <a:cs typeface="+mn-cs"/>
                </a:rPr>
                <a:t>20</a:t>
              </a:r>
              <a:r>
                <a:rPr kumimoji="1" lang="ja-JP" altLang="en-US" sz="1400" b="0" i="0" u="none" strike="noStrike" kern="1200" cap="none" spc="0" normalizeH="0" baseline="0" noProof="0">
                  <a:ln>
                    <a:noFill/>
                  </a:ln>
                  <a:solidFill>
                    <a:srgbClr val="DCD8DC">
                      <a:lumMod val="25000"/>
                    </a:srgbClr>
                  </a:solidFill>
                  <a:effectLst/>
                  <a:uLnTx/>
                  <a:uFillTx/>
                  <a:latin typeface="源ノ角ゴシック JP" panose="020B0500000000000000" pitchFamily="34" charset="-128"/>
                  <a:ea typeface="源ノ角ゴシック JP" panose="020B0500000000000000" pitchFamily="34" charset="-128"/>
                  <a:cs typeface="+mn-cs"/>
                </a:rPr>
                <a:t>代において「エネルギーを</a:t>
              </a:r>
              <a:r>
                <a:rPr kumimoji="1" lang="ja-JP" altLang="en-US" sz="1400" b="0" i="0" u="none" strike="noStrike" kern="1200" cap="none" spc="0" normalizeH="0" baseline="0" noProof="0">
                  <a:ln>
                    <a:noFill/>
                  </a:ln>
                  <a:solidFill>
                    <a:srgbClr val="CE4D44"/>
                  </a:solidFill>
                  <a:effectLst/>
                  <a:uLnTx/>
                  <a:uFillTx/>
                  <a:latin typeface="源ノ角ゴシック JP" panose="020B0500000000000000" pitchFamily="34" charset="-128"/>
                  <a:ea typeface="源ノ角ゴシック JP" panose="020B0500000000000000" pitchFamily="34" charset="-128"/>
                  <a:cs typeface="+mn-cs"/>
                </a:rPr>
                <a:t>減らしたい</a:t>
              </a:r>
              <a:r>
                <a:rPr kumimoji="1" lang="ja-JP" altLang="en-US" sz="1400" b="0" i="0" u="none" strike="noStrike" kern="1200" cap="none" spc="0" normalizeH="0" baseline="0" noProof="0">
                  <a:ln>
                    <a:noFill/>
                  </a:ln>
                  <a:solidFill>
                    <a:srgbClr val="DCD8DC">
                      <a:lumMod val="25000"/>
                    </a:srgbClr>
                  </a:solidFill>
                  <a:effectLst/>
                  <a:uLnTx/>
                  <a:uFillTx/>
                  <a:latin typeface="源ノ角ゴシック JP" panose="020B0500000000000000" pitchFamily="34" charset="-128"/>
                  <a:ea typeface="源ノ角ゴシック JP" panose="020B0500000000000000" pitchFamily="34" charset="-128"/>
                  <a:cs typeface="+mn-cs"/>
                </a:rPr>
                <a:t>」ニーズに</a:t>
              </a:r>
              <a:r>
                <a:rPr kumimoji="1" lang="ja-JP" altLang="en-US" sz="1400">
                  <a:solidFill>
                    <a:srgbClr val="DCD8DC">
                      <a:lumMod val="25000"/>
                    </a:srgbClr>
                  </a:solidFill>
                  <a:latin typeface="源ノ角ゴシック JP" panose="020B0500000000000000" pitchFamily="34" charset="-128"/>
                  <a:ea typeface="源ノ角ゴシック JP" panose="020B0500000000000000" pitchFamily="34" charset="-128"/>
                </a:rPr>
                <a:t>対する</a:t>
              </a:r>
              <a:r>
                <a:rPr kumimoji="1" lang="ja-JP" altLang="en-US" sz="1400" b="0" i="0" u="none" strike="noStrike" kern="1200" cap="none" spc="0" normalizeH="0" baseline="0" noProof="0">
                  <a:ln>
                    <a:noFill/>
                  </a:ln>
                  <a:solidFill>
                    <a:srgbClr val="DCD8DC">
                      <a:lumMod val="25000"/>
                    </a:srgbClr>
                  </a:solidFill>
                  <a:effectLst/>
                  <a:uLnTx/>
                  <a:uFillTx/>
                  <a:latin typeface="源ノ角ゴシック JP" panose="020B0500000000000000" pitchFamily="34" charset="-128"/>
                  <a:ea typeface="源ノ角ゴシック JP" panose="020B0500000000000000" pitchFamily="34" charset="-128"/>
                  <a:cs typeface="+mn-cs"/>
                </a:rPr>
                <a:t>「対応」</a:t>
              </a:r>
              <a:r>
                <a:rPr kumimoji="1" lang="ja-JP" altLang="en-US" sz="1400" i="0" u="none" strike="noStrike" kern="1200" cap="none" spc="0" normalizeH="0" baseline="0" noProof="0">
                  <a:ln>
                    <a:noFill/>
                  </a:ln>
                  <a:solidFill>
                    <a:srgbClr val="DCD8DC">
                      <a:lumMod val="25000"/>
                    </a:srgbClr>
                  </a:solidFill>
                  <a:effectLst/>
                  <a:uLnTx/>
                  <a:uFillTx/>
                  <a:latin typeface="源ノ角ゴシック JP" panose="020B0500000000000000" pitchFamily="34" charset="-128"/>
                  <a:ea typeface="源ノ角ゴシック JP" panose="020B0500000000000000" pitchFamily="34" charset="-128"/>
                  <a:cs typeface="+mn-cs"/>
                </a:rPr>
                <a:t>の適切さが低い</a:t>
              </a:r>
              <a:endParaRPr kumimoji="1" lang="en-US" altLang="ja-JP" sz="1400" i="0" strike="noStrike" kern="1200" cap="none" spc="0" normalizeH="0" baseline="0" noProof="0" dirty="0">
                <a:ln>
                  <a:noFill/>
                </a:ln>
                <a:solidFill>
                  <a:srgbClr val="DCD8DC">
                    <a:lumMod val="25000"/>
                  </a:srgbClr>
                </a:solidFill>
                <a:effectLst/>
                <a:uLnTx/>
                <a:uFillTx/>
                <a:latin typeface="源ノ角ゴシック JP" panose="020B0500000000000000" pitchFamily="34" charset="-128"/>
                <a:ea typeface="源ノ角ゴシック JP" panose="020B0500000000000000" pitchFamily="34" charset="-128"/>
                <a:cs typeface="+mn-cs"/>
              </a:endParaRPr>
            </a:p>
          </p:txBody>
        </p:sp>
        <p:sp>
          <p:nvSpPr>
            <p:cNvPr id="34" name="テキスト ボックス 33">
              <a:extLst>
                <a:ext uri="{FF2B5EF4-FFF2-40B4-BE49-F238E27FC236}">
                  <a16:creationId xmlns:a16="http://schemas.microsoft.com/office/drawing/2014/main" id="{55203739-0ABF-3E55-0560-BE9DEB72946B}"/>
                </a:ext>
              </a:extLst>
            </p:cNvPr>
            <p:cNvSpPr txBox="1"/>
            <p:nvPr/>
          </p:nvSpPr>
          <p:spPr>
            <a:xfrm>
              <a:off x="2141683" y="3674427"/>
              <a:ext cx="7151900" cy="356380"/>
            </a:xfrm>
            <a:prstGeom prst="rect">
              <a:avLst/>
            </a:prstGeom>
            <a:noFill/>
          </p:spPr>
          <p:txBody>
            <a:bodyPr wrap="square">
              <a:spAutoFit/>
            </a:bodyPr>
            <a:lstStyle/>
            <a:p>
              <a:pPr marL="0" marR="0" lvl="0" indent="0" algn="l" defTabSz="457200" rtl="0" eaLnBrk="1" fontAlgn="auto" latinLnBrk="0" hangingPunct="1">
                <a:lnSpc>
                  <a:spcPts val="2280"/>
                </a:lnSpc>
                <a:spcBef>
                  <a:spcPts val="0"/>
                </a:spcBef>
                <a:spcAft>
                  <a:spcPts val="0"/>
                </a:spcAft>
                <a:buClrTx/>
                <a:buSzTx/>
                <a:buFontTx/>
                <a:buNone/>
                <a:tabLst/>
                <a:defRPr/>
              </a:pPr>
              <a:r>
                <a:rPr kumimoji="1" lang="ja-JP" altLang="en-US" sz="1400" b="0" i="0" u="none" strike="noStrike" kern="1200" cap="none" spc="0" normalizeH="0" baseline="0" noProof="0">
                  <a:ln>
                    <a:noFill/>
                  </a:ln>
                  <a:solidFill>
                    <a:srgbClr val="DCD8DC">
                      <a:lumMod val="25000"/>
                    </a:srgbClr>
                  </a:solidFill>
                  <a:effectLst/>
                  <a:uLnTx/>
                  <a:uFillTx/>
                  <a:latin typeface="源ノ角ゴシック JP" panose="020B0500000000000000" pitchFamily="34" charset="-128"/>
                  <a:ea typeface="源ノ角ゴシック JP" panose="020B0500000000000000" pitchFamily="34" charset="-128"/>
                  <a:cs typeface="+mn-cs"/>
                </a:rPr>
                <a:t>・属性を問わず「脂質を</a:t>
              </a:r>
              <a:r>
                <a:rPr kumimoji="1" lang="ja-JP" altLang="en-US" sz="1400" b="0" i="0" u="none" strike="noStrike" kern="1200" cap="none" spc="0" normalizeH="0" baseline="0" noProof="0">
                  <a:ln>
                    <a:noFill/>
                  </a:ln>
                  <a:solidFill>
                    <a:srgbClr val="CE4D44"/>
                  </a:solidFill>
                  <a:effectLst/>
                  <a:uLnTx/>
                  <a:uFillTx/>
                  <a:latin typeface="源ノ角ゴシック JP" panose="020B0500000000000000" pitchFamily="34" charset="-128"/>
                  <a:ea typeface="源ノ角ゴシック JP" panose="020B0500000000000000" pitchFamily="34" charset="-128"/>
                  <a:cs typeface="+mn-cs"/>
                </a:rPr>
                <a:t>減らしたい</a:t>
              </a:r>
              <a:r>
                <a:rPr kumimoji="1" lang="ja-JP" altLang="en-US" sz="1400" b="0" i="0" u="none" strike="noStrike" kern="1200" cap="none" spc="0" normalizeH="0" baseline="0" noProof="0">
                  <a:ln>
                    <a:noFill/>
                  </a:ln>
                  <a:solidFill>
                    <a:srgbClr val="DCD8DC">
                      <a:lumMod val="25000"/>
                    </a:srgbClr>
                  </a:solidFill>
                  <a:effectLst/>
                  <a:uLnTx/>
                  <a:uFillTx/>
                  <a:latin typeface="源ノ角ゴシック JP" panose="020B0500000000000000" pitchFamily="34" charset="-128"/>
                  <a:ea typeface="源ノ角ゴシック JP" panose="020B0500000000000000" pitchFamily="34" charset="-128"/>
                  <a:cs typeface="+mn-cs"/>
                </a:rPr>
                <a:t>」ニーズに</a:t>
              </a:r>
              <a:r>
                <a:rPr kumimoji="1" lang="ja-JP" altLang="en-US" sz="1400">
                  <a:solidFill>
                    <a:srgbClr val="DCD8DC">
                      <a:lumMod val="25000"/>
                    </a:srgbClr>
                  </a:solidFill>
                  <a:latin typeface="源ノ角ゴシック JP" panose="020B0500000000000000" pitchFamily="34" charset="-128"/>
                  <a:ea typeface="源ノ角ゴシック JP" panose="020B0500000000000000" pitchFamily="34" charset="-128"/>
                </a:rPr>
                <a:t>対する</a:t>
              </a:r>
              <a:r>
                <a:rPr kumimoji="1" lang="ja-JP" altLang="en-US" sz="1400" b="0" i="0" u="none" strike="noStrike" kern="1200" cap="none" spc="0" normalizeH="0" baseline="0" noProof="0">
                  <a:ln>
                    <a:noFill/>
                  </a:ln>
                  <a:solidFill>
                    <a:srgbClr val="DCD8DC">
                      <a:lumMod val="25000"/>
                    </a:srgbClr>
                  </a:solidFill>
                  <a:effectLst/>
                  <a:uLnTx/>
                  <a:uFillTx/>
                  <a:latin typeface="源ノ角ゴシック JP" panose="020B0500000000000000" pitchFamily="34" charset="-128"/>
                  <a:ea typeface="源ノ角ゴシック JP" panose="020B0500000000000000" pitchFamily="34" charset="-128"/>
                  <a:cs typeface="+mn-cs"/>
                </a:rPr>
                <a:t>「対応」</a:t>
              </a:r>
              <a:r>
                <a:rPr kumimoji="1" lang="ja-JP" altLang="en-US" sz="1400" i="0" u="none" strike="noStrike" kern="1200" cap="none" spc="0" normalizeH="0" baseline="0" noProof="0">
                  <a:ln>
                    <a:noFill/>
                  </a:ln>
                  <a:solidFill>
                    <a:srgbClr val="DCD8DC">
                      <a:lumMod val="25000"/>
                    </a:srgbClr>
                  </a:solidFill>
                  <a:effectLst/>
                  <a:uLnTx/>
                  <a:uFillTx/>
                  <a:latin typeface="源ノ角ゴシック JP" panose="020B0500000000000000" pitchFamily="34" charset="-128"/>
                  <a:ea typeface="源ノ角ゴシック JP" panose="020B0500000000000000" pitchFamily="34" charset="-128"/>
                  <a:cs typeface="+mn-cs"/>
                </a:rPr>
                <a:t>の実施量が不十分である</a:t>
              </a:r>
              <a:endParaRPr kumimoji="1" lang="en-US" altLang="ja-JP" sz="1400" i="0" strike="noStrike" kern="1200" cap="none" spc="0" normalizeH="0" baseline="0" noProof="0" dirty="0">
                <a:ln>
                  <a:noFill/>
                </a:ln>
                <a:solidFill>
                  <a:srgbClr val="DCD8DC">
                    <a:lumMod val="25000"/>
                  </a:srgbClr>
                </a:solidFill>
                <a:effectLst/>
                <a:uLnTx/>
                <a:uFillTx/>
                <a:latin typeface="源ノ角ゴシック JP" panose="020B0500000000000000" pitchFamily="34" charset="-128"/>
                <a:ea typeface="源ノ角ゴシック JP" panose="020B0500000000000000" pitchFamily="34" charset="-128"/>
                <a:cs typeface="+mn-cs"/>
              </a:endParaRPr>
            </a:p>
          </p:txBody>
        </p:sp>
      </p:grpSp>
      <p:grpSp>
        <p:nvGrpSpPr>
          <p:cNvPr id="37" name="グループ化 36">
            <a:extLst>
              <a:ext uri="{FF2B5EF4-FFF2-40B4-BE49-F238E27FC236}">
                <a16:creationId xmlns:a16="http://schemas.microsoft.com/office/drawing/2014/main" id="{C0E8F3B3-5F47-800D-2C97-AB3B0B6C9E60}"/>
              </a:ext>
            </a:extLst>
          </p:cNvPr>
          <p:cNvGrpSpPr/>
          <p:nvPr/>
        </p:nvGrpSpPr>
        <p:grpSpPr>
          <a:xfrm>
            <a:off x="7654938" y="718122"/>
            <a:ext cx="1994638" cy="1123463"/>
            <a:chOff x="8573825" y="4128005"/>
            <a:chExt cx="1994638" cy="1123463"/>
          </a:xfrm>
        </p:grpSpPr>
        <p:sp>
          <p:nvSpPr>
            <p:cNvPr id="38" name="角丸四角形 37">
              <a:extLst>
                <a:ext uri="{FF2B5EF4-FFF2-40B4-BE49-F238E27FC236}">
                  <a16:creationId xmlns:a16="http://schemas.microsoft.com/office/drawing/2014/main" id="{C3AB3E4C-EF78-40CC-7B92-3C582D577FAF}"/>
                </a:ext>
              </a:extLst>
            </p:cNvPr>
            <p:cNvSpPr/>
            <p:nvPr/>
          </p:nvSpPr>
          <p:spPr>
            <a:xfrm>
              <a:off x="8649817" y="4463479"/>
              <a:ext cx="1918646" cy="787989"/>
            </a:xfrm>
            <a:prstGeom prst="roundRect">
              <a:avLst/>
            </a:prstGeom>
            <a:solidFill>
              <a:schemeClr val="bg1">
                <a:lumMod val="8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endParaRPr>
            </a:p>
          </p:txBody>
        </p:sp>
        <p:grpSp>
          <p:nvGrpSpPr>
            <p:cNvPr id="39" name="グループ化 38">
              <a:extLst>
                <a:ext uri="{FF2B5EF4-FFF2-40B4-BE49-F238E27FC236}">
                  <a16:creationId xmlns:a16="http://schemas.microsoft.com/office/drawing/2014/main" id="{B3EFFFCD-2707-1546-50B7-4A466DABE908}"/>
                </a:ext>
              </a:extLst>
            </p:cNvPr>
            <p:cNvGrpSpPr/>
            <p:nvPr/>
          </p:nvGrpSpPr>
          <p:grpSpPr>
            <a:xfrm>
              <a:off x="8573825" y="4128005"/>
              <a:ext cx="1901500" cy="992020"/>
              <a:chOff x="656542" y="813497"/>
              <a:chExt cx="1901500" cy="992020"/>
            </a:xfrm>
          </p:grpSpPr>
          <p:sp>
            <p:nvSpPr>
              <p:cNvPr id="40" name="テキスト ボックス 39">
                <a:extLst>
                  <a:ext uri="{FF2B5EF4-FFF2-40B4-BE49-F238E27FC236}">
                    <a16:creationId xmlns:a16="http://schemas.microsoft.com/office/drawing/2014/main" id="{74AA650B-BD37-53D8-B292-17089A41C95E}"/>
                  </a:ext>
                </a:extLst>
              </p:cNvPr>
              <p:cNvSpPr txBox="1"/>
              <p:nvPr/>
            </p:nvSpPr>
            <p:spPr>
              <a:xfrm>
                <a:off x="656542" y="813497"/>
                <a:ext cx="1176941" cy="327526"/>
              </a:xfrm>
              <a:prstGeom prst="rect">
                <a:avLst/>
              </a:prstGeom>
              <a:noFill/>
            </p:spPr>
            <p:txBody>
              <a:bodyPr wrap="square">
                <a:spAutoFit/>
              </a:bodyPr>
              <a:lstStyle/>
              <a:p>
                <a:pPr>
                  <a:lnSpc>
                    <a:spcPts val="2020"/>
                  </a:lnSpc>
                  <a:defRPr/>
                </a:pPr>
                <a:r>
                  <a:rPr kumimoji="1" lang="ja-JP" altLang="en-US" sz="1300" spc="40">
                    <a:solidFill>
                      <a:schemeClr val="tx1">
                        <a:lumMod val="75000"/>
                        <a:lumOff val="25000"/>
                      </a:schemeClr>
                    </a:solidFill>
                    <a:latin typeface="源ノ角ゴシック JP" panose="020B0500000000000000" pitchFamily="34" charset="-128"/>
                    <a:ea typeface="源ノ角ゴシック JP" panose="020B0500000000000000" pitchFamily="34" charset="-128"/>
                  </a:rPr>
                  <a:t>競合他社</a:t>
                </a:r>
                <a:endParaRPr kumimoji="1" lang="en-US" altLang="ja-JP" sz="1300" spc="40"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p:txBody>
          </p:sp>
          <p:sp>
            <p:nvSpPr>
              <p:cNvPr id="41" name="テキスト ボックス 40">
                <a:extLst>
                  <a:ext uri="{FF2B5EF4-FFF2-40B4-BE49-F238E27FC236}">
                    <a16:creationId xmlns:a16="http://schemas.microsoft.com/office/drawing/2014/main" id="{32C9C722-D71A-CECD-F9A6-5837B64D774C}"/>
                  </a:ext>
                </a:extLst>
              </p:cNvPr>
              <p:cNvSpPr txBox="1"/>
              <p:nvPr/>
            </p:nvSpPr>
            <p:spPr>
              <a:xfrm>
                <a:off x="857982" y="1226063"/>
                <a:ext cx="1700060" cy="579454"/>
              </a:xfrm>
              <a:prstGeom prst="rect">
                <a:avLst/>
              </a:prstGeom>
              <a:noFill/>
            </p:spPr>
            <p:txBody>
              <a:bodyPr wrap="square">
                <a:spAutoFit/>
              </a:bodyPr>
              <a:lstStyle/>
              <a:p>
                <a:pPr>
                  <a:lnSpc>
                    <a:spcPts val="1980"/>
                  </a:lnSpc>
                  <a:defRPr/>
                </a:pPr>
                <a:r>
                  <a:rPr kumimoji="1" lang="ja-JP" altLang="en-US" sz="1250">
                    <a:solidFill>
                      <a:schemeClr val="tx1">
                        <a:lumMod val="75000"/>
                        <a:lumOff val="25000"/>
                      </a:schemeClr>
                    </a:solidFill>
                    <a:latin typeface="源ノ角ゴシック JP" panose="020B0500000000000000" pitchFamily="34" charset="-128"/>
                    <a:ea typeface="源ノ角ゴシック JP" panose="020B0500000000000000" pitchFamily="34" charset="-128"/>
                  </a:rPr>
                  <a:t>・ローソン</a:t>
                </a:r>
                <a:endParaRPr kumimoji="1" lang="en-US" altLang="ja-JP" sz="1250"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a:p>
                <a:pPr>
                  <a:lnSpc>
                    <a:spcPts val="1980"/>
                  </a:lnSpc>
                  <a:defRPr/>
                </a:pPr>
                <a:r>
                  <a:rPr kumimoji="1" lang="ja-JP" altLang="en-US" sz="1250">
                    <a:solidFill>
                      <a:schemeClr val="tx1">
                        <a:lumMod val="75000"/>
                        <a:lumOff val="25000"/>
                      </a:schemeClr>
                    </a:solidFill>
                    <a:latin typeface="源ノ角ゴシック JP" panose="020B0500000000000000" pitchFamily="34" charset="-128"/>
                    <a:ea typeface="源ノ角ゴシック JP" panose="020B0500000000000000" pitchFamily="34" charset="-128"/>
                  </a:rPr>
                  <a:t>・ファミリーマート</a:t>
                </a:r>
                <a:endParaRPr kumimoji="1" lang="en-US" altLang="ja-JP" sz="1250" b="1"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p:txBody>
          </p:sp>
        </p:grpSp>
      </p:grpSp>
      <p:grpSp>
        <p:nvGrpSpPr>
          <p:cNvPr id="47" name="グループ化 46">
            <a:extLst>
              <a:ext uri="{FF2B5EF4-FFF2-40B4-BE49-F238E27FC236}">
                <a16:creationId xmlns:a16="http://schemas.microsoft.com/office/drawing/2014/main" id="{22623F72-56B1-0CEB-9702-D0295B4F9217}"/>
              </a:ext>
            </a:extLst>
          </p:cNvPr>
          <p:cNvGrpSpPr/>
          <p:nvPr/>
        </p:nvGrpSpPr>
        <p:grpSpPr>
          <a:xfrm>
            <a:off x="1191436" y="4261509"/>
            <a:ext cx="8372154" cy="1100727"/>
            <a:chOff x="1678163" y="3852617"/>
            <a:chExt cx="8372154" cy="1100727"/>
          </a:xfrm>
        </p:grpSpPr>
        <p:sp>
          <p:nvSpPr>
            <p:cNvPr id="42" name="テキスト ボックス 41">
              <a:extLst>
                <a:ext uri="{FF2B5EF4-FFF2-40B4-BE49-F238E27FC236}">
                  <a16:creationId xmlns:a16="http://schemas.microsoft.com/office/drawing/2014/main" id="{0BC048D3-A15B-EAC5-8166-3AEF8827222F}"/>
                </a:ext>
              </a:extLst>
            </p:cNvPr>
            <p:cNvSpPr txBox="1"/>
            <p:nvPr/>
          </p:nvSpPr>
          <p:spPr>
            <a:xfrm>
              <a:off x="1678163" y="3852617"/>
              <a:ext cx="3559139" cy="400944"/>
            </a:xfrm>
            <a:prstGeom prst="rect">
              <a:avLst/>
            </a:prstGeom>
            <a:noFill/>
          </p:spPr>
          <p:txBody>
            <a:bodyPr wrap="square">
              <a:spAutoFit/>
            </a:bodyPr>
            <a:lstStyle/>
            <a:p>
              <a:pPr marL="0" marR="0" lvl="0" indent="0" algn="l" defTabSz="457200" rtl="0" eaLnBrk="1" fontAlgn="auto" latinLnBrk="0" hangingPunct="1">
                <a:lnSpc>
                  <a:spcPts val="2680"/>
                </a:lnSpc>
                <a:spcBef>
                  <a:spcPts val="0"/>
                </a:spcBef>
                <a:spcAft>
                  <a:spcPts val="0"/>
                </a:spcAft>
                <a:buClrTx/>
                <a:buSzTx/>
                <a:buFontTx/>
                <a:buNone/>
                <a:tabLst/>
                <a:defRPr/>
              </a:pPr>
              <a:r>
                <a:rPr kumimoji="1" lang="ja-JP" altLang="en-US" sz="1500" i="0" u="none" strike="noStrike" kern="1200" cap="none" spc="0" normalizeH="0" baseline="0" noProof="0">
                  <a:ln>
                    <a:noFill/>
                  </a:ln>
                  <a:solidFill>
                    <a:schemeClr val="tx1">
                      <a:lumMod val="75000"/>
                      <a:lumOff val="25000"/>
                    </a:schemeClr>
                  </a:solidFill>
                  <a:effectLst/>
                  <a:uLnTx/>
                  <a:uFillTx/>
                  <a:latin typeface="源ノ角ゴシック JP" panose="020B0500000000000000" pitchFamily="34" charset="-128"/>
                  <a:ea typeface="源ノ角ゴシック JP" panose="020B0500000000000000" pitchFamily="34" charset="-128"/>
                  <a:cs typeface="+mn-cs"/>
                </a:rPr>
                <a:t>原因分析（１つ目の問題について）：</a:t>
              </a:r>
              <a:endParaRPr kumimoji="1" lang="en-US" altLang="ja-JP" sz="1500" i="0" u="none" strike="noStrike" kern="1200" cap="none" spc="0" normalizeH="0" baseline="0" noProof="0" dirty="0">
                <a:ln>
                  <a:noFill/>
                </a:ln>
                <a:solidFill>
                  <a:schemeClr val="tx1">
                    <a:lumMod val="75000"/>
                    <a:lumOff val="25000"/>
                  </a:schemeClr>
                </a:solidFill>
                <a:effectLst/>
                <a:uLnTx/>
                <a:uFillTx/>
                <a:latin typeface="源ノ角ゴシック JP" panose="020B0500000000000000" pitchFamily="34" charset="-128"/>
                <a:ea typeface="源ノ角ゴシック JP" panose="020B0500000000000000" pitchFamily="34" charset="-128"/>
                <a:cs typeface="+mn-cs"/>
              </a:endParaRPr>
            </a:p>
          </p:txBody>
        </p:sp>
        <p:sp>
          <p:nvSpPr>
            <p:cNvPr id="43" name="テキスト ボックス 42">
              <a:extLst>
                <a:ext uri="{FF2B5EF4-FFF2-40B4-BE49-F238E27FC236}">
                  <a16:creationId xmlns:a16="http://schemas.microsoft.com/office/drawing/2014/main" id="{B50DAE48-BAA7-87B8-78B9-871A15F39A1E}"/>
                </a:ext>
              </a:extLst>
            </p:cNvPr>
            <p:cNvSpPr txBox="1"/>
            <p:nvPr/>
          </p:nvSpPr>
          <p:spPr>
            <a:xfrm>
              <a:off x="2141683" y="4302012"/>
              <a:ext cx="7908634" cy="651332"/>
            </a:xfrm>
            <a:prstGeom prst="rect">
              <a:avLst/>
            </a:prstGeom>
            <a:noFill/>
          </p:spPr>
          <p:txBody>
            <a:bodyPr wrap="square">
              <a:spAutoFit/>
            </a:bodyPr>
            <a:lstStyle/>
            <a:p>
              <a:pPr marL="0" marR="0" lvl="0" indent="0" algn="l" defTabSz="457200" rtl="0" eaLnBrk="1" fontAlgn="auto" latinLnBrk="0" hangingPunct="1">
                <a:lnSpc>
                  <a:spcPts val="2280"/>
                </a:lnSpc>
                <a:spcBef>
                  <a:spcPts val="0"/>
                </a:spcBef>
                <a:spcAft>
                  <a:spcPts val="0"/>
                </a:spcAft>
                <a:buClrTx/>
                <a:buSzTx/>
                <a:buFontTx/>
                <a:buNone/>
                <a:tabLst/>
                <a:defRPr/>
              </a:pPr>
              <a:r>
                <a:rPr kumimoji="1" lang="ja-JP" altLang="en-US" sz="1400" b="0" i="0" u="none" strike="noStrike" kern="1200" cap="none" spc="0" normalizeH="0" baseline="0" noProof="0">
                  <a:ln>
                    <a:noFill/>
                  </a:ln>
                  <a:solidFill>
                    <a:srgbClr val="DCD8DC">
                      <a:lumMod val="25000"/>
                    </a:srgbClr>
                  </a:solidFill>
                  <a:effectLst/>
                  <a:uLnTx/>
                  <a:uFillTx/>
                  <a:latin typeface="源ノ角ゴシック JP" panose="020B0500000000000000" pitchFamily="34" charset="-128"/>
                  <a:ea typeface="源ノ角ゴシック JP" panose="020B0500000000000000" pitchFamily="34" charset="-128"/>
                  <a:cs typeface="+mn-cs"/>
                </a:rPr>
                <a:t>若年層は、軽食系（おにぎり、サンドイッチなど）の商品を求めているにも関わらず、</a:t>
              </a:r>
              <a:endParaRPr kumimoji="1" lang="en-US" altLang="ja-JP" sz="1400" b="0" i="0" u="none" strike="noStrike" kern="1200" cap="none" spc="0" normalizeH="0" baseline="0" noProof="0" dirty="0">
                <a:ln>
                  <a:noFill/>
                </a:ln>
                <a:solidFill>
                  <a:srgbClr val="DCD8DC">
                    <a:lumMod val="25000"/>
                  </a:srgbClr>
                </a:solidFill>
                <a:effectLst/>
                <a:uLnTx/>
                <a:uFillTx/>
                <a:latin typeface="源ノ角ゴシック JP" panose="020B0500000000000000" pitchFamily="34" charset="-128"/>
                <a:ea typeface="源ノ角ゴシック JP" panose="020B0500000000000000" pitchFamily="34" charset="-128"/>
                <a:cs typeface="+mn-cs"/>
              </a:endParaRPr>
            </a:p>
            <a:p>
              <a:pPr marL="0" marR="0" lvl="0" indent="0" algn="l" defTabSz="457200" rtl="0" eaLnBrk="1" fontAlgn="auto" latinLnBrk="0" hangingPunct="1">
                <a:lnSpc>
                  <a:spcPts val="2280"/>
                </a:lnSpc>
                <a:spcBef>
                  <a:spcPts val="0"/>
                </a:spcBef>
                <a:spcAft>
                  <a:spcPts val="0"/>
                </a:spcAft>
                <a:buClrTx/>
                <a:buSzTx/>
                <a:buFontTx/>
                <a:buNone/>
                <a:tabLst/>
                <a:defRPr/>
              </a:pPr>
              <a:r>
                <a:rPr kumimoji="1" lang="ja-JP" altLang="en-US" sz="1400">
                  <a:solidFill>
                    <a:srgbClr val="DCD8DC">
                      <a:lumMod val="25000"/>
                    </a:srgbClr>
                  </a:solidFill>
                  <a:latin typeface="源ノ角ゴシック JP" panose="020B0500000000000000" pitchFamily="34" charset="-128"/>
                  <a:ea typeface="源ノ角ゴシック JP" panose="020B0500000000000000" pitchFamily="34" charset="-128"/>
                </a:rPr>
                <a:t>セブンイレブンの「対応」は、</a:t>
              </a:r>
              <a:r>
                <a:rPr kumimoji="1" lang="ja-JP" altLang="en-US" sz="1400" u="sng">
                  <a:solidFill>
                    <a:srgbClr val="DCD8DC">
                      <a:lumMod val="25000"/>
                    </a:srgbClr>
                  </a:solidFill>
                  <a:latin typeface="源ノ角ゴシック JP" panose="020B0500000000000000" pitchFamily="34" charset="-128"/>
                  <a:ea typeface="源ノ角ゴシック JP" panose="020B0500000000000000" pitchFamily="34" charset="-128"/>
                </a:rPr>
                <a:t>軽食系の商品が少ないため</a:t>
              </a:r>
              <a:r>
                <a:rPr kumimoji="1" lang="ja-JP" altLang="en-US" sz="1400">
                  <a:solidFill>
                    <a:srgbClr val="DCD8DC">
                      <a:lumMod val="25000"/>
                    </a:srgbClr>
                  </a:solidFill>
                  <a:latin typeface="源ノ角ゴシック JP" panose="020B0500000000000000" pitchFamily="34" charset="-128"/>
                  <a:ea typeface="源ノ角ゴシック JP" panose="020B0500000000000000" pitchFamily="34" charset="-128"/>
                </a:rPr>
                <a:t>、購入につながらない</a:t>
              </a:r>
              <a:endParaRPr kumimoji="1" lang="en-US" altLang="ja-JP" sz="1400" i="0" strike="noStrike" kern="1200" cap="none" spc="0" normalizeH="0" baseline="0" noProof="0" dirty="0">
                <a:ln>
                  <a:noFill/>
                </a:ln>
                <a:solidFill>
                  <a:srgbClr val="DCD8DC">
                    <a:lumMod val="25000"/>
                  </a:srgbClr>
                </a:solidFill>
                <a:effectLst/>
                <a:uLnTx/>
                <a:uFillTx/>
                <a:latin typeface="源ノ角ゴシック JP" panose="020B0500000000000000" pitchFamily="34" charset="-128"/>
                <a:ea typeface="源ノ角ゴシック JP" panose="020B0500000000000000" pitchFamily="34" charset="-128"/>
                <a:cs typeface="+mn-cs"/>
              </a:endParaRPr>
            </a:p>
          </p:txBody>
        </p:sp>
      </p:grpSp>
      <p:grpSp>
        <p:nvGrpSpPr>
          <p:cNvPr id="46" name="グループ化 45">
            <a:extLst>
              <a:ext uri="{FF2B5EF4-FFF2-40B4-BE49-F238E27FC236}">
                <a16:creationId xmlns:a16="http://schemas.microsoft.com/office/drawing/2014/main" id="{304BE3CD-B2C7-793B-3141-A38F2F43EB1B}"/>
              </a:ext>
            </a:extLst>
          </p:cNvPr>
          <p:cNvGrpSpPr/>
          <p:nvPr/>
        </p:nvGrpSpPr>
        <p:grpSpPr>
          <a:xfrm>
            <a:off x="1191436" y="5400032"/>
            <a:ext cx="9809127" cy="1094198"/>
            <a:chOff x="1678162" y="5071031"/>
            <a:chExt cx="9809127" cy="1094198"/>
          </a:xfrm>
        </p:grpSpPr>
        <p:sp>
          <p:nvSpPr>
            <p:cNvPr id="44" name="テキスト ボックス 43">
              <a:extLst>
                <a:ext uri="{FF2B5EF4-FFF2-40B4-BE49-F238E27FC236}">
                  <a16:creationId xmlns:a16="http://schemas.microsoft.com/office/drawing/2014/main" id="{174B34FA-5C3F-6FD5-125D-2C8741FD36C7}"/>
                </a:ext>
              </a:extLst>
            </p:cNvPr>
            <p:cNvSpPr txBox="1"/>
            <p:nvPr/>
          </p:nvSpPr>
          <p:spPr>
            <a:xfrm>
              <a:off x="1678162" y="5071031"/>
              <a:ext cx="3559139" cy="400944"/>
            </a:xfrm>
            <a:prstGeom prst="rect">
              <a:avLst/>
            </a:prstGeom>
            <a:noFill/>
          </p:spPr>
          <p:txBody>
            <a:bodyPr wrap="square">
              <a:spAutoFit/>
            </a:bodyPr>
            <a:lstStyle/>
            <a:p>
              <a:pPr marL="0" marR="0" lvl="0" indent="0" algn="l" defTabSz="457200" rtl="0" eaLnBrk="1" fontAlgn="auto" latinLnBrk="0" hangingPunct="1">
                <a:lnSpc>
                  <a:spcPts val="2680"/>
                </a:lnSpc>
                <a:spcBef>
                  <a:spcPts val="0"/>
                </a:spcBef>
                <a:spcAft>
                  <a:spcPts val="0"/>
                </a:spcAft>
                <a:buClrTx/>
                <a:buSzTx/>
                <a:buFontTx/>
                <a:buNone/>
                <a:tabLst/>
                <a:defRPr/>
              </a:pPr>
              <a:r>
                <a:rPr kumimoji="1" lang="ja-JP" altLang="en-US" sz="1500" i="0" u="none" strike="noStrike" kern="1200" cap="none" spc="0" normalizeH="0" baseline="0" noProof="0">
                  <a:ln>
                    <a:noFill/>
                  </a:ln>
                  <a:solidFill>
                    <a:schemeClr val="tx1">
                      <a:lumMod val="75000"/>
                      <a:lumOff val="25000"/>
                    </a:schemeClr>
                  </a:solidFill>
                  <a:effectLst/>
                  <a:uLnTx/>
                  <a:uFillTx/>
                  <a:latin typeface="源ノ角ゴシック JP" panose="020B0500000000000000" pitchFamily="34" charset="-128"/>
                  <a:ea typeface="源ノ角ゴシック JP" panose="020B0500000000000000" pitchFamily="34" charset="-128"/>
                  <a:cs typeface="+mn-cs"/>
                </a:rPr>
                <a:t>施策提案：</a:t>
              </a:r>
              <a:endParaRPr kumimoji="1" lang="en-US" altLang="ja-JP" sz="1500" i="0" u="none" strike="noStrike" kern="1200" cap="none" spc="0" normalizeH="0" baseline="0" noProof="0" dirty="0">
                <a:ln>
                  <a:noFill/>
                </a:ln>
                <a:solidFill>
                  <a:schemeClr val="tx1">
                    <a:lumMod val="75000"/>
                    <a:lumOff val="25000"/>
                  </a:schemeClr>
                </a:solidFill>
                <a:effectLst/>
                <a:uLnTx/>
                <a:uFillTx/>
                <a:latin typeface="源ノ角ゴシック JP" panose="020B0500000000000000" pitchFamily="34" charset="-128"/>
                <a:ea typeface="源ノ角ゴシック JP" panose="020B0500000000000000" pitchFamily="34" charset="-128"/>
                <a:cs typeface="+mn-cs"/>
              </a:endParaRPr>
            </a:p>
          </p:txBody>
        </p:sp>
        <p:sp>
          <p:nvSpPr>
            <p:cNvPr id="45" name="テキスト ボックス 44">
              <a:extLst>
                <a:ext uri="{FF2B5EF4-FFF2-40B4-BE49-F238E27FC236}">
                  <a16:creationId xmlns:a16="http://schemas.microsoft.com/office/drawing/2014/main" id="{C39F0B09-0191-6678-B133-5835D1C3B6B1}"/>
                </a:ext>
              </a:extLst>
            </p:cNvPr>
            <p:cNvSpPr txBox="1"/>
            <p:nvPr/>
          </p:nvSpPr>
          <p:spPr>
            <a:xfrm>
              <a:off x="2141682" y="5513897"/>
              <a:ext cx="9345607" cy="651332"/>
            </a:xfrm>
            <a:prstGeom prst="rect">
              <a:avLst/>
            </a:prstGeom>
            <a:noFill/>
          </p:spPr>
          <p:txBody>
            <a:bodyPr wrap="square">
              <a:spAutoFit/>
            </a:bodyPr>
            <a:lstStyle/>
            <a:p>
              <a:pPr marL="0" marR="0" lvl="0" indent="0" algn="l" defTabSz="457200" rtl="0" eaLnBrk="1" fontAlgn="auto" latinLnBrk="0" hangingPunct="1">
                <a:lnSpc>
                  <a:spcPts val="2280"/>
                </a:lnSpc>
                <a:spcBef>
                  <a:spcPts val="0"/>
                </a:spcBef>
                <a:spcAft>
                  <a:spcPts val="0"/>
                </a:spcAft>
                <a:buClrTx/>
                <a:buSzTx/>
                <a:buFontTx/>
                <a:buNone/>
                <a:tabLst/>
                <a:defRPr/>
              </a:pPr>
              <a:r>
                <a:rPr kumimoji="1" lang="ja-JP" altLang="en-US" sz="1400">
                  <a:solidFill>
                    <a:srgbClr val="DCD8DC">
                      <a:lumMod val="25000"/>
                    </a:srgbClr>
                  </a:solidFill>
                  <a:latin typeface="源ノ角ゴシック JP" panose="020B0500000000000000" pitchFamily="34" charset="-128"/>
                  <a:ea typeface="源ノ角ゴシック JP" panose="020B0500000000000000" pitchFamily="34" charset="-128"/>
                </a:rPr>
                <a:t>現商品の一部を、軽食系の新商品に置き換えて販売する</a:t>
              </a:r>
              <a:endParaRPr kumimoji="1" lang="en-US" altLang="ja-JP" sz="140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marL="0" marR="0" lvl="0" indent="0" algn="l" defTabSz="457200" rtl="0" eaLnBrk="1" fontAlgn="auto" latinLnBrk="0" hangingPunct="1">
                <a:lnSpc>
                  <a:spcPts val="2280"/>
                </a:lnSpc>
                <a:spcBef>
                  <a:spcPts val="0"/>
                </a:spcBef>
                <a:spcAft>
                  <a:spcPts val="0"/>
                </a:spcAft>
                <a:buClrTx/>
                <a:buSzTx/>
                <a:buFontTx/>
                <a:buNone/>
                <a:tabLst/>
                <a:defRPr/>
              </a:pPr>
              <a:r>
                <a:rPr kumimoji="1" lang="ja-JP" altLang="en-US" sz="1400" i="0" strike="noStrike" kern="1200" cap="none" spc="0" normalizeH="0" baseline="0" noProof="0">
                  <a:ln>
                    <a:noFill/>
                  </a:ln>
                  <a:solidFill>
                    <a:srgbClr val="C00000"/>
                  </a:solidFill>
                  <a:effectLst/>
                  <a:uLnTx/>
                  <a:uFillTx/>
                  <a:latin typeface="源ノ角ゴシック JP" panose="020B0500000000000000" pitchFamily="34" charset="-128"/>
                  <a:ea typeface="源ノ角ゴシック JP" panose="020B0500000000000000" pitchFamily="34" charset="-128"/>
                  <a:cs typeface="+mn-cs"/>
                </a:rPr>
                <a:t>→ １年間の実施を想定した効果試算では、黒字を保ちながら、</a:t>
              </a:r>
              <a:r>
                <a:rPr kumimoji="1" lang="ja-JP" altLang="en-US" sz="1400">
                  <a:solidFill>
                    <a:srgbClr val="C00000"/>
                  </a:solidFill>
                  <a:latin typeface="源ノ角ゴシック JP" panose="020B0500000000000000" pitchFamily="34" charset="-128"/>
                  <a:ea typeface="源ノ角ゴシック JP" panose="020B0500000000000000" pitchFamily="34" charset="-128"/>
                </a:rPr>
                <a:t>他社との購買数の差が</a:t>
              </a:r>
              <a:r>
                <a:rPr kumimoji="1" lang="en-US" altLang="ja-JP" sz="1400" dirty="0">
                  <a:solidFill>
                    <a:srgbClr val="C00000"/>
                  </a:solidFill>
                  <a:latin typeface="源ノ角ゴシック JP" panose="020B0500000000000000" pitchFamily="34" charset="-128"/>
                  <a:ea typeface="源ノ角ゴシック JP" panose="020B0500000000000000" pitchFamily="34" charset="-128"/>
                </a:rPr>
                <a:t> 21.1% </a:t>
              </a:r>
              <a:r>
                <a:rPr kumimoji="1" lang="ja-JP" altLang="en-US" sz="1400">
                  <a:solidFill>
                    <a:srgbClr val="C00000"/>
                  </a:solidFill>
                  <a:latin typeface="源ノ角ゴシック JP" panose="020B0500000000000000" pitchFamily="34" charset="-128"/>
                  <a:ea typeface="源ノ角ゴシック JP" panose="020B0500000000000000" pitchFamily="34" charset="-128"/>
                </a:rPr>
                <a:t>縮まる</a:t>
              </a:r>
              <a:r>
                <a:rPr kumimoji="1" lang="ja-JP" altLang="en-US" sz="1400" i="0" strike="noStrike" kern="1200" cap="none" spc="0" normalizeH="0" baseline="0" noProof="0">
                  <a:ln>
                    <a:noFill/>
                  </a:ln>
                  <a:solidFill>
                    <a:srgbClr val="C00000"/>
                  </a:solidFill>
                  <a:effectLst/>
                  <a:uLnTx/>
                  <a:uFillTx/>
                  <a:latin typeface="源ノ角ゴシック JP" panose="020B0500000000000000" pitchFamily="34" charset="-128"/>
                  <a:ea typeface="源ノ角ゴシック JP" panose="020B0500000000000000" pitchFamily="34" charset="-128"/>
                  <a:cs typeface="+mn-cs"/>
                </a:rPr>
                <a:t>ことを確認した</a:t>
              </a:r>
              <a:endParaRPr kumimoji="1" lang="en-US" altLang="ja-JP" sz="1400" i="0" strike="noStrike" kern="1200" cap="none" spc="0" normalizeH="0" baseline="0" noProof="0" dirty="0">
                <a:ln>
                  <a:noFill/>
                </a:ln>
                <a:solidFill>
                  <a:srgbClr val="C00000"/>
                </a:solidFill>
                <a:effectLst/>
                <a:uLnTx/>
                <a:uFillTx/>
                <a:latin typeface="源ノ角ゴシック JP" panose="020B0500000000000000" pitchFamily="34" charset="-128"/>
                <a:ea typeface="源ノ角ゴシック JP" panose="020B0500000000000000" pitchFamily="34" charset="-128"/>
                <a:cs typeface="+mn-cs"/>
              </a:endParaRPr>
            </a:p>
          </p:txBody>
        </p:sp>
      </p:grpSp>
      <p:sp>
        <p:nvSpPr>
          <p:cNvPr id="49" name="正方形/長方形 48">
            <a:extLst>
              <a:ext uri="{FF2B5EF4-FFF2-40B4-BE49-F238E27FC236}">
                <a16:creationId xmlns:a16="http://schemas.microsoft.com/office/drawing/2014/main" id="{25249951-B9CC-54AA-FDCF-1277F260DD2B}"/>
              </a:ext>
            </a:extLst>
          </p:cNvPr>
          <p:cNvSpPr/>
          <p:nvPr/>
        </p:nvSpPr>
        <p:spPr>
          <a:xfrm>
            <a:off x="1605726" y="3445744"/>
            <a:ext cx="7447276" cy="815765"/>
          </a:xfrm>
          <a:prstGeom prst="rect">
            <a:avLst/>
          </a:prstGeom>
          <a:solidFill>
            <a:srgbClr val="FFFFFF">
              <a:alpha val="7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9505113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表 2">
            <a:extLst>
              <a:ext uri="{FF2B5EF4-FFF2-40B4-BE49-F238E27FC236}">
                <a16:creationId xmlns:a16="http://schemas.microsoft.com/office/drawing/2014/main" id="{B686FE26-FBC2-6ACA-2110-F99DD4CD7086}"/>
              </a:ext>
            </a:extLst>
          </p:cNvPr>
          <p:cNvGraphicFramePr>
            <a:graphicFrameLocks noGrp="1"/>
          </p:cNvGraphicFramePr>
          <p:nvPr>
            <p:extLst>
              <p:ext uri="{D42A27DB-BD31-4B8C-83A1-F6EECF244321}">
                <p14:modId xmlns:p14="http://schemas.microsoft.com/office/powerpoint/2010/main" val="206715027"/>
              </p:ext>
            </p:extLst>
          </p:nvPr>
        </p:nvGraphicFramePr>
        <p:xfrm>
          <a:off x="842404" y="1985328"/>
          <a:ext cx="10368000" cy="4225930"/>
        </p:xfrm>
        <a:graphic>
          <a:graphicData uri="http://schemas.openxmlformats.org/drawingml/2006/table">
            <a:tbl>
              <a:tblPr>
                <a:tableStyleId>{91EBBBCC-DAD2-459C-BE2E-F6DE35CF9A28}</a:tableStyleId>
              </a:tblPr>
              <a:tblGrid>
                <a:gridCol w="1296000">
                  <a:extLst>
                    <a:ext uri="{9D8B030D-6E8A-4147-A177-3AD203B41FA5}">
                      <a16:colId xmlns:a16="http://schemas.microsoft.com/office/drawing/2014/main" val="97736310"/>
                    </a:ext>
                  </a:extLst>
                </a:gridCol>
                <a:gridCol w="756000">
                  <a:extLst>
                    <a:ext uri="{9D8B030D-6E8A-4147-A177-3AD203B41FA5}">
                      <a16:colId xmlns:a16="http://schemas.microsoft.com/office/drawing/2014/main" val="438668555"/>
                    </a:ext>
                  </a:extLst>
                </a:gridCol>
                <a:gridCol w="756000">
                  <a:extLst>
                    <a:ext uri="{9D8B030D-6E8A-4147-A177-3AD203B41FA5}">
                      <a16:colId xmlns:a16="http://schemas.microsoft.com/office/drawing/2014/main" val="2919575761"/>
                    </a:ext>
                  </a:extLst>
                </a:gridCol>
                <a:gridCol w="756000">
                  <a:extLst>
                    <a:ext uri="{9D8B030D-6E8A-4147-A177-3AD203B41FA5}">
                      <a16:colId xmlns:a16="http://schemas.microsoft.com/office/drawing/2014/main" val="1144350997"/>
                    </a:ext>
                  </a:extLst>
                </a:gridCol>
                <a:gridCol w="756000">
                  <a:extLst>
                    <a:ext uri="{9D8B030D-6E8A-4147-A177-3AD203B41FA5}">
                      <a16:colId xmlns:a16="http://schemas.microsoft.com/office/drawing/2014/main" val="1451137205"/>
                    </a:ext>
                  </a:extLst>
                </a:gridCol>
                <a:gridCol w="756000">
                  <a:extLst>
                    <a:ext uri="{9D8B030D-6E8A-4147-A177-3AD203B41FA5}">
                      <a16:colId xmlns:a16="http://schemas.microsoft.com/office/drawing/2014/main" val="2718752441"/>
                    </a:ext>
                  </a:extLst>
                </a:gridCol>
                <a:gridCol w="756000">
                  <a:extLst>
                    <a:ext uri="{9D8B030D-6E8A-4147-A177-3AD203B41FA5}">
                      <a16:colId xmlns:a16="http://schemas.microsoft.com/office/drawing/2014/main" val="442164949"/>
                    </a:ext>
                  </a:extLst>
                </a:gridCol>
                <a:gridCol w="756000">
                  <a:extLst>
                    <a:ext uri="{9D8B030D-6E8A-4147-A177-3AD203B41FA5}">
                      <a16:colId xmlns:a16="http://schemas.microsoft.com/office/drawing/2014/main" val="2089924893"/>
                    </a:ext>
                  </a:extLst>
                </a:gridCol>
                <a:gridCol w="756000">
                  <a:extLst>
                    <a:ext uri="{9D8B030D-6E8A-4147-A177-3AD203B41FA5}">
                      <a16:colId xmlns:a16="http://schemas.microsoft.com/office/drawing/2014/main" val="458828466"/>
                    </a:ext>
                  </a:extLst>
                </a:gridCol>
                <a:gridCol w="756000">
                  <a:extLst>
                    <a:ext uri="{9D8B030D-6E8A-4147-A177-3AD203B41FA5}">
                      <a16:colId xmlns:a16="http://schemas.microsoft.com/office/drawing/2014/main" val="4068070795"/>
                    </a:ext>
                  </a:extLst>
                </a:gridCol>
                <a:gridCol w="756000">
                  <a:extLst>
                    <a:ext uri="{9D8B030D-6E8A-4147-A177-3AD203B41FA5}">
                      <a16:colId xmlns:a16="http://schemas.microsoft.com/office/drawing/2014/main" val="2879551554"/>
                    </a:ext>
                  </a:extLst>
                </a:gridCol>
                <a:gridCol w="756000">
                  <a:extLst>
                    <a:ext uri="{9D8B030D-6E8A-4147-A177-3AD203B41FA5}">
                      <a16:colId xmlns:a16="http://schemas.microsoft.com/office/drawing/2014/main" val="590640396"/>
                    </a:ext>
                  </a:extLst>
                </a:gridCol>
                <a:gridCol w="756000">
                  <a:extLst>
                    <a:ext uri="{9D8B030D-6E8A-4147-A177-3AD203B41FA5}">
                      <a16:colId xmlns:a16="http://schemas.microsoft.com/office/drawing/2014/main" val="2706056124"/>
                    </a:ext>
                  </a:extLst>
                </a:gridCol>
              </a:tblGrid>
              <a:tr h="370840">
                <a:tc>
                  <a:txBody>
                    <a:bodyPr/>
                    <a:lstStyle/>
                    <a:p>
                      <a:pPr algn="l">
                        <a:lnSpc>
                          <a:spcPts val="1540"/>
                        </a:lnSpc>
                      </a:pPr>
                      <a:r>
                        <a:rPr kumimoji="1" lang="ja-JP" altLang="en-US" sz="1050">
                          <a:latin typeface="Source Han Sans JP" panose="020B0500000000000000" pitchFamily="34" charset="-128"/>
                          <a:ea typeface="Source Han Sans JP" panose="020B0500000000000000" pitchFamily="34" charset="-128"/>
                        </a:rPr>
                        <a:t>健康ニーズ</a:t>
                      </a:r>
                      <a:endParaRPr kumimoji="1" lang="en-US" altLang="ja-JP" sz="1050" dirty="0">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50">
                          <a:latin typeface="Source Han Sans JP" panose="020B0500000000000000" pitchFamily="34" charset="-128"/>
                          <a:ea typeface="Source Han Sans JP" panose="020B0500000000000000" pitchFamily="34" charset="-128"/>
                        </a:rPr>
                        <a:t>男性</a:t>
                      </a:r>
                      <a:r>
                        <a:rPr kumimoji="1" lang="en-US" altLang="ja-JP" sz="1050" dirty="0">
                          <a:latin typeface="Source Han Sans JP" panose="020B0500000000000000" pitchFamily="34" charset="-128"/>
                          <a:ea typeface="Source Han Sans JP" panose="020B0500000000000000" pitchFamily="34" charset="-128"/>
                        </a:rPr>
                        <a:t>20</a:t>
                      </a:r>
                      <a:r>
                        <a:rPr kumimoji="1" lang="ja-JP" altLang="en-US" sz="1050">
                          <a:latin typeface="Source Han Sans JP" panose="020B0500000000000000" pitchFamily="34" charset="-128"/>
                          <a:ea typeface="Source Han Sans JP" panose="020B0500000000000000" pitchFamily="34" charset="-128"/>
                        </a:rPr>
                        <a:t>代</a:t>
                      </a:r>
                      <a:endParaRPr kumimoji="1" lang="en-US" altLang="ja-JP" sz="1050" dirty="0">
                        <a:latin typeface="Source Han Sans JP" panose="020B0500000000000000" pitchFamily="34" charset="-128"/>
                        <a:ea typeface="Source Han Sans JP" panose="020B0500000000000000" pitchFamily="34" charset="-128"/>
                      </a:endParaRP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A3BDDF">
                        <a:alpha val="30000"/>
                      </a:srgbClr>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50">
                          <a:latin typeface="Source Han Sans JP" panose="020B0500000000000000" pitchFamily="34" charset="-128"/>
                          <a:ea typeface="Source Han Sans JP" panose="020B0500000000000000" pitchFamily="34" charset="-128"/>
                        </a:rPr>
                        <a:t>男性</a:t>
                      </a:r>
                      <a:r>
                        <a:rPr kumimoji="1" lang="en-US" altLang="ja-JP" sz="1050" dirty="0">
                          <a:latin typeface="Source Han Sans JP" panose="020B0500000000000000" pitchFamily="34" charset="-128"/>
                          <a:ea typeface="Source Han Sans JP" panose="020B0500000000000000" pitchFamily="34" charset="-128"/>
                        </a:rPr>
                        <a:t>30</a:t>
                      </a:r>
                      <a:r>
                        <a:rPr kumimoji="1" lang="ja-JP" altLang="en-US" sz="1050">
                          <a:latin typeface="Source Han Sans JP" panose="020B0500000000000000" pitchFamily="34" charset="-128"/>
                          <a:ea typeface="Source Han Sans JP" panose="020B0500000000000000" pitchFamily="34" charset="-128"/>
                        </a:rPr>
                        <a:t>代</a:t>
                      </a:r>
                      <a:endParaRPr kumimoji="1" lang="en-US" altLang="ja-JP" sz="1050" dirty="0">
                        <a:latin typeface="Source Han Sans JP" panose="020B0500000000000000" pitchFamily="34" charset="-128"/>
                        <a:ea typeface="Source Han Sans JP" panose="020B0500000000000000" pitchFamily="34" charset="-128"/>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A3BDDF">
                        <a:alpha val="34902"/>
                      </a:srgbClr>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男性</a:t>
                      </a:r>
                      <a: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40</a:t>
                      </a:r>
                      <a:r>
                        <a:rPr kumimoji="1" lang="ja-JP" altLang="en-US"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代</a:t>
                      </a:r>
                      <a:endPar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A3BDDF">
                        <a:alpha val="34902"/>
                      </a:srgbClr>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男性</a:t>
                      </a:r>
                      <a: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50</a:t>
                      </a:r>
                      <a:r>
                        <a:rPr kumimoji="1" lang="ja-JP" altLang="en-US"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代</a:t>
                      </a:r>
                      <a:endPar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A3BDDF">
                        <a:alpha val="34902"/>
                      </a:srgbClr>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男性</a:t>
                      </a:r>
                      <a: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60</a:t>
                      </a:r>
                      <a:r>
                        <a:rPr kumimoji="1" lang="ja-JP" altLang="en-US"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代</a:t>
                      </a:r>
                      <a:endPar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A3BDDF">
                        <a:alpha val="34902"/>
                      </a:srgbClr>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男性</a:t>
                      </a:r>
                      <a: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70</a:t>
                      </a:r>
                      <a:r>
                        <a:rPr kumimoji="1" lang="ja-JP" altLang="en-US"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代</a:t>
                      </a:r>
                      <a:endPar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A3BDDF">
                        <a:alpha val="34902"/>
                      </a:srgbClr>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50">
                          <a:latin typeface="Source Han Sans JP" panose="020B0500000000000000" pitchFamily="34" charset="-128"/>
                          <a:ea typeface="Source Han Sans JP" panose="020B0500000000000000" pitchFamily="34" charset="-128"/>
                        </a:rPr>
                        <a:t>女性</a:t>
                      </a:r>
                      <a:r>
                        <a:rPr kumimoji="1" lang="en-US" altLang="ja-JP" sz="1050" dirty="0">
                          <a:latin typeface="Source Han Sans JP" panose="020B0500000000000000" pitchFamily="34" charset="-128"/>
                          <a:ea typeface="Source Han Sans JP" panose="020B0500000000000000" pitchFamily="34" charset="-128"/>
                        </a:rPr>
                        <a:t>20</a:t>
                      </a:r>
                      <a:r>
                        <a:rPr kumimoji="1" lang="ja-JP" altLang="en-US" sz="1050">
                          <a:latin typeface="Source Han Sans JP" panose="020B0500000000000000" pitchFamily="34" charset="-128"/>
                          <a:ea typeface="Source Han Sans JP" panose="020B0500000000000000" pitchFamily="34" charset="-128"/>
                        </a:rPr>
                        <a:t>代</a:t>
                      </a:r>
                      <a:endParaRPr kumimoji="1" lang="en-US" altLang="ja-JP" sz="1050" dirty="0">
                        <a:latin typeface="Source Han Sans JP" panose="020B0500000000000000" pitchFamily="34" charset="-128"/>
                        <a:ea typeface="Source Han Sans JP" panose="020B0500000000000000" pitchFamily="34" charset="-128"/>
                      </a:endParaRP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07488">
                        <a:alpha val="18000"/>
                      </a:srgbClr>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50">
                          <a:latin typeface="Source Han Sans JP" panose="020B0500000000000000" pitchFamily="34" charset="-128"/>
                          <a:ea typeface="Source Han Sans JP" panose="020B0500000000000000" pitchFamily="34" charset="-128"/>
                        </a:rPr>
                        <a:t>女性</a:t>
                      </a:r>
                      <a:r>
                        <a:rPr kumimoji="1" lang="en-US" altLang="ja-JP" sz="1050" dirty="0">
                          <a:latin typeface="Source Han Sans JP" panose="020B0500000000000000" pitchFamily="34" charset="-128"/>
                          <a:ea typeface="Source Han Sans JP" panose="020B0500000000000000" pitchFamily="34" charset="-128"/>
                        </a:rPr>
                        <a:t>30</a:t>
                      </a:r>
                      <a:r>
                        <a:rPr kumimoji="1" lang="ja-JP" altLang="en-US" sz="1050">
                          <a:latin typeface="Source Han Sans JP" panose="020B0500000000000000" pitchFamily="34" charset="-128"/>
                          <a:ea typeface="Source Han Sans JP" panose="020B0500000000000000" pitchFamily="34" charset="-128"/>
                        </a:rPr>
                        <a:t>代</a:t>
                      </a:r>
                      <a:endParaRPr kumimoji="1" lang="en-US" altLang="ja-JP" sz="1050" dirty="0">
                        <a:latin typeface="Source Han Sans JP" panose="020B0500000000000000" pitchFamily="34" charset="-128"/>
                        <a:ea typeface="Source Han Sans JP" panose="020B0500000000000000" pitchFamily="34" charset="-128"/>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07488">
                        <a:alpha val="18000"/>
                      </a:srgbClr>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50">
                          <a:latin typeface="Source Han Sans JP" panose="020B0500000000000000" pitchFamily="34" charset="-128"/>
                          <a:ea typeface="Source Han Sans JP" panose="020B0500000000000000" pitchFamily="34" charset="-128"/>
                        </a:rPr>
                        <a:t>女性</a:t>
                      </a:r>
                      <a: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40</a:t>
                      </a:r>
                      <a:r>
                        <a:rPr kumimoji="1" lang="ja-JP" altLang="en-US"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代</a:t>
                      </a:r>
                      <a:endPar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07488">
                        <a:alpha val="18000"/>
                      </a:srgbClr>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50">
                          <a:latin typeface="Source Han Sans JP" panose="020B0500000000000000" pitchFamily="34" charset="-128"/>
                          <a:ea typeface="Source Han Sans JP" panose="020B0500000000000000" pitchFamily="34" charset="-128"/>
                        </a:rPr>
                        <a:t>女性</a:t>
                      </a:r>
                      <a: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50</a:t>
                      </a:r>
                      <a:r>
                        <a:rPr kumimoji="1" lang="ja-JP" altLang="en-US"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代</a:t>
                      </a:r>
                      <a:endPar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07488">
                        <a:alpha val="18000"/>
                      </a:srgbClr>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50">
                          <a:latin typeface="Source Han Sans JP" panose="020B0500000000000000" pitchFamily="34" charset="-128"/>
                          <a:ea typeface="Source Han Sans JP" panose="020B0500000000000000" pitchFamily="34" charset="-128"/>
                        </a:rPr>
                        <a:t>女性</a:t>
                      </a:r>
                      <a: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60</a:t>
                      </a:r>
                      <a:r>
                        <a:rPr kumimoji="1" lang="ja-JP" altLang="en-US"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代</a:t>
                      </a:r>
                      <a:endPar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07488">
                        <a:alpha val="18000"/>
                      </a:srgbClr>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50">
                          <a:latin typeface="Source Han Sans JP" panose="020B0500000000000000" pitchFamily="34" charset="-128"/>
                          <a:ea typeface="Source Han Sans JP" panose="020B0500000000000000" pitchFamily="34" charset="-128"/>
                        </a:rPr>
                        <a:t>女性</a:t>
                      </a:r>
                      <a: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70</a:t>
                      </a:r>
                      <a:r>
                        <a:rPr kumimoji="1" lang="ja-JP" altLang="en-US"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代</a:t>
                      </a:r>
                      <a:endPar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07488">
                        <a:alpha val="18000"/>
                      </a:srgbClr>
                    </a:solidFill>
                  </a:tcPr>
                </a:tc>
                <a:extLst>
                  <a:ext uri="{0D108BD9-81ED-4DB2-BD59-A6C34878D82A}">
                    <a16:rowId xmlns:a16="http://schemas.microsoft.com/office/drawing/2014/main" val="3096550131"/>
                  </a:ext>
                </a:extLst>
              </a:tr>
              <a:tr h="370840">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50">
                          <a:solidFill>
                            <a:schemeClr val="tx1">
                              <a:lumMod val="85000"/>
                              <a:lumOff val="15000"/>
                            </a:schemeClr>
                          </a:solidFill>
                          <a:latin typeface="Source Han Sans JP" panose="020B0500000000000000" pitchFamily="34" charset="-128"/>
                          <a:ea typeface="Source Han Sans JP" panose="020B0500000000000000" pitchFamily="34" charset="-128"/>
                        </a:rPr>
                        <a:t>栄養バランスを</a:t>
                      </a:r>
                      <a:br>
                        <a:rPr kumimoji="1" lang="en-US" altLang="ja-JP" sz="1050" dirty="0">
                          <a:latin typeface="Source Han Sans JP" panose="020B0500000000000000" pitchFamily="34" charset="-128"/>
                          <a:ea typeface="Source Han Sans JP" panose="020B0500000000000000" pitchFamily="34" charset="-128"/>
                        </a:rPr>
                      </a:br>
                      <a:r>
                        <a:rPr kumimoji="1" lang="ja-JP" altLang="en-US" sz="1050">
                          <a:solidFill>
                            <a:srgbClr val="599975"/>
                          </a:solidFill>
                          <a:latin typeface="Source Han Sans JP" panose="020B0500000000000000" pitchFamily="34" charset="-128"/>
                          <a:ea typeface="Source Han Sans JP" panose="020B0500000000000000" pitchFamily="34" charset="-128"/>
                        </a:rPr>
                        <a:t>調整したい</a:t>
                      </a:r>
                      <a:endParaRPr kumimoji="1" lang="en-US" altLang="ja-JP" sz="1050" dirty="0">
                        <a:solidFill>
                          <a:srgbClr val="599975"/>
                        </a:solidFill>
                        <a:latin typeface="Source Han Sans JP" panose="020B0500000000000000" pitchFamily="34" charset="-128"/>
                        <a:ea typeface="Source Han Sans JP" panose="020B0500000000000000" pitchFamily="34" charset="-128"/>
                      </a:endParaRPr>
                    </a:p>
                  </a:txBody>
                  <a:tcPr anchor="ctr">
                    <a:lnL w="12700" cap="flat" cmpd="sng" algn="ctr">
                      <a:solidFill>
                        <a:schemeClr val="bg2">
                          <a:lumMod val="50000"/>
                        </a:schemeClr>
                      </a:solidFill>
                      <a:prstDash val="solid"/>
                      <a:round/>
                      <a:headEnd type="none" w="med" len="med"/>
                      <a:tailEnd type="none" w="med" len="med"/>
                    </a:lnL>
                    <a:lnR w="9525" cap="flat" cmpd="sng" algn="ctr">
                      <a:solidFill>
                        <a:srgbClr val="81569B"/>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9525" cap="flat" cmpd="sng" algn="ctr">
                      <a:solidFill>
                        <a:srgbClr val="81569B"/>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9525" cap="flat" cmpd="sng" algn="ctr">
                      <a:solidFill>
                        <a:srgbClr val="81569B"/>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9525" cap="flat" cmpd="sng" algn="ctr">
                      <a:solidFill>
                        <a:srgbClr val="81569B"/>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9525" cap="flat" cmpd="sng" algn="ctr">
                      <a:solidFill>
                        <a:srgbClr val="81569B"/>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extLst>
                  <a:ext uri="{0D108BD9-81ED-4DB2-BD59-A6C34878D82A}">
                    <a16:rowId xmlns:a16="http://schemas.microsoft.com/office/drawing/2014/main" val="1538559344"/>
                  </a:ext>
                </a:extLst>
              </a:tr>
              <a:tr h="370840">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50">
                          <a:solidFill>
                            <a:schemeClr val="tx1">
                              <a:lumMod val="85000"/>
                              <a:lumOff val="15000"/>
                            </a:schemeClr>
                          </a:solidFill>
                          <a:latin typeface="Source Han Sans JP" panose="020B0500000000000000" pitchFamily="34" charset="-128"/>
                          <a:ea typeface="Source Han Sans JP" panose="020B0500000000000000" pitchFamily="34" charset="-128"/>
                        </a:rPr>
                        <a:t>エネルギーを</a:t>
                      </a:r>
                      <a:br>
                        <a:rPr kumimoji="1" lang="en-US" altLang="ja-JP" sz="1050" dirty="0">
                          <a:latin typeface="Source Han Sans JP" panose="020B0500000000000000" pitchFamily="34" charset="-128"/>
                          <a:ea typeface="Source Han Sans JP" panose="020B0500000000000000" pitchFamily="34" charset="-128"/>
                        </a:rPr>
                      </a:br>
                      <a:r>
                        <a:rPr kumimoji="1" lang="ja-JP" altLang="en-US" sz="1050">
                          <a:solidFill>
                            <a:srgbClr val="387DC9"/>
                          </a:solidFill>
                          <a:latin typeface="Source Han Sans JP" panose="020B0500000000000000" pitchFamily="34" charset="-128"/>
                          <a:ea typeface="Source Han Sans JP" panose="020B0500000000000000" pitchFamily="34" charset="-128"/>
                        </a:rPr>
                        <a:t>増やしたい</a:t>
                      </a:r>
                      <a:endParaRPr kumimoji="1" lang="en-US" altLang="ja-JP" sz="1050" dirty="0">
                        <a:solidFill>
                          <a:srgbClr val="387DC9"/>
                        </a:solidFill>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FFFFF"/>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a:t>
                      </a:r>
                      <a:br>
                        <a:rPr kumimoji="1" lang="en-US" altLang="ja-JP"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FFFFF"/>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a:t>
                      </a:r>
                      <a:br>
                        <a:rPr kumimoji="1" lang="en-US" altLang="ja-JP"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FFFFF"/>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a:t>
                      </a:r>
                      <a:br>
                        <a:rPr kumimoji="1" lang="en-US" altLang="ja-JP"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FFFFF"/>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a:t>
                      </a:r>
                      <a:br>
                        <a:rPr kumimoji="1" lang="en-US" altLang="ja-JP"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FFFFF"/>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FFFFF"/>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FFFFF"/>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a:t>
                      </a:r>
                      <a:br>
                        <a:rPr kumimoji="1" lang="en-US" altLang="ja-JP"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FFFFF"/>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a:t>
                      </a:r>
                      <a:br>
                        <a:rPr kumimoji="1" lang="en-US" altLang="ja-JP"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FFFFF"/>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FFFFF"/>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FFFFF"/>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1388052851"/>
                  </a:ext>
                </a:extLst>
              </a:tr>
              <a:tr h="370840">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50">
                          <a:solidFill>
                            <a:schemeClr val="tx1">
                              <a:lumMod val="85000"/>
                              <a:lumOff val="15000"/>
                            </a:schemeClr>
                          </a:solidFill>
                          <a:latin typeface="Source Han Sans JP" panose="020B0500000000000000" pitchFamily="34" charset="-128"/>
                          <a:ea typeface="Source Han Sans JP" panose="020B0500000000000000" pitchFamily="34" charset="-128"/>
                        </a:rPr>
                        <a:t>エネルギーを</a:t>
                      </a:r>
                      <a:br>
                        <a:rPr kumimoji="1" lang="en-US" altLang="ja-JP" sz="1050" dirty="0">
                          <a:latin typeface="Source Han Sans JP" panose="020B0500000000000000" pitchFamily="34" charset="-128"/>
                          <a:ea typeface="Source Han Sans JP" panose="020B0500000000000000" pitchFamily="34" charset="-128"/>
                        </a:rPr>
                      </a:br>
                      <a:r>
                        <a:rPr kumimoji="1" lang="ja-JP" altLang="en-US" sz="1050">
                          <a:solidFill>
                            <a:srgbClr val="CE4D44"/>
                          </a:solidFill>
                          <a:latin typeface="Source Han Sans JP" panose="020B0500000000000000" pitchFamily="34" charset="-128"/>
                          <a:ea typeface="Source Han Sans JP" panose="020B0500000000000000" pitchFamily="34" charset="-128"/>
                        </a:rPr>
                        <a:t>減らしたい</a:t>
                      </a:r>
                      <a:endParaRPr kumimoji="1" lang="en-US" altLang="ja-JP" sz="1050" dirty="0">
                        <a:solidFill>
                          <a:srgbClr val="CE4D44"/>
                        </a:solidFill>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bg2">
                          <a:lumMod val="50000"/>
                        </a:schemeClr>
                      </a:solidFill>
                      <a:prstDash val="solid"/>
                      <a:round/>
                      <a:headEnd type="none" w="med" len="med"/>
                      <a:tailEnd type="none" w="med" len="med"/>
                    </a:lnL>
                    <a:lnR w="9525" cap="flat" cmpd="sng" algn="ctr">
                      <a:solidFill>
                        <a:srgbClr val="81569B"/>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a:t>
                      </a:r>
                      <a:br>
                        <a:rPr kumimoji="1" lang="en-US" altLang="ja-JP" sz="10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9525" cap="flat" cmpd="sng" algn="ctr">
                      <a:solidFill>
                        <a:srgbClr val="81569B"/>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a:t>
                      </a:r>
                      <a:br>
                        <a:rPr kumimoji="1" lang="en-US" altLang="ja-JP" sz="10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a:t>
                      </a:r>
                      <a:br>
                        <a:rPr kumimoji="1" lang="en-US" altLang="ja-JP"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a:t>
                      </a:r>
                      <a:br>
                        <a:rPr kumimoji="1" lang="en-US" altLang="ja-JP"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a:t>
                      </a:r>
                      <a:br>
                        <a:rPr kumimoji="1" lang="en-US" altLang="ja-JP"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a:t>
                      </a:r>
                      <a:br>
                        <a:rPr kumimoji="1" lang="en-US" altLang="ja-JP" sz="10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9525" cap="flat" cmpd="sng" algn="ctr">
                      <a:solidFill>
                        <a:srgbClr val="81569B"/>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a:t>
                      </a:r>
                      <a:br>
                        <a:rPr kumimoji="1" lang="en-US" altLang="ja-JP"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9525" cap="flat" cmpd="sng" algn="ctr">
                      <a:solidFill>
                        <a:srgbClr val="81569B"/>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FFFFF"/>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a:t>
                      </a:r>
                      <a:br>
                        <a:rPr kumimoji="1" lang="en-US" altLang="ja-JP" sz="105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FFFFF"/>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現：小</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FFFFF"/>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a:t>
                      </a:r>
                      <a:br>
                        <a:rPr kumimoji="1" lang="en-US" altLang="ja-JP" sz="10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FFFFF"/>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a:t>
                      </a:r>
                      <a:br>
                        <a:rPr kumimoji="1" lang="en-US" altLang="ja-JP" sz="10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FFFFF"/>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a:t>
                      </a:r>
                      <a:br>
                        <a:rPr kumimoji="1" lang="en-US" altLang="ja-JP" sz="10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1714583487"/>
                  </a:ext>
                </a:extLst>
              </a:tr>
              <a:tr h="370840">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50">
                          <a:solidFill>
                            <a:schemeClr val="tx1">
                              <a:lumMod val="85000"/>
                              <a:lumOff val="15000"/>
                            </a:schemeClr>
                          </a:solidFill>
                          <a:latin typeface="Source Han Sans JP" panose="020B0500000000000000" pitchFamily="34" charset="-128"/>
                          <a:ea typeface="Source Han Sans JP" panose="020B0500000000000000" pitchFamily="34" charset="-128"/>
                        </a:rPr>
                        <a:t>糖質を</a:t>
                      </a:r>
                      <a:r>
                        <a:rPr kumimoji="1" lang="ja-JP" altLang="en-US" sz="1050">
                          <a:solidFill>
                            <a:srgbClr val="387DC9"/>
                          </a:solidFill>
                          <a:latin typeface="Source Han Sans JP" panose="020B0500000000000000" pitchFamily="34" charset="-128"/>
                          <a:ea typeface="Source Han Sans JP" panose="020B0500000000000000" pitchFamily="34" charset="-128"/>
                        </a:rPr>
                        <a:t>増やしたい</a:t>
                      </a:r>
                      <a:endParaRPr kumimoji="1" lang="en-US" altLang="ja-JP" sz="1050" dirty="0">
                        <a:solidFill>
                          <a:srgbClr val="387DC9"/>
                        </a:solidFill>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extLst>
                  <a:ext uri="{0D108BD9-81ED-4DB2-BD59-A6C34878D82A}">
                    <a16:rowId xmlns:a16="http://schemas.microsoft.com/office/drawing/2014/main" val="3209098464"/>
                  </a:ext>
                </a:extLst>
              </a:tr>
              <a:tr h="370840">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50">
                          <a:solidFill>
                            <a:schemeClr val="tx1">
                              <a:lumMod val="85000"/>
                              <a:lumOff val="15000"/>
                            </a:schemeClr>
                          </a:solidFill>
                          <a:latin typeface="Source Han Sans JP" panose="020B0500000000000000" pitchFamily="34" charset="-128"/>
                          <a:ea typeface="Source Han Sans JP" panose="020B0500000000000000" pitchFamily="34" charset="-128"/>
                        </a:rPr>
                        <a:t>糖質を</a:t>
                      </a:r>
                      <a:r>
                        <a:rPr kumimoji="1" lang="ja-JP" altLang="en-US" sz="1050">
                          <a:solidFill>
                            <a:srgbClr val="CE4D44"/>
                          </a:solidFill>
                          <a:latin typeface="Source Han Sans JP" panose="020B0500000000000000" pitchFamily="34" charset="-128"/>
                          <a:ea typeface="Source Han Sans JP" panose="020B0500000000000000" pitchFamily="34" charset="-128"/>
                        </a:rPr>
                        <a:t>減らしたい</a:t>
                      </a:r>
                      <a:endParaRPr kumimoji="1" lang="en-US" altLang="ja-JP" sz="1050" dirty="0">
                        <a:solidFill>
                          <a:srgbClr val="CE4D44"/>
                        </a:solidFill>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extLst>
                  <a:ext uri="{0D108BD9-81ED-4DB2-BD59-A6C34878D82A}">
                    <a16:rowId xmlns:a16="http://schemas.microsoft.com/office/drawing/2014/main" val="2050725459"/>
                  </a:ext>
                </a:extLst>
              </a:tr>
              <a:tr h="370840">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50" strike="noStrike">
                          <a:solidFill>
                            <a:schemeClr val="tx1">
                              <a:lumMod val="85000"/>
                              <a:lumOff val="15000"/>
                            </a:schemeClr>
                          </a:solidFill>
                          <a:latin typeface="Source Han Sans JP" panose="020B0500000000000000" pitchFamily="34" charset="-128"/>
                          <a:ea typeface="Source Han Sans JP" panose="020B0500000000000000" pitchFamily="34" charset="-128"/>
                        </a:rPr>
                        <a:t>脂質を</a:t>
                      </a:r>
                      <a:r>
                        <a:rPr kumimoji="1" lang="ja-JP" altLang="en-US" sz="1050" strike="noStrike">
                          <a:solidFill>
                            <a:srgbClr val="0070C0"/>
                          </a:solidFill>
                          <a:latin typeface="Source Han Sans JP" panose="020B0500000000000000" pitchFamily="34" charset="-128"/>
                          <a:ea typeface="Source Han Sans JP" panose="020B0500000000000000" pitchFamily="34" charset="-128"/>
                        </a:rPr>
                        <a:t>増やしたい</a:t>
                      </a:r>
                      <a:endParaRPr kumimoji="1" lang="en-US" altLang="ja-JP" sz="1050" strike="noStrike" dirty="0">
                        <a:solidFill>
                          <a:srgbClr val="0070C0"/>
                        </a:solidFill>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dirty="0">
                          <a:latin typeface="Source Han Sans JP" panose="020B0500000000000000" pitchFamily="34" charset="-128"/>
                          <a:ea typeface="Source Han Sans JP" panose="020B0500000000000000" pitchFamily="34" charset="-128"/>
                        </a:rPr>
                        <a:t>/</a:t>
                      </a: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F9F9F9"/>
                    </a:solidFill>
                  </a:tcPr>
                </a:tc>
                <a:extLst>
                  <a:ext uri="{0D108BD9-81ED-4DB2-BD59-A6C34878D82A}">
                    <a16:rowId xmlns:a16="http://schemas.microsoft.com/office/drawing/2014/main" val="4119666405"/>
                  </a:ext>
                </a:extLst>
              </a:tr>
              <a:tr h="370840">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50">
                          <a:latin typeface="Source Han Sans JP" panose="020B0500000000000000" pitchFamily="34" charset="-128"/>
                          <a:ea typeface="Source Han Sans JP" panose="020B0500000000000000" pitchFamily="34" charset="-128"/>
                        </a:rPr>
                        <a:t>脂質を</a:t>
                      </a:r>
                      <a:r>
                        <a:rPr kumimoji="1" lang="ja-JP" altLang="en-US" sz="1050">
                          <a:solidFill>
                            <a:srgbClr val="CE4D44"/>
                          </a:solidFill>
                          <a:latin typeface="Source Han Sans JP" panose="020B0500000000000000" pitchFamily="34" charset="-128"/>
                          <a:ea typeface="Source Han Sans JP" panose="020B0500000000000000" pitchFamily="34" charset="-128"/>
                        </a:rPr>
                        <a:t>減らしたい</a:t>
                      </a:r>
                      <a:endParaRPr kumimoji="1" lang="en-US" altLang="ja-JP" sz="1050" dirty="0">
                        <a:solidFill>
                          <a:srgbClr val="CE4D44"/>
                        </a:solidFill>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bg2">
                          <a:lumMod val="50000"/>
                        </a:schemeClr>
                      </a:solidFill>
                      <a:prstDash val="solid"/>
                      <a:round/>
                      <a:headEnd type="none" w="med" len="med"/>
                      <a:tailEnd type="none" w="med" len="med"/>
                    </a:lnL>
                    <a:lnR w="9525" cap="flat" cmpd="sng" algn="ctr">
                      <a:solidFill>
                        <a:srgbClr val="81569B"/>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9525" cap="flat" cmpd="sng" algn="ctr">
                      <a:solidFill>
                        <a:srgbClr val="81569B"/>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a:t>
                      </a:r>
                      <a:br>
                        <a:rPr kumimoji="1" lang="en-US" altLang="ja-JP" sz="10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a:t>
                      </a:r>
                      <a:br>
                        <a:rPr kumimoji="1" lang="en-US" altLang="ja-JP" sz="10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a:t>
                      </a:r>
                      <a:br>
                        <a:rPr kumimoji="1" lang="en-US" altLang="ja-JP" sz="10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a:t>
                      </a:r>
                      <a:br>
                        <a:rPr kumimoji="1" lang="en-US" altLang="ja-JP" sz="10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9525" cap="flat" cmpd="sng" algn="ctr">
                      <a:solidFill>
                        <a:srgbClr val="81569B"/>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9525" cap="flat" cmpd="sng" algn="ctr">
                      <a:solidFill>
                        <a:srgbClr val="81569B"/>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現：大</a:t>
                      </a:r>
                      <a:br>
                        <a:rPr kumimoji="1" lang="en-US" altLang="ja-JP" sz="105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ja-JP" altLang="en-US" sz="10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現：中</a:t>
                      </a:r>
                      <a:br>
                        <a:rPr kumimoji="1" lang="en-US" altLang="ja-JP" sz="10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br>
                      <a:r>
                        <a:rPr kumimoji="1" lang="ja-JP" altLang="en-US" sz="1000" b="0"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変：</a:t>
                      </a:r>
                      <a:r>
                        <a:rPr kumimoji="1" lang="ja-JP" altLang="en-US" sz="1000" b="1" i="0" u="none" strike="noStrike" kern="1200" cap="none" spc="0" normalizeH="0" baseline="0" noProof="0">
                          <a:ln>
                            <a:noFill/>
                          </a:ln>
                          <a:solidFill>
                            <a:srgbClr val="9564B1"/>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000" b="1" i="0" u="none" strike="noStrike" kern="1200" cap="none" spc="0" normalizeH="0" baseline="0" noProof="0" dirty="0">
                        <a:ln>
                          <a:noFill/>
                        </a:ln>
                        <a:solidFill>
                          <a:srgbClr val="9564B1"/>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9525" cap="flat" cmpd="sng" algn="ctr">
                      <a:solidFill>
                        <a:srgbClr val="81569B"/>
                      </a:solidFill>
                      <a:prstDash val="solid"/>
                      <a:round/>
                      <a:headEnd type="none" w="med" len="med"/>
                      <a:tailEnd type="none" w="med" len="med"/>
                    </a:lnR>
                    <a:lnT w="9525" cap="flat" cmpd="sng" algn="ctr">
                      <a:solidFill>
                        <a:srgbClr val="81569B"/>
                      </a:solidFill>
                      <a:prstDash val="solid"/>
                      <a:round/>
                      <a:headEnd type="none" w="med" len="med"/>
                      <a:tailEnd type="none" w="med" len="med"/>
                    </a:lnT>
                    <a:lnB w="9525" cap="flat" cmpd="sng" algn="ctr">
                      <a:solidFill>
                        <a:srgbClr val="81569B"/>
                      </a:solidFill>
                      <a:prstDash val="solid"/>
                      <a:round/>
                      <a:headEnd type="none" w="med" len="med"/>
                      <a:tailEnd type="none" w="med" len="med"/>
                    </a:lnB>
                    <a:solidFill>
                      <a:srgbClr val="9564B1">
                        <a:alpha val="15294"/>
                      </a:srgbClr>
                    </a:solidFill>
                  </a:tcPr>
                </a:tc>
                <a:extLst>
                  <a:ext uri="{0D108BD9-81ED-4DB2-BD59-A6C34878D82A}">
                    <a16:rowId xmlns:a16="http://schemas.microsoft.com/office/drawing/2014/main" val="3876861661"/>
                  </a:ext>
                </a:extLst>
              </a:tr>
              <a:tr h="370840">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50">
                          <a:latin typeface="Source Han Sans JP" panose="020B0500000000000000" pitchFamily="34" charset="-128"/>
                          <a:ea typeface="Source Han Sans JP" panose="020B0500000000000000" pitchFamily="34" charset="-128"/>
                        </a:rPr>
                        <a:t>タンパク質を</a:t>
                      </a:r>
                      <a:br>
                        <a:rPr kumimoji="1" lang="en-US" altLang="ja-JP" sz="1050" dirty="0">
                          <a:latin typeface="Source Han Sans JP" panose="020B0500000000000000" pitchFamily="34" charset="-128"/>
                          <a:ea typeface="Source Han Sans JP" panose="020B0500000000000000" pitchFamily="34" charset="-128"/>
                        </a:rPr>
                      </a:br>
                      <a:r>
                        <a:rPr kumimoji="1" lang="ja-JP" altLang="en-US" sz="1050">
                          <a:solidFill>
                            <a:srgbClr val="387DC9"/>
                          </a:solidFill>
                          <a:latin typeface="Source Han Sans JP" panose="020B0500000000000000" pitchFamily="34" charset="-128"/>
                          <a:ea typeface="Source Han Sans JP" panose="020B0500000000000000" pitchFamily="34" charset="-128"/>
                        </a:rPr>
                        <a:t>増やしたい</a:t>
                      </a:r>
                      <a:endParaRPr kumimoji="1" lang="en-US" altLang="ja-JP" sz="1050" dirty="0">
                        <a:solidFill>
                          <a:srgbClr val="387DC9"/>
                        </a:solidFill>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1270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9525" cap="flat" cmpd="sng" algn="ctr">
                      <a:solidFill>
                        <a:srgbClr val="81569B"/>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solidFill>
                      <a:srgbClr val="F9F9F9"/>
                    </a:solidFill>
                  </a:tcPr>
                </a:tc>
                <a:extLst>
                  <a:ext uri="{0D108BD9-81ED-4DB2-BD59-A6C34878D82A}">
                    <a16:rowId xmlns:a16="http://schemas.microsoft.com/office/drawing/2014/main" val="2028751225"/>
                  </a:ext>
                </a:extLst>
              </a:tr>
              <a:tr h="370840">
                <a:tc>
                  <a:txBody>
                    <a:bodyPr/>
                    <a:lstStyle/>
                    <a:p>
                      <a:pPr marL="0" marR="0" lvl="0" indent="0" algn="l" defTabSz="914400" rtl="0" eaLnBrk="1" fontAlgn="auto" latinLnBrk="0" hangingPunct="1">
                        <a:lnSpc>
                          <a:spcPts val="1540"/>
                        </a:lnSpc>
                        <a:spcBef>
                          <a:spcPts val="0"/>
                        </a:spcBef>
                        <a:spcAft>
                          <a:spcPts val="0"/>
                        </a:spcAft>
                        <a:buClrTx/>
                        <a:buSzTx/>
                        <a:buFontTx/>
                        <a:buNone/>
                        <a:tabLst/>
                        <a:defRPr/>
                      </a:pPr>
                      <a:r>
                        <a:rPr kumimoji="1" lang="ja-JP" altLang="en-US" sz="1050">
                          <a:solidFill>
                            <a:schemeClr val="tx1">
                              <a:lumMod val="85000"/>
                              <a:lumOff val="15000"/>
                            </a:schemeClr>
                          </a:solidFill>
                          <a:latin typeface="Source Han Sans JP" panose="020B0500000000000000" pitchFamily="34" charset="-128"/>
                          <a:ea typeface="Source Han Sans JP" panose="020B0500000000000000" pitchFamily="34" charset="-128"/>
                        </a:rPr>
                        <a:t>タンパク質を</a:t>
                      </a:r>
                      <a:br>
                        <a:rPr kumimoji="1" lang="en-US" altLang="ja-JP" sz="1050" dirty="0">
                          <a:solidFill>
                            <a:schemeClr val="tx1">
                              <a:lumMod val="85000"/>
                              <a:lumOff val="15000"/>
                            </a:schemeClr>
                          </a:solidFill>
                          <a:latin typeface="Source Han Sans JP" panose="020B0500000000000000" pitchFamily="34" charset="-128"/>
                          <a:ea typeface="Source Han Sans JP" panose="020B0500000000000000" pitchFamily="34" charset="-128"/>
                        </a:rPr>
                      </a:br>
                      <a:r>
                        <a:rPr kumimoji="1" lang="ja-JP" altLang="en-US" sz="1050">
                          <a:solidFill>
                            <a:srgbClr val="CE4D44"/>
                          </a:solidFill>
                          <a:latin typeface="Source Han Sans JP" panose="020B0500000000000000" pitchFamily="34" charset="-128"/>
                          <a:ea typeface="Source Han Sans JP" panose="020B0500000000000000" pitchFamily="34" charset="-128"/>
                        </a:rPr>
                        <a:t>減らしたい</a:t>
                      </a:r>
                      <a:endParaRPr kumimoji="1" lang="en-US" altLang="ja-JP" sz="1050" dirty="0">
                        <a:solidFill>
                          <a:srgbClr val="CE4D44"/>
                        </a:solidFill>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1270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endPar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9F9F9"/>
                    </a:solidFill>
                  </a:tcPr>
                </a:tc>
                <a:tc>
                  <a:txBody>
                    <a:bodyPr/>
                    <a:lstStyle/>
                    <a:p>
                      <a:pPr marL="0" marR="0" lvl="0" indent="0" algn="ctr" defTabSz="914400" rtl="0" eaLnBrk="1" fontAlgn="auto" latinLnBrk="0" hangingPunct="1">
                        <a:lnSpc>
                          <a:spcPts val="154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t>/</a:t>
                      </a:r>
                    </a:p>
                  </a:txBody>
                  <a:tcPr anchor="ctr">
                    <a:lnL w="6350" cap="flat" cmpd="sng" algn="ctr">
                      <a:solidFill>
                        <a:schemeClr val="bg2">
                          <a:lumMod val="50000"/>
                        </a:schemeClr>
                      </a:solidFill>
                      <a:prstDash val="solid"/>
                      <a:round/>
                      <a:headEnd type="none" w="med" len="med"/>
                      <a:tailEnd type="none" w="med" len="med"/>
                    </a:lnL>
                    <a:lnR w="1270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12700" cap="flat" cmpd="sng" algn="ctr">
                      <a:solidFill>
                        <a:schemeClr val="bg2">
                          <a:lumMod val="50000"/>
                        </a:schemeClr>
                      </a:solidFill>
                      <a:prstDash val="solid"/>
                      <a:round/>
                      <a:headEnd type="none" w="med" len="med"/>
                      <a:tailEnd type="none" w="med" len="med"/>
                    </a:lnB>
                    <a:solidFill>
                      <a:srgbClr val="F9F9F9"/>
                    </a:solidFill>
                  </a:tcPr>
                </a:tc>
                <a:extLst>
                  <a:ext uri="{0D108BD9-81ED-4DB2-BD59-A6C34878D82A}">
                    <a16:rowId xmlns:a16="http://schemas.microsoft.com/office/drawing/2014/main" val="122191099"/>
                  </a:ext>
                </a:extLst>
              </a:tr>
            </a:tbl>
          </a:graphicData>
        </a:graphic>
      </p:graphicFrame>
      <p:sp>
        <p:nvSpPr>
          <p:cNvPr id="4" name="テキスト ボックス 3">
            <a:extLst>
              <a:ext uri="{FF2B5EF4-FFF2-40B4-BE49-F238E27FC236}">
                <a16:creationId xmlns:a16="http://schemas.microsoft.com/office/drawing/2014/main" id="{14FB1F07-C308-F539-AAB9-CAB9E416C383}"/>
              </a:ext>
            </a:extLst>
          </p:cNvPr>
          <p:cNvSpPr txBox="1"/>
          <p:nvPr/>
        </p:nvSpPr>
        <p:spPr>
          <a:xfrm>
            <a:off x="223842" y="455087"/>
            <a:ext cx="9137328" cy="507619"/>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defRPr/>
            </a:pPr>
            <a:r>
              <a:rPr lang="ja-JP" altLang="en-US" sz="2200" b="1" spc="50">
                <a:solidFill>
                  <a:srgbClr val="42557A"/>
                </a:solidFill>
                <a:latin typeface="源ノ角ゴシック JP" panose="020B0500000000000000" pitchFamily="34" charset="-128"/>
                <a:ea typeface="源ノ角ゴシック JP" panose="020B0500000000000000" pitchFamily="34" charset="-128"/>
              </a:rPr>
              <a:t>現在のニーズが大きく、過去から増加した健康ニーズに対象を絞った</a:t>
            </a:r>
            <a:endParaRPr lang="en-US" altLang="ja-JP" sz="2200" b="1" spc="50" dirty="0">
              <a:solidFill>
                <a:srgbClr val="42557A"/>
              </a:solidFill>
              <a:latin typeface="源ノ角ゴシック JP" panose="020B0500000000000000" pitchFamily="34" charset="-128"/>
              <a:ea typeface="源ノ角ゴシック JP" panose="020B0500000000000000" pitchFamily="34" charset="-128"/>
            </a:endParaRPr>
          </a:p>
        </p:txBody>
      </p:sp>
      <p:grpSp>
        <p:nvGrpSpPr>
          <p:cNvPr id="9" name="グループ化 8">
            <a:extLst>
              <a:ext uri="{FF2B5EF4-FFF2-40B4-BE49-F238E27FC236}">
                <a16:creationId xmlns:a16="http://schemas.microsoft.com/office/drawing/2014/main" id="{DD65AA5F-B6C5-94E0-CF48-838C0D56D9C2}"/>
              </a:ext>
            </a:extLst>
          </p:cNvPr>
          <p:cNvGrpSpPr/>
          <p:nvPr/>
        </p:nvGrpSpPr>
        <p:grpSpPr>
          <a:xfrm>
            <a:off x="842404" y="1032728"/>
            <a:ext cx="4129710" cy="842369"/>
            <a:chOff x="408000" y="1066441"/>
            <a:chExt cx="4129710" cy="842369"/>
          </a:xfrm>
        </p:grpSpPr>
        <p:sp>
          <p:nvSpPr>
            <p:cNvPr id="8" name="正方形/長方形 7">
              <a:extLst>
                <a:ext uri="{FF2B5EF4-FFF2-40B4-BE49-F238E27FC236}">
                  <a16:creationId xmlns:a16="http://schemas.microsoft.com/office/drawing/2014/main" id="{32167CA3-9D5D-4DDD-6F1D-9B8ABD735B58}"/>
                </a:ext>
              </a:extLst>
            </p:cNvPr>
            <p:cNvSpPr/>
            <p:nvPr/>
          </p:nvSpPr>
          <p:spPr>
            <a:xfrm>
              <a:off x="408000" y="1066441"/>
              <a:ext cx="4129710" cy="842369"/>
            </a:xfrm>
            <a:prstGeom prst="rect">
              <a:avLst/>
            </a:prstGeom>
            <a:solidFill>
              <a:schemeClr val="bg1">
                <a:lumMod val="95000"/>
                <a:alpha val="30000"/>
              </a:schemeClr>
            </a:solidFill>
            <a:ln w="12700">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n>
                  <a:solidFill>
                    <a:schemeClr val="tx1">
                      <a:lumMod val="50000"/>
                      <a:lumOff val="50000"/>
                    </a:schemeClr>
                  </a:solidFill>
                </a:ln>
              </a:endParaRPr>
            </a:p>
          </p:txBody>
        </p:sp>
        <p:sp>
          <p:nvSpPr>
            <p:cNvPr id="6" name="テキスト ボックス 5">
              <a:extLst>
                <a:ext uri="{FF2B5EF4-FFF2-40B4-BE49-F238E27FC236}">
                  <a16:creationId xmlns:a16="http://schemas.microsoft.com/office/drawing/2014/main" id="{AEF5DA56-4928-0281-005E-C97457F05447}"/>
                </a:ext>
              </a:extLst>
            </p:cNvPr>
            <p:cNvSpPr txBox="1"/>
            <p:nvPr/>
          </p:nvSpPr>
          <p:spPr>
            <a:xfrm>
              <a:off x="477988" y="1183807"/>
              <a:ext cx="3956852" cy="300082"/>
            </a:xfrm>
            <a:prstGeom prst="rect">
              <a:avLst/>
            </a:prstGeom>
            <a:noFill/>
          </p:spPr>
          <p:txBody>
            <a:bodyPr wrap="square">
              <a:spAutoFit/>
            </a:bodyPr>
            <a:lstStyle/>
            <a:p>
              <a:pPr>
                <a:defRPr/>
              </a:pPr>
              <a:r>
                <a:rPr kumimoji="1" lang="ja-JP" altLang="en-US" sz="1350">
                  <a:solidFill>
                    <a:srgbClr val="DCD8DC">
                      <a:lumMod val="25000"/>
                    </a:srgbClr>
                  </a:solidFill>
                  <a:latin typeface="源ノ角ゴシック JP" panose="020B0500000000000000" pitchFamily="34" charset="-128"/>
                  <a:ea typeface="源ノ角ゴシック JP" panose="020B0500000000000000" pitchFamily="34" charset="-128"/>
                </a:rPr>
                <a:t>現在のニーズの</a:t>
              </a:r>
              <a:r>
                <a:rPr kumimoji="1" lang="ja-JP" altLang="en-US" sz="1350" u="sng">
                  <a:solidFill>
                    <a:srgbClr val="DCD8DC">
                      <a:lumMod val="25000"/>
                    </a:srgbClr>
                  </a:solidFill>
                  <a:latin typeface="源ノ角ゴシック JP" panose="020B0500000000000000" pitchFamily="34" charset="-128"/>
                  <a:ea typeface="源ノ角ゴシック JP" panose="020B0500000000000000" pitchFamily="34" charset="-128"/>
                </a:rPr>
                <a:t>大きさ</a:t>
              </a:r>
              <a:r>
                <a:rPr kumimoji="1" lang="ja-JP" altLang="en-US" sz="135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350">
                  <a:solidFill>
                    <a:srgbClr val="599975"/>
                  </a:solidFill>
                  <a:latin typeface="源ノ角ゴシック JP" panose="020B0500000000000000" pitchFamily="34" charset="-128"/>
                  <a:ea typeface="源ノ角ゴシック JP" panose="020B0500000000000000" pitchFamily="34" charset="-128"/>
                </a:rPr>
                <a:t>大きい</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350">
                  <a:solidFill>
                    <a:srgbClr val="E27A1C"/>
                  </a:solidFill>
                  <a:latin typeface="源ノ角ゴシック JP" panose="020B0500000000000000" pitchFamily="34" charset="-128"/>
                  <a:ea typeface="源ノ角ゴシック JP" panose="020B0500000000000000" pitchFamily="34" charset="-128"/>
                </a:rPr>
                <a:t>中程度</a:t>
              </a:r>
              <a:r>
                <a:rPr kumimoji="1" lang="en-US" altLang="ja-JP" sz="1350" dirty="0">
                  <a:solidFill>
                    <a:srgbClr val="E27A1C"/>
                  </a:solidFill>
                  <a:latin typeface="源ノ角ゴシック JP" panose="020B0500000000000000" pitchFamily="34" charset="-128"/>
                  <a:ea typeface="源ノ角ゴシック JP" panose="020B0500000000000000" pitchFamily="34" charset="-128"/>
                </a:rPr>
                <a:t> </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350">
                  <a:solidFill>
                    <a:srgbClr val="CE4D44"/>
                  </a:solidFill>
                  <a:latin typeface="源ノ角ゴシック JP" panose="020B0500000000000000" pitchFamily="34" charset="-128"/>
                  <a:ea typeface="源ノ角ゴシック JP" panose="020B0500000000000000" pitchFamily="34" charset="-128"/>
                </a:rPr>
                <a:t>小さい</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a:t>
              </a:r>
            </a:p>
          </p:txBody>
        </p:sp>
        <p:sp>
          <p:nvSpPr>
            <p:cNvPr id="7" name="テキスト ボックス 6">
              <a:extLst>
                <a:ext uri="{FF2B5EF4-FFF2-40B4-BE49-F238E27FC236}">
                  <a16:creationId xmlns:a16="http://schemas.microsoft.com/office/drawing/2014/main" id="{969B9C75-F14F-6257-DBBA-428E4D892C71}"/>
                </a:ext>
              </a:extLst>
            </p:cNvPr>
            <p:cNvSpPr txBox="1"/>
            <p:nvPr/>
          </p:nvSpPr>
          <p:spPr>
            <a:xfrm>
              <a:off x="477988" y="1515745"/>
              <a:ext cx="3808262" cy="300082"/>
            </a:xfrm>
            <a:prstGeom prst="rect">
              <a:avLst/>
            </a:prstGeom>
            <a:noFill/>
          </p:spPr>
          <p:txBody>
            <a:bodyPr wrap="square">
              <a:spAutoFit/>
            </a:bodyPr>
            <a:lstStyle/>
            <a:p>
              <a:pPr>
                <a:defRPr/>
              </a:pPr>
              <a:r>
                <a:rPr kumimoji="1" lang="ja-JP" altLang="en-US" sz="1350">
                  <a:solidFill>
                    <a:srgbClr val="DCD8DC">
                      <a:lumMod val="25000"/>
                    </a:srgbClr>
                  </a:solidFill>
                  <a:latin typeface="源ノ角ゴシック JP" panose="020B0500000000000000" pitchFamily="34" charset="-128"/>
                  <a:ea typeface="源ノ角ゴシック JP" panose="020B0500000000000000" pitchFamily="34" charset="-128"/>
                </a:rPr>
                <a:t>過去からニーズの</a:t>
              </a:r>
              <a:r>
                <a:rPr kumimoji="1" lang="ja-JP" altLang="en-US" sz="1350" u="sng">
                  <a:solidFill>
                    <a:srgbClr val="DCD8DC">
                      <a:lumMod val="25000"/>
                    </a:srgbClr>
                  </a:solidFill>
                  <a:latin typeface="源ノ角ゴシック JP" panose="020B0500000000000000" pitchFamily="34" charset="-128"/>
                  <a:ea typeface="源ノ角ゴシック JP" panose="020B0500000000000000" pitchFamily="34" charset="-128"/>
                </a:rPr>
                <a:t>変化</a:t>
              </a:r>
              <a:r>
                <a:rPr kumimoji="1" lang="ja-JP" altLang="en-US" sz="135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350" b="1">
                  <a:solidFill>
                    <a:srgbClr val="9564B1"/>
                  </a:solidFill>
                  <a:latin typeface="源ノ角ゴシック JP" panose="020B0500000000000000" pitchFamily="34" charset="-128"/>
                  <a:ea typeface="源ノ角ゴシック JP" panose="020B0500000000000000" pitchFamily="34" charset="-128"/>
                </a:rPr>
                <a:t>↑</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350" b="1">
                  <a:solidFill>
                    <a:srgbClr val="9564B1"/>
                  </a:solidFill>
                  <a:latin typeface="源ノ角ゴシック JP" panose="020B0500000000000000" pitchFamily="34" charset="-128"/>
                  <a:ea typeface="源ノ角ゴシック JP" panose="020B0500000000000000" pitchFamily="34" charset="-128"/>
                </a:rPr>
                <a:t>→</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350" b="1">
                  <a:solidFill>
                    <a:srgbClr val="9564B1"/>
                  </a:solidFill>
                  <a:latin typeface="源ノ角ゴシック JP" panose="020B0500000000000000" pitchFamily="34" charset="-128"/>
                  <a:ea typeface="源ノ角ゴシック JP" panose="020B0500000000000000" pitchFamily="34" charset="-128"/>
                </a:rPr>
                <a:t>↓</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a:t>
              </a:r>
            </a:p>
          </p:txBody>
        </p:sp>
      </p:grpSp>
      <p:sp>
        <p:nvSpPr>
          <p:cNvPr id="10" name="テキスト ボックス 9">
            <a:extLst>
              <a:ext uri="{FF2B5EF4-FFF2-40B4-BE49-F238E27FC236}">
                <a16:creationId xmlns:a16="http://schemas.microsoft.com/office/drawing/2014/main" id="{6C5E6136-8E8C-883B-52CE-2A6A47A85096}"/>
              </a:ext>
            </a:extLst>
          </p:cNvPr>
          <p:cNvSpPr txBox="1"/>
          <p:nvPr/>
        </p:nvSpPr>
        <p:spPr>
          <a:xfrm>
            <a:off x="5066987" y="1331497"/>
            <a:ext cx="4742042" cy="284693"/>
          </a:xfrm>
          <a:prstGeom prst="rect">
            <a:avLst/>
          </a:prstGeom>
          <a:noFill/>
        </p:spPr>
        <p:txBody>
          <a:bodyPr wrap="square">
            <a:spAutoFit/>
          </a:bodyPr>
          <a:lstStyle/>
          <a:p>
            <a:pPr>
              <a:defRPr/>
            </a:pP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 現在時点は</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2024</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年頃</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を指す、過去時点は</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2010</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年頃</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を指す</a:t>
            </a:r>
            <a:endPar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1" name="テキスト ボックス 10">
            <a:extLst>
              <a:ext uri="{FF2B5EF4-FFF2-40B4-BE49-F238E27FC236}">
                <a16:creationId xmlns:a16="http://schemas.microsoft.com/office/drawing/2014/main" id="{2035F722-F55C-65C2-0E24-A4FC599CEBF9}"/>
              </a:ext>
            </a:extLst>
          </p:cNvPr>
          <p:cNvSpPr txBox="1"/>
          <p:nvPr/>
        </p:nvSpPr>
        <p:spPr>
          <a:xfrm>
            <a:off x="5066987" y="1593123"/>
            <a:ext cx="5004932" cy="284693"/>
          </a:xfrm>
          <a:prstGeom prst="rect">
            <a:avLst/>
          </a:prstGeom>
          <a:noFill/>
        </p:spPr>
        <p:txBody>
          <a:bodyPr wrap="square">
            <a:spAutoFit/>
          </a:bodyPr>
          <a:lstStyle/>
          <a:p>
            <a:pPr>
              <a:defRPr/>
            </a:pPr>
            <a:r>
              <a:rPr kumimoji="1" lang="en-US" altLang="ja-JP" sz="1250" dirty="0">
                <a:solidFill>
                  <a:srgbClr val="9564B1"/>
                </a:solidFill>
                <a:latin typeface="源ノ角ゴシック JP" panose="020B0500000000000000" pitchFamily="34" charset="-128"/>
                <a:ea typeface="源ノ角ゴシック JP" panose="020B0500000000000000" pitchFamily="34" charset="-128"/>
              </a:rPr>
              <a:t>※</a:t>
            </a:r>
            <a:r>
              <a:rPr kumimoji="1" lang="ja-JP" altLang="en-US" sz="1250">
                <a:solidFill>
                  <a:srgbClr val="9564B1"/>
                </a:solidFill>
                <a:latin typeface="源ノ角ゴシック JP" panose="020B0500000000000000" pitchFamily="34" charset="-128"/>
                <a:ea typeface="源ノ角ゴシック JP" panose="020B0500000000000000" pitchFamily="34" charset="-128"/>
              </a:rPr>
              <a:t> むらさきのセルは、本プロジェクトで注力する健康ニーズを表す</a:t>
            </a:r>
            <a:endParaRPr kumimoji="1" lang="en-US" altLang="ja-JP" sz="1250" dirty="0">
              <a:solidFill>
                <a:srgbClr val="9564B1"/>
              </a:solidFill>
              <a:latin typeface="源ノ角ゴシック JP" panose="020B0500000000000000" pitchFamily="34" charset="-128"/>
              <a:ea typeface="源ノ角ゴシック JP" panose="020B0500000000000000" pitchFamily="34" charset="-128"/>
            </a:endParaRPr>
          </a:p>
        </p:txBody>
      </p:sp>
      <p:sp>
        <p:nvSpPr>
          <p:cNvPr id="12" name="テキスト ボックス 11">
            <a:extLst>
              <a:ext uri="{FF2B5EF4-FFF2-40B4-BE49-F238E27FC236}">
                <a16:creationId xmlns:a16="http://schemas.microsoft.com/office/drawing/2014/main" id="{46B34E5E-D490-7C09-FACF-6F582A1581E5}"/>
              </a:ext>
            </a:extLst>
          </p:cNvPr>
          <p:cNvSpPr txBox="1"/>
          <p:nvPr/>
        </p:nvSpPr>
        <p:spPr>
          <a:xfrm>
            <a:off x="752779" y="6320646"/>
            <a:ext cx="11216310" cy="408510"/>
          </a:xfrm>
          <a:prstGeom prst="rect">
            <a:avLst/>
          </a:prstGeom>
          <a:noFill/>
        </p:spPr>
        <p:txBody>
          <a:bodyPr wrap="square">
            <a:spAutoFit/>
          </a:bodyPr>
          <a:lstStyle/>
          <a:p>
            <a:pPr>
              <a:lnSpc>
                <a:spcPts val="1280"/>
              </a:lnSpc>
              <a:defRPr/>
            </a:pP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[1] </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厚生労働省「平成</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22</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年国民健康・栄養調査報告」（</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2012</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 [2] </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厚生労働省「令和</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6</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年国民健康・栄養調査報告」（</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2026</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 [3] </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厚生労働省「日本人の食事摂取基準（</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2010</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年度版）」（</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2009</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a:t>
            </a:r>
            <a:endPar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endParaRPr>
          </a:p>
          <a:p>
            <a:pPr>
              <a:lnSpc>
                <a:spcPts val="1280"/>
              </a:lnSpc>
              <a:defRPr/>
            </a:pP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[4] </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厚生労働省「日本人の食事摂取基準（</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2025</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年度版）」（</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2024</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 [5] </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農林水産省「平成</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27</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年度食育推進施策」（</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2016</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 [6] </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農林水産省「食育に関する意識調査」（</a:t>
            </a:r>
            <a:r>
              <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2025</a:t>
            </a:r>
            <a:r>
              <a:rPr kumimoji="1" lang="ja-JP" altLang="en-US" sz="8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a:t>
            </a:r>
            <a:endParaRPr kumimoji="1" lang="en-US" altLang="ja-JP" sz="8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endParaRPr>
          </a:p>
        </p:txBody>
      </p:sp>
    </p:spTree>
    <p:extLst>
      <p:ext uri="{BB962C8B-B14F-4D97-AF65-F5344CB8AC3E}">
        <p14:creationId xmlns:p14="http://schemas.microsoft.com/office/powerpoint/2010/main" val="216345598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p:bg>
      <p:bgPr>
        <a:solidFill>
          <a:srgbClr val="F5EDE9">
            <a:alpha val="4000"/>
          </a:srgbClr>
        </a:solidFill>
        <a:effectLst/>
      </p:bgPr>
    </p:bg>
    <p:spTree>
      <p:nvGrpSpPr>
        <p:cNvPr id="1" name="">
          <a:extLst>
            <a:ext uri="{FF2B5EF4-FFF2-40B4-BE49-F238E27FC236}">
              <a16:creationId xmlns:a16="http://schemas.microsoft.com/office/drawing/2014/main" id="{536322D5-6E9A-3178-7BBB-6AEACA0458F8}"/>
            </a:ext>
          </a:extLst>
        </p:cNvPr>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C85AC804-4942-CCB1-B480-C9F165DDD4AE}"/>
              </a:ext>
            </a:extLst>
          </p:cNvPr>
          <p:cNvSpPr txBox="1"/>
          <p:nvPr/>
        </p:nvSpPr>
        <p:spPr>
          <a:xfrm>
            <a:off x="223842" y="455087"/>
            <a:ext cx="9137328" cy="507619"/>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defRPr/>
            </a:pPr>
            <a:r>
              <a:rPr lang="ja-JP" altLang="en-US" sz="2200" b="1" spc="50">
                <a:solidFill>
                  <a:srgbClr val="42557A"/>
                </a:solidFill>
                <a:latin typeface="源ノ角ゴシック JP" panose="020B0500000000000000" pitchFamily="34" charset="-128"/>
                <a:ea typeface="源ノ角ゴシック JP" panose="020B0500000000000000" pitchFamily="34" charset="-128"/>
              </a:rPr>
              <a:t>現在のニーズが大きく、過去から増加した健康ニーズに対象を絞った</a:t>
            </a:r>
            <a:endParaRPr lang="en-US" altLang="ja-JP" sz="2200" b="1" spc="50" dirty="0">
              <a:solidFill>
                <a:srgbClr val="42557A"/>
              </a:solidFill>
              <a:latin typeface="源ノ角ゴシック JP" panose="020B0500000000000000" pitchFamily="34" charset="-128"/>
              <a:ea typeface="源ノ角ゴシック JP" panose="020B0500000000000000" pitchFamily="34" charset="-128"/>
            </a:endParaRPr>
          </a:p>
        </p:txBody>
      </p:sp>
      <p:grpSp>
        <p:nvGrpSpPr>
          <p:cNvPr id="39" name="グループ化 38">
            <a:extLst>
              <a:ext uri="{FF2B5EF4-FFF2-40B4-BE49-F238E27FC236}">
                <a16:creationId xmlns:a16="http://schemas.microsoft.com/office/drawing/2014/main" id="{9ABEB4FD-F50F-242A-D423-EE827CF7524D}"/>
              </a:ext>
            </a:extLst>
          </p:cNvPr>
          <p:cNvGrpSpPr/>
          <p:nvPr/>
        </p:nvGrpSpPr>
        <p:grpSpPr>
          <a:xfrm>
            <a:off x="2295235" y="1116375"/>
            <a:ext cx="7601529" cy="5275157"/>
            <a:chOff x="2103645" y="1141054"/>
            <a:chExt cx="7601529" cy="5275157"/>
          </a:xfrm>
        </p:grpSpPr>
        <p:grpSp>
          <p:nvGrpSpPr>
            <p:cNvPr id="36" name="グループ化 35">
              <a:extLst>
                <a:ext uri="{FF2B5EF4-FFF2-40B4-BE49-F238E27FC236}">
                  <a16:creationId xmlns:a16="http://schemas.microsoft.com/office/drawing/2014/main" id="{FE3F45C3-4347-3AC2-8FDD-763D3A1C191D}"/>
                </a:ext>
              </a:extLst>
            </p:cNvPr>
            <p:cNvGrpSpPr/>
            <p:nvPr/>
          </p:nvGrpSpPr>
          <p:grpSpPr>
            <a:xfrm>
              <a:off x="2103645" y="1141054"/>
              <a:ext cx="7516888" cy="5275157"/>
              <a:chOff x="2130172" y="1141054"/>
              <a:chExt cx="7516888" cy="5275157"/>
            </a:xfrm>
          </p:grpSpPr>
          <p:grpSp>
            <p:nvGrpSpPr>
              <p:cNvPr id="18" name="グループ化 17">
                <a:extLst>
                  <a:ext uri="{FF2B5EF4-FFF2-40B4-BE49-F238E27FC236}">
                    <a16:creationId xmlns:a16="http://schemas.microsoft.com/office/drawing/2014/main" id="{4458B2E6-4BDE-94D5-B6FD-A7ECD75221A7}"/>
                  </a:ext>
                </a:extLst>
              </p:cNvPr>
              <p:cNvGrpSpPr/>
              <p:nvPr/>
            </p:nvGrpSpPr>
            <p:grpSpPr>
              <a:xfrm>
                <a:off x="2130172" y="1141054"/>
                <a:ext cx="3814501" cy="2643842"/>
                <a:chOff x="4944890" y="1333172"/>
                <a:chExt cx="3814501" cy="2643842"/>
              </a:xfrm>
            </p:grpSpPr>
            <p:sp>
              <p:nvSpPr>
                <p:cNvPr id="25" name="テキスト ボックス 24">
                  <a:extLst>
                    <a:ext uri="{FF2B5EF4-FFF2-40B4-BE49-F238E27FC236}">
                      <a16:creationId xmlns:a16="http://schemas.microsoft.com/office/drawing/2014/main" id="{468E1679-EEAB-2B5D-D574-1FF0A22E0497}"/>
                    </a:ext>
                  </a:extLst>
                </p:cNvPr>
                <p:cNvSpPr txBox="1"/>
                <p:nvPr/>
              </p:nvSpPr>
              <p:spPr>
                <a:xfrm>
                  <a:off x="4944890" y="1333172"/>
                  <a:ext cx="3611329" cy="333681"/>
                </a:xfrm>
                <a:prstGeom prst="rect">
                  <a:avLst/>
                </a:prstGeom>
                <a:noFill/>
              </p:spPr>
              <p:txBody>
                <a:bodyPr wrap="square">
                  <a:spAutoFit/>
                </a:bodyPr>
                <a:lstStyle/>
                <a:p>
                  <a:pPr>
                    <a:lnSpc>
                      <a:spcPts val="2020"/>
                    </a:lnSpc>
                    <a:defRPr/>
                  </a:pPr>
                  <a:r>
                    <a:rPr kumimoji="1" lang="ja-JP" altLang="en-US" sz="1600" b="1" spc="30">
                      <a:solidFill>
                        <a:schemeClr val="bg2">
                          <a:lumMod val="25000"/>
                        </a:schemeClr>
                      </a:solidFill>
                      <a:latin typeface="源ノ角ゴシック JP" panose="020B0500000000000000" pitchFamily="34" charset="-128"/>
                      <a:ea typeface="源ノ角ゴシック JP" panose="020B0500000000000000" pitchFamily="34" charset="-128"/>
                    </a:rPr>
                    <a:t>健康ニーズの大きさを評価する方法</a:t>
                  </a:r>
                  <a:endParaRPr kumimoji="1" lang="en-US" altLang="ja-JP" sz="1600" b="1" spc="30" dirty="0">
                    <a:solidFill>
                      <a:schemeClr val="bg2">
                        <a:lumMod val="25000"/>
                      </a:schemeClr>
                    </a:solidFill>
                    <a:latin typeface="源ノ角ゴシック JP" panose="020B0500000000000000" pitchFamily="34" charset="-128"/>
                    <a:ea typeface="源ノ角ゴシック JP" panose="020B0500000000000000" pitchFamily="34" charset="-128"/>
                  </a:endParaRPr>
                </a:p>
              </p:txBody>
            </p:sp>
            <p:grpSp>
              <p:nvGrpSpPr>
                <p:cNvPr id="8" name="グループ化 7">
                  <a:extLst>
                    <a:ext uri="{FF2B5EF4-FFF2-40B4-BE49-F238E27FC236}">
                      <a16:creationId xmlns:a16="http://schemas.microsoft.com/office/drawing/2014/main" id="{A6CC8005-95C7-130C-1C84-133993891195}"/>
                    </a:ext>
                  </a:extLst>
                </p:cNvPr>
                <p:cNvGrpSpPr/>
                <p:nvPr/>
              </p:nvGrpSpPr>
              <p:grpSpPr>
                <a:xfrm>
                  <a:off x="4972600" y="1687577"/>
                  <a:ext cx="3786791" cy="827681"/>
                  <a:chOff x="4972600" y="1738045"/>
                  <a:chExt cx="3786791" cy="827681"/>
                </a:xfrm>
              </p:grpSpPr>
              <p:sp>
                <p:nvSpPr>
                  <p:cNvPr id="26" name="テキスト ボックス 25">
                    <a:extLst>
                      <a:ext uri="{FF2B5EF4-FFF2-40B4-BE49-F238E27FC236}">
                        <a16:creationId xmlns:a16="http://schemas.microsoft.com/office/drawing/2014/main" id="{C089C610-F885-011F-1E68-94F01F1F430B}"/>
                      </a:ext>
                    </a:extLst>
                  </p:cNvPr>
                  <p:cNvSpPr txBox="1"/>
                  <p:nvPr/>
                </p:nvSpPr>
                <p:spPr>
                  <a:xfrm>
                    <a:off x="4972600" y="1738045"/>
                    <a:ext cx="3786791" cy="579454"/>
                  </a:xfrm>
                  <a:prstGeom prst="rect">
                    <a:avLst/>
                  </a:prstGeom>
                  <a:noFill/>
                </p:spPr>
                <p:txBody>
                  <a:bodyPr wrap="square">
                    <a:spAutoFit/>
                  </a:bodyPr>
                  <a:lstStyle/>
                  <a:p>
                    <a:pPr>
                      <a:lnSpc>
                        <a:spcPts val="1980"/>
                      </a:lnSpc>
                      <a:defRPr/>
                    </a:pP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250" u="sng">
                        <a:solidFill>
                          <a:srgbClr val="DCD8DC">
                            <a:lumMod val="25000"/>
                          </a:srgbClr>
                        </a:solidFill>
                        <a:latin typeface="源ノ角ゴシック JP" panose="020B0500000000000000" pitchFamily="34" charset="-128"/>
                        <a:ea typeface="源ノ角ゴシック JP" panose="020B0500000000000000" pitchFamily="34" charset="-128"/>
                      </a:rPr>
                      <a:t>健康上の問題を抱える人の割合</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を算出し、　　</a:t>
                    </a:r>
                    <a:endPar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1980"/>
                      </a:lnSpc>
                      <a:defRPr/>
                    </a:pP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その割合に基づき、ニーズの大きさを評価する</a:t>
                    </a:r>
                    <a:endPar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7" name="テキスト ボックス 6">
                    <a:extLst>
                      <a:ext uri="{FF2B5EF4-FFF2-40B4-BE49-F238E27FC236}">
                        <a16:creationId xmlns:a16="http://schemas.microsoft.com/office/drawing/2014/main" id="{F07CEB2D-4431-A807-B6D7-6AC5CB261F35}"/>
                      </a:ext>
                    </a:extLst>
                  </p:cNvPr>
                  <p:cNvSpPr txBox="1"/>
                  <p:nvPr/>
                </p:nvSpPr>
                <p:spPr>
                  <a:xfrm>
                    <a:off x="5069037" y="2281033"/>
                    <a:ext cx="2861798" cy="284693"/>
                  </a:xfrm>
                  <a:prstGeom prst="rect">
                    <a:avLst/>
                  </a:prstGeom>
                  <a:noFill/>
                </p:spPr>
                <p:txBody>
                  <a:bodyPr wrap="square">
                    <a:spAutoFit/>
                  </a:bodyPr>
                  <a:lstStyle/>
                  <a:p>
                    <a:pPr>
                      <a:defRPr/>
                    </a:pP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250">
                        <a:solidFill>
                          <a:srgbClr val="599975"/>
                        </a:solidFill>
                        <a:latin typeface="源ノ角ゴシック JP" panose="020B0500000000000000" pitchFamily="34" charset="-128"/>
                        <a:ea typeface="源ノ角ゴシック JP" panose="020B0500000000000000" pitchFamily="34" charset="-128"/>
                      </a:rPr>
                      <a:t>大きい</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250">
                        <a:solidFill>
                          <a:srgbClr val="E2791C"/>
                        </a:solidFill>
                        <a:latin typeface="源ノ角ゴシック JP" panose="020B0500000000000000" pitchFamily="34" charset="-128"/>
                        <a:ea typeface="源ノ角ゴシック JP" panose="020B0500000000000000" pitchFamily="34" charset="-128"/>
                      </a:rPr>
                      <a:t>中程度</a:t>
                    </a:r>
                    <a:r>
                      <a:rPr kumimoji="1" lang="en-US" altLang="ja-JP" sz="1250" dirty="0">
                        <a:solidFill>
                          <a:srgbClr val="E2791C"/>
                        </a:solidFill>
                        <a:latin typeface="源ノ角ゴシック JP" panose="020B0500000000000000" pitchFamily="34" charset="-128"/>
                        <a:ea typeface="源ノ角ゴシック JP" panose="020B0500000000000000" pitchFamily="34" charset="-128"/>
                      </a:rPr>
                      <a:t> </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250">
                        <a:solidFill>
                          <a:srgbClr val="CE4D44"/>
                        </a:solidFill>
                        <a:latin typeface="源ノ角ゴシック JP" panose="020B0500000000000000" pitchFamily="34" charset="-128"/>
                        <a:ea typeface="源ノ角ゴシック JP" panose="020B0500000000000000" pitchFamily="34" charset="-128"/>
                      </a:rPr>
                      <a:t>小さい</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a:t>
                    </a:r>
                    <a:endPar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grpSp>
              <p:nvGrpSpPr>
                <p:cNvPr id="10" name="グループ化 9">
                  <a:extLst>
                    <a:ext uri="{FF2B5EF4-FFF2-40B4-BE49-F238E27FC236}">
                      <a16:creationId xmlns:a16="http://schemas.microsoft.com/office/drawing/2014/main" id="{CEBF9B56-A651-B455-FA67-EF82F77E6F7A}"/>
                    </a:ext>
                  </a:extLst>
                </p:cNvPr>
                <p:cNvGrpSpPr/>
                <p:nvPr/>
              </p:nvGrpSpPr>
              <p:grpSpPr>
                <a:xfrm>
                  <a:off x="4972599" y="2579870"/>
                  <a:ext cx="3754428" cy="1397144"/>
                  <a:chOff x="4972599" y="2557010"/>
                  <a:chExt cx="3754428" cy="1397144"/>
                </a:xfrm>
              </p:grpSpPr>
              <p:sp>
                <p:nvSpPr>
                  <p:cNvPr id="27" name="テキスト ボックス 26">
                    <a:extLst>
                      <a:ext uri="{FF2B5EF4-FFF2-40B4-BE49-F238E27FC236}">
                        <a16:creationId xmlns:a16="http://schemas.microsoft.com/office/drawing/2014/main" id="{66EAEC2C-4F61-DA7C-D929-97DED62013B0}"/>
                      </a:ext>
                    </a:extLst>
                  </p:cNvPr>
                  <p:cNvSpPr txBox="1"/>
                  <p:nvPr/>
                </p:nvSpPr>
                <p:spPr>
                  <a:xfrm>
                    <a:off x="4972600" y="2557010"/>
                    <a:ext cx="3754427" cy="321435"/>
                  </a:xfrm>
                  <a:prstGeom prst="rect">
                    <a:avLst/>
                  </a:prstGeom>
                  <a:noFill/>
                </p:spPr>
                <p:txBody>
                  <a:bodyPr wrap="square">
                    <a:spAutoFit/>
                  </a:bodyPr>
                  <a:lstStyle/>
                  <a:p>
                    <a:pPr>
                      <a:lnSpc>
                        <a:spcPts val="1980"/>
                      </a:lnSpc>
                      <a:defRPr/>
                    </a:pP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例：「男性</a:t>
                    </a:r>
                    <a:r>
                      <a:rPr kumimoji="1" lang="en-US" altLang="ja-JP" sz="1200" dirty="0">
                        <a:solidFill>
                          <a:schemeClr val="tx1">
                            <a:lumMod val="50000"/>
                            <a:lumOff val="50000"/>
                          </a:schemeClr>
                        </a:solidFill>
                        <a:latin typeface="源ノ角ゴシック JP" panose="020B0500000000000000" pitchFamily="34" charset="-128"/>
                        <a:ea typeface="源ノ角ゴシック JP" panose="020B0500000000000000" pitchFamily="34" charset="-128"/>
                      </a:rPr>
                      <a:t>20</a:t>
                    </a: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代・エネルギーを</a:t>
                    </a:r>
                    <a:r>
                      <a:rPr kumimoji="1" lang="ja-JP" altLang="en-US" sz="1200">
                        <a:solidFill>
                          <a:srgbClr val="CE4D44">
                            <a:alpha val="85000"/>
                          </a:srgbClr>
                        </a:solidFill>
                        <a:latin typeface="源ノ角ゴシック JP" panose="020B0500000000000000" pitchFamily="34" charset="-128"/>
                        <a:ea typeface="源ノ角ゴシック JP" panose="020B0500000000000000" pitchFamily="34" charset="-128"/>
                      </a:rPr>
                      <a:t>減らしたい</a:t>
                    </a: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」ニーズ</a:t>
                    </a:r>
                    <a:endParaRPr kumimoji="1" lang="en-US" altLang="ja-JP" sz="1200" dirty="0">
                      <a:solidFill>
                        <a:schemeClr val="tx1">
                          <a:lumMod val="50000"/>
                          <a:lumOff val="50000"/>
                        </a:schemeClr>
                      </a:solidFill>
                      <a:latin typeface="源ノ角ゴシック JP" panose="020B0500000000000000" pitchFamily="34" charset="-128"/>
                      <a:ea typeface="源ノ角ゴシック JP" panose="020B0500000000000000" pitchFamily="34" charset="-128"/>
                    </a:endParaRPr>
                  </a:p>
                </p:txBody>
              </p:sp>
              <p:sp>
                <p:nvSpPr>
                  <p:cNvPr id="28" name="テキスト ボックス 27">
                    <a:extLst>
                      <a:ext uri="{FF2B5EF4-FFF2-40B4-BE49-F238E27FC236}">
                        <a16:creationId xmlns:a16="http://schemas.microsoft.com/office/drawing/2014/main" id="{27EB779C-C580-F765-EFE8-4261BD48B2A7}"/>
                      </a:ext>
                    </a:extLst>
                  </p:cNvPr>
                  <p:cNvSpPr txBox="1"/>
                  <p:nvPr/>
                </p:nvSpPr>
                <p:spPr>
                  <a:xfrm>
                    <a:off x="4972600" y="2878445"/>
                    <a:ext cx="3754427" cy="510589"/>
                  </a:xfrm>
                  <a:prstGeom prst="rect">
                    <a:avLst/>
                  </a:prstGeom>
                  <a:noFill/>
                </p:spPr>
                <p:txBody>
                  <a:bodyPr wrap="square">
                    <a:spAutoFit/>
                  </a:bodyPr>
                  <a:lstStyle/>
                  <a:p>
                    <a:pPr>
                      <a:lnSpc>
                        <a:spcPts val="1700"/>
                      </a:lnSpc>
                      <a:defRPr/>
                    </a:pP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男性</a:t>
                    </a:r>
                    <a:r>
                      <a:rPr kumimoji="1" lang="en-US" altLang="ja-JP" sz="1200" dirty="0">
                        <a:solidFill>
                          <a:schemeClr val="tx1">
                            <a:lumMod val="50000"/>
                            <a:lumOff val="50000"/>
                          </a:schemeClr>
                        </a:solidFill>
                        <a:latin typeface="源ノ角ゴシック JP" panose="020B0500000000000000" pitchFamily="34" charset="-128"/>
                        <a:ea typeface="源ノ角ゴシック JP" panose="020B0500000000000000" pitchFamily="34" charset="-128"/>
                      </a:rPr>
                      <a:t>20</a:t>
                    </a: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代において、</a:t>
                    </a:r>
                    <a:br>
                      <a:rPr kumimoji="1" lang="en-US" altLang="ja-JP" sz="1200" dirty="0">
                        <a:solidFill>
                          <a:schemeClr val="tx1">
                            <a:lumMod val="50000"/>
                            <a:lumOff val="50000"/>
                          </a:schemeClr>
                        </a:solidFill>
                        <a:latin typeface="源ノ角ゴシック JP" panose="020B0500000000000000" pitchFamily="34" charset="-128"/>
                        <a:ea typeface="源ノ角ゴシック JP" panose="020B0500000000000000" pitchFamily="34" charset="-128"/>
                      </a:rPr>
                    </a:b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「カロリーを</a:t>
                    </a:r>
                    <a:r>
                      <a:rPr kumimoji="1" lang="ja-JP" altLang="en-US" sz="1200">
                        <a:solidFill>
                          <a:srgbClr val="CE4D44">
                            <a:alpha val="85000"/>
                          </a:srgbClr>
                        </a:solidFill>
                        <a:latin typeface="源ノ角ゴシック JP" panose="020B0500000000000000" pitchFamily="34" charset="-128"/>
                        <a:ea typeface="源ノ角ゴシック JP" panose="020B0500000000000000" pitchFamily="34" charset="-128"/>
                      </a:rPr>
                      <a:t>摂りすぎている</a:t>
                    </a: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」人の割合を算出する</a:t>
                    </a:r>
                    <a:endParaRPr kumimoji="1" lang="en-US" altLang="ja-JP" sz="1200" dirty="0">
                      <a:solidFill>
                        <a:schemeClr val="tx1">
                          <a:lumMod val="50000"/>
                          <a:lumOff val="50000"/>
                        </a:schemeClr>
                      </a:solidFill>
                      <a:latin typeface="源ノ角ゴシック JP" panose="020B0500000000000000" pitchFamily="34" charset="-128"/>
                      <a:ea typeface="源ノ角ゴシック JP" panose="020B0500000000000000" pitchFamily="34" charset="-128"/>
                    </a:endParaRPr>
                  </a:p>
                </p:txBody>
              </p:sp>
              <p:sp>
                <p:nvSpPr>
                  <p:cNvPr id="4" name="テキスト ボックス 3">
                    <a:extLst>
                      <a:ext uri="{FF2B5EF4-FFF2-40B4-BE49-F238E27FC236}">
                        <a16:creationId xmlns:a16="http://schemas.microsoft.com/office/drawing/2014/main" id="{2B548829-1067-5325-D903-3D5479BF9C55}"/>
                      </a:ext>
                    </a:extLst>
                  </p:cNvPr>
                  <p:cNvSpPr txBox="1"/>
                  <p:nvPr/>
                </p:nvSpPr>
                <p:spPr>
                  <a:xfrm>
                    <a:off x="4972599" y="3389062"/>
                    <a:ext cx="3417019" cy="302199"/>
                  </a:xfrm>
                  <a:prstGeom prst="rect">
                    <a:avLst/>
                  </a:prstGeom>
                  <a:noFill/>
                </p:spPr>
                <p:txBody>
                  <a:bodyPr wrap="square">
                    <a:spAutoFit/>
                  </a:bodyPr>
                  <a:lstStyle/>
                  <a:p>
                    <a:pPr>
                      <a:lnSpc>
                        <a:spcPts val="1800"/>
                      </a:lnSpc>
                      <a:defRPr/>
                    </a:pP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現時点（</a:t>
                    </a:r>
                    <a:r>
                      <a:rPr kumimoji="1" lang="en-US" altLang="ja-JP" sz="1200" dirty="0">
                        <a:solidFill>
                          <a:schemeClr val="tx1">
                            <a:lumMod val="50000"/>
                            <a:lumOff val="50000"/>
                          </a:schemeClr>
                        </a:solidFill>
                        <a:latin typeface="源ノ角ゴシック JP" panose="020B0500000000000000" pitchFamily="34" charset="-128"/>
                        <a:ea typeface="源ノ角ゴシック JP" panose="020B0500000000000000" pitchFamily="34" charset="-128"/>
                      </a:rPr>
                      <a:t>2024</a:t>
                    </a: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年</a:t>
                    </a:r>
                    <a:r>
                      <a:rPr kumimoji="1" lang="ja-JP" altLang="en"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a:t>
                    </a: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での該当者の割合：</a:t>
                    </a:r>
                    <a:r>
                      <a:rPr kumimoji="1" lang="en-US" altLang="ja-JP" sz="1200" dirty="0">
                        <a:solidFill>
                          <a:srgbClr val="CE4D44">
                            <a:alpha val="85000"/>
                          </a:srgbClr>
                        </a:solidFill>
                        <a:latin typeface="源ノ角ゴシック JP" panose="020B0500000000000000" pitchFamily="34" charset="-128"/>
                        <a:ea typeface="源ノ角ゴシック JP" panose="020B0500000000000000" pitchFamily="34" charset="-128"/>
                      </a:rPr>
                      <a:t>21%</a:t>
                    </a:r>
                    <a:r>
                      <a:rPr kumimoji="1" lang="en-US" altLang="ja-JP" sz="1200" dirty="0">
                        <a:solidFill>
                          <a:schemeClr val="bg2">
                            <a:lumMod val="75000"/>
                          </a:schemeClr>
                        </a:solidFill>
                        <a:latin typeface="源ノ角ゴシック JP" panose="020B0500000000000000" pitchFamily="34" charset="-128"/>
                        <a:ea typeface="源ノ角ゴシック JP" panose="020B0500000000000000" pitchFamily="34" charset="-128"/>
                      </a:rPr>
                      <a:t> </a:t>
                    </a:r>
                    <a:r>
                      <a:rPr kumimoji="1" lang="en-US" altLang="ja-JP" sz="1000" dirty="0">
                        <a:solidFill>
                          <a:schemeClr val="tx1">
                            <a:lumMod val="50000"/>
                            <a:lumOff val="50000"/>
                          </a:schemeClr>
                        </a:solidFill>
                        <a:latin typeface="源ノ角ゴシック JP" panose="020B0500000000000000" pitchFamily="34" charset="-128"/>
                        <a:ea typeface="源ノ角ゴシック JP" panose="020B0500000000000000" pitchFamily="34" charset="-128"/>
                      </a:rPr>
                      <a:t>[2]</a:t>
                    </a:r>
                    <a:r>
                      <a:rPr kumimoji="1" lang="en-US" altLang="ja-JP" sz="1200" dirty="0">
                        <a:solidFill>
                          <a:schemeClr val="tx1">
                            <a:lumMod val="50000"/>
                            <a:lumOff val="50000"/>
                          </a:schemeClr>
                        </a:solidFill>
                        <a:latin typeface="源ノ角ゴシック JP" panose="020B0500000000000000" pitchFamily="34" charset="-128"/>
                        <a:ea typeface="源ノ角ゴシック JP" panose="020B0500000000000000" pitchFamily="34" charset="-128"/>
                      </a:rPr>
                      <a:t> </a:t>
                    </a:r>
                    <a:endPar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endParaRPr>
                  </a:p>
                </p:txBody>
              </p:sp>
              <p:sp>
                <p:nvSpPr>
                  <p:cNvPr id="9" name="テキスト ボックス 8">
                    <a:extLst>
                      <a:ext uri="{FF2B5EF4-FFF2-40B4-BE49-F238E27FC236}">
                        <a16:creationId xmlns:a16="http://schemas.microsoft.com/office/drawing/2014/main" id="{802C3DA9-DF11-00BB-A12A-7787022E12B7}"/>
                      </a:ext>
                    </a:extLst>
                  </p:cNvPr>
                  <p:cNvSpPr txBox="1"/>
                  <p:nvPr/>
                </p:nvSpPr>
                <p:spPr>
                  <a:xfrm>
                    <a:off x="4972599" y="3651955"/>
                    <a:ext cx="3553473" cy="302199"/>
                  </a:xfrm>
                  <a:prstGeom prst="rect">
                    <a:avLst/>
                  </a:prstGeom>
                  <a:noFill/>
                </p:spPr>
                <p:txBody>
                  <a:bodyPr wrap="square">
                    <a:spAutoFit/>
                  </a:bodyPr>
                  <a:lstStyle/>
                  <a:p>
                    <a:pPr>
                      <a:lnSpc>
                        <a:spcPts val="1800"/>
                      </a:lnSpc>
                      <a:defRPr/>
                    </a:pP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現在のニーズの大きさは</a:t>
                    </a:r>
                    <a:r>
                      <a:rPr kumimoji="1" lang="ja-JP" altLang="en-US" sz="1200">
                        <a:solidFill>
                          <a:srgbClr val="CF6F19">
                            <a:alpha val="85000"/>
                          </a:srgbClr>
                        </a:solidFill>
                        <a:latin typeface="源ノ角ゴシック JP" panose="020B0500000000000000" pitchFamily="34" charset="-128"/>
                        <a:ea typeface="源ノ角ゴシック JP" panose="020B0500000000000000" pitchFamily="34" charset="-128"/>
                      </a:rPr>
                      <a:t>「中程度」</a:t>
                    </a: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と評価される</a:t>
                    </a:r>
                  </a:p>
                </p:txBody>
              </p:sp>
            </p:grpSp>
          </p:grpSp>
          <p:grpSp>
            <p:nvGrpSpPr>
              <p:cNvPr id="22" name="グループ化 21">
                <a:extLst>
                  <a:ext uri="{FF2B5EF4-FFF2-40B4-BE49-F238E27FC236}">
                    <a16:creationId xmlns:a16="http://schemas.microsoft.com/office/drawing/2014/main" id="{EFC7A47A-5BCC-D96D-BD02-9E44E28A967A}"/>
                  </a:ext>
                </a:extLst>
              </p:cNvPr>
              <p:cNvGrpSpPr/>
              <p:nvPr/>
            </p:nvGrpSpPr>
            <p:grpSpPr>
              <a:xfrm>
                <a:off x="2130172" y="4032620"/>
                <a:ext cx="4008962" cy="2383591"/>
                <a:chOff x="4931035" y="4327346"/>
                <a:chExt cx="4008962" cy="2383591"/>
              </a:xfrm>
            </p:grpSpPr>
            <p:sp>
              <p:nvSpPr>
                <p:cNvPr id="34" name="テキスト ボックス 33">
                  <a:extLst>
                    <a:ext uri="{FF2B5EF4-FFF2-40B4-BE49-F238E27FC236}">
                      <a16:creationId xmlns:a16="http://schemas.microsoft.com/office/drawing/2014/main" id="{28E2D262-4B68-17D9-CFEF-CE768DB93E1D}"/>
                    </a:ext>
                  </a:extLst>
                </p:cNvPr>
                <p:cNvSpPr txBox="1"/>
                <p:nvPr/>
              </p:nvSpPr>
              <p:spPr>
                <a:xfrm>
                  <a:off x="4931035" y="4327346"/>
                  <a:ext cx="3313481" cy="333681"/>
                </a:xfrm>
                <a:prstGeom prst="rect">
                  <a:avLst/>
                </a:prstGeom>
                <a:noFill/>
              </p:spPr>
              <p:txBody>
                <a:bodyPr wrap="square">
                  <a:spAutoFit/>
                </a:bodyPr>
                <a:lstStyle/>
                <a:p>
                  <a:pPr>
                    <a:lnSpc>
                      <a:spcPts val="2020"/>
                    </a:lnSpc>
                    <a:defRPr/>
                  </a:pPr>
                  <a:r>
                    <a:rPr kumimoji="1" lang="ja-JP" altLang="en-US" sz="1600" b="1" spc="30">
                      <a:solidFill>
                        <a:schemeClr val="bg2">
                          <a:lumMod val="25000"/>
                        </a:schemeClr>
                      </a:solidFill>
                      <a:latin typeface="源ノ角ゴシック JP" panose="020B0500000000000000" pitchFamily="34" charset="-128"/>
                      <a:ea typeface="源ノ角ゴシック JP" panose="020B0500000000000000" pitchFamily="34" charset="-128"/>
                    </a:rPr>
                    <a:t>健康ニーズの変化を評価する方法</a:t>
                  </a:r>
                  <a:endParaRPr kumimoji="1" lang="en-US" altLang="ja-JP" sz="1600" b="1" spc="30" dirty="0">
                    <a:solidFill>
                      <a:schemeClr val="bg2">
                        <a:lumMod val="25000"/>
                      </a:schemeClr>
                    </a:solidFill>
                    <a:latin typeface="源ノ角ゴシック JP" panose="020B0500000000000000" pitchFamily="34" charset="-128"/>
                    <a:ea typeface="源ノ角ゴシック JP" panose="020B0500000000000000" pitchFamily="34" charset="-128"/>
                  </a:endParaRPr>
                </a:p>
              </p:txBody>
            </p:sp>
            <p:grpSp>
              <p:nvGrpSpPr>
                <p:cNvPr id="15" name="グループ化 14">
                  <a:extLst>
                    <a:ext uri="{FF2B5EF4-FFF2-40B4-BE49-F238E27FC236}">
                      <a16:creationId xmlns:a16="http://schemas.microsoft.com/office/drawing/2014/main" id="{413F7326-438A-75A7-ECD7-5B249B11FEA5}"/>
                    </a:ext>
                  </a:extLst>
                </p:cNvPr>
                <p:cNvGrpSpPr/>
                <p:nvPr/>
              </p:nvGrpSpPr>
              <p:grpSpPr>
                <a:xfrm>
                  <a:off x="4972600" y="4695317"/>
                  <a:ext cx="3967397" cy="1109295"/>
                  <a:chOff x="4972600" y="4734822"/>
                  <a:chExt cx="3967397" cy="1109295"/>
                </a:xfrm>
              </p:grpSpPr>
              <p:sp>
                <p:nvSpPr>
                  <p:cNvPr id="12" name="テキスト ボックス 11">
                    <a:extLst>
                      <a:ext uri="{FF2B5EF4-FFF2-40B4-BE49-F238E27FC236}">
                        <a16:creationId xmlns:a16="http://schemas.microsoft.com/office/drawing/2014/main" id="{6A4ED74B-1B66-E606-CE20-F26AC6B36EDB}"/>
                      </a:ext>
                    </a:extLst>
                  </p:cNvPr>
                  <p:cNvSpPr txBox="1"/>
                  <p:nvPr/>
                </p:nvSpPr>
                <p:spPr>
                  <a:xfrm>
                    <a:off x="4972600" y="4734822"/>
                    <a:ext cx="3967397" cy="835934"/>
                  </a:xfrm>
                  <a:prstGeom prst="rect">
                    <a:avLst/>
                  </a:prstGeom>
                  <a:noFill/>
                </p:spPr>
                <p:txBody>
                  <a:bodyPr wrap="square">
                    <a:spAutoFit/>
                  </a:bodyPr>
                  <a:lstStyle/>
                  <a:p>
                    <a:pPr>
                      <a:lnSpc>
                        <a:spcPts val="1980"/>
                      </a:lnSpc>
                      <a:defRPr/>
                    </a:pP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 過去時点（</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2010</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年頃）から現在（</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2024</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年頃）への</a:t>
                    </a:r>
                    <a:endPar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1980"/>
                      </a:lnSpc>
                      <a:defRPr/>
                    </a:pP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250" u="sng">
                        <a:solidFill>
                          <a:srgbClr val="DCD8DC">
                            <a:lumMod val="25000"/>
                          </a:srgbClr>
                        </a:solidFill>
                        <a:latin typeface="源ノ角ゴシック JP" panose="020B0500000000000000" pitchFamily="34" charset="-128"/>
                        <a:ea typeface="源ノ角ゴシック JP" panose="020B0500000000000000" pitchFamily="34" charset="-128"/>
                      </a:rPr>
                      <a:t>該当者割合の変化量</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を算出し、　</a:t>
                    </a:r>
                    <a:endPar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1980"/>
                      </a:lnSpc>
                      <a:defRPr/>
                    </a:pP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その値に基づき、ニーズ変化の方向性を評価する</a:t>
                    </a:r>
                    <a:endPar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4" name="テキスト ボックス 13">
                    <a:extLst>
                      <a:ext uri="{FF2B5EF4-FFF2-40B4-BE49-F238E27FC236}">
                        <a16:creationId xmlns:a16="http://schemas.microsoft.com/office/drawing/2014/main" id="{93C3BF67-4683-A9B0-586A-4BF3DEEE3BD3}"/>
                      </a:ext>
                    </a:extLst>
                  </p:cNvPr>
                  <p:cNvSpPr txBox="1"/>
                  <p:nvPr/>
                </p:nvSpPr>
                <p:spPr>
                  <a:xfrm>
                    <a:off x="5072976" y="5551729"/>
                    <a:ext cx="1793019" cy="292388"/>
                  </a:xfrm>
                  <a:prstGeom prst="rect">
                    <a:avLst/>
                  </a:prstGeom>
                  <a:noFill/>
                </p:spPr>
                <p:txBody>
                  <a:bodyPr wrap="square">
                    <a:spAutoFit/>
                  </a:bodyPr>
                  <a:lstStyle/>
                  <a:p>
                    <a:pPr>
                      <a:defRPr/>
                    </a:pP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250">
                        <a:solidFill>
                          <a:srgbClr val="9564B2"/>
                        </a:solidFill>
                        <a:latin typeface="源ノ角ゴシック JP" panose="020B0500000000000000" pitchFamily="34" charset="-128"/>
                        <a:ea typeface="源ノ角ゴシック JP" panose="020B0500000000000000" pitchFamily="34" charset="-128"/>
                      </a:rPr>
                      <a:t>↑</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250">
                        <a:solidFill>
                          <a:srgbClr val="9564B2"/>
                        </a:solidFill>
                        <a:latin typeface="源ノ角ゴシック JP" panose="020B0500000000000000" pitchFamily="34" charset="-128"/>
                        <a:ea typeface="源ノ角ゴシック JP" panose="020B0500000000000000" pitchFamily="34" charset="-128"/>
                      </a:rPr>
                      <a:t>→</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250">
                        <a:solidFill>
                          <a:srgbClr val="9564B2"/>
                        </a:solidFill>
                        <a:latin typeface="源ノ角ゴシック JP" panose="020B0500000000000000" pitchFamily="34" charset="-128"/>
                        <a:ea typeface="源ノ角ゴシック JP" panose="020B0500000000000000" pitchFamily="34" charset="-128"/>
                      </a:rPr>
                      <a:t>↓</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250">
                        <a:solidFill>
                          <a:srgbClr val="DCD8DC">
                            <a:lumMod val="25000"/>
                          </a:srgbClr>
                        </a:solidFill>
                        <a:latin typeface="源ノ角ゴシック JP" panose="020B0500000000000000" pitchFamily="34" charset="-128"/>
                        <a:ea typeface="源ノ角ゴシック JP" panose="020B0500000000000000" pitchFamily="34" charset="-128"/>
                      </a:rPr>
                      <a:t>）</a:t>
                    </a:r>
                    <a:endParaRPr kumimoji="1" lang="en-US" altLang="ja-JP" sz="125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sp>
              <p:nvSpPr>
                <p:cNvPr id="16" name="テキスト ボックス 15">
                  <a:extLst>
                    <a:ext uri="{FF2B5EF4-FFF2-40B4-BE49-F238E27FC236}">
                      <a16:creationId xmlns:a16="http://schemas.microsoft.com/office/drawing/2014/main" id="{426DD056-7E46-D789-6AF4-C5AF8D39802F}"/>
                    </a:ext>
                  </a:extLst>
                </p:cNvPr>
                <p:cNvSpPr txBox="1"/>
                <p:nvPr/>
              </p:nvSpPr>
              <p:spPr>
                <a:xfrm>
                  <a:off x="4972600" y="6152259"/>
                  <a:ext cx="3967396" cy="302199"/>
                </a:xfrm>
                <a:prstGeom prst="rect">
                  <a:avLst/>
                </a:prstGeom>
                <a:noFill/>
              </p:spPr>
              <p:txBody>
                <a:bodyPr wrap="square">
                  <a:spAutoFit/>
                </a:bodyPr>
                <a:lstStyle/>
                <a:p>
                  <a:pPr>
                    <a:lnSpc>
                      <a:spcPts val="1800"/>
                    </a:lnSpc>
                    <a:defRPr/>
                  </a:pP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過去時点から現在への変化：</a:t>
                  </a:r>
                  <a:r>
                    <a:rPr kumimoji="1" lang="en-US" altLang="ja-JP" sz="1200" dirty="0">
                      <a:solidFill>
                        <a:schemeClr val="tx1">
                          <a:lumMod val="50000"/>
                          <a:lumOff val="50000"/>
                        </a:schemeClr>
                      </a:solidFill>
                      <a:latin typeface="源ノ角ゴシック JP" panose="020B0500000000000000" pitchFamily="34" charset="-128"/>
                      <a:ea typeface="源ノ角ゴシック JP" panose="020B0500000000000000" pitchFamily="34" charset="-128"/>
                    </a:rPr>
                    <a:t>21 – 19.5 = </a:t>
                  </a:r>
                  <a:r>
                    <a:rPr kumimoji="1" lang="en-US" altLang="ja-JP" sz="1200" dirty="0">
                      <a:solidFill>
                        <a:srgbClr val="CE4D44">
                          <a:alpha val="85000"/>
                        </a:srgbClr>
                      </a:solidFill>
                      <a:latin typeface="源ノ角ゴシック JP" panose="020B0500000000000000" pitchFamily="34" charset="-128"/>
                      <a:ea typeface="源ノ角ゴシック JP" panose="020B0500000000000000" pitchFamily="34" charset="-128"/>
                    </a:rPr>
                    <a:t>1.5 pt </a:t>
                  </a:r>
                  <a:r>
                    <a:rPr kumimoji="1" lang="ja-JP" altLang="en-US" sz="1200">
                      <a:solidFill>
                        <a:srgbClr val="CE4D44">
                          <a:alpha val="85000"/>
                        </a:srgbClr>
                      </a:solidFill>
                      <a:latin typeface="源ノ角ゴシック JP" panose="020B0500000000000000" pitchFamily="34" charset="-128"/>
                      <a:ea typeface="源ノ角ゴシック JP" panose="020B0500000000000000" pitchFamily="34" charset="-128"/>
                    </a:rPr>
                    <a:t>上昇</a:t>
                  </a:r>
                </a:p>
              </p:txBody>
            </p:sp>
            <p:sp>
              <p:nvSpPr>
                <p:cNvPr id="17" name="テキスト ボックス 16">
                  <a:extLst>
                    <a:ext uri="{FF2B5EF4-FFF2-40B4-BE49-F238E27FC236}">
                      <a16:creationId xmlns:a16="http://schemas.microsoft.com/office/drawing/2014/main" id="{A5158C93-0E51-D681-33B8-D38E10CA0F3A}"/>
                    </a:ext>
                  </a:extLst>
                </p:cNvPr>
                <p:cNvSpPr txBox="1"/>
                <p:nvPr/>
              </p:nvSpPr>
              <p:spPr>
                <a:xfrm>
                  <a:off x="4972600" y="6408738"/>
                  <a:ext cx="3313481" cy="302199"/>
                </a:xfrm>
                <a:prstGeom prst="rect">
                  <a:avLst/>
                </a:prstGeom>
                <a:noFill/>
              </p:spPr>
              <p:txBody>
                <a:bodyPr wrap="square">
                  <a:spAutoFit/>
                </a:bodyPr>
                <a:lstStyle/>
                <a:p>
                  <a:pPr>
                    <a:lnSpc>
                      <a:spcPts val="1800"/>
                    </a:lnSpc>
                    <a:defRPr/>
                  </a:pP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過去からの変化は</a:t>
                  </a:r>
                  <a:r>
                    <a:rPr kumimoji="1" lang="ja-JP" altLang="en-US" sz="1200">
                      <a:solidFill>
                        <a:srgbClr val="9564B1">
                          <a:alpha val="90000"/>
                        </a:srgbClr>
                      </a:solidFill>
                      <a:latin typeface="源ノ角ゴシック JP" panose="020B0500000000000000" pitchFamily="34" charset="-128"/>
                      <a:ea typeface="源ノ角ゴシック JP" panose="020B0500000000000000" pitchFamily="34" charset="-128"/>
                    </a:rPr>
                    <a:t>「→」</a:t>
                  </a: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と評価する</a:t>
                  </a:r>
                </a:p>
              </p:txBody>
            </p:sp>
            <p:sp>
              <p:nvSpPr>
                <p:cNvPr id="21" name="テキスト ボックス 20">
                  <a:extLst>
                    <a:ext uri="{FF2B5EF4-FFF2-40B4-BE49-F238E27FC236}">
                      <a16:creationId xmlns:a16="http://schemas.microsoft.com/office/drawing/2014/main" id="{AFB53878-C2EB-AB24-41B2-A3DF052DE3C1}"/>
                    </a:ext>
                  </a:extLst>
                </p:cNvPr>
                <p:cNvSpPr txBox="1"/>
                <p:nvPr/>
              </p:nvSpPr>
              <p:spPr>
                <a:xfrm>
                  <a:off x="4972599" y="5897433"/>
                  <a:ext cx="3611330" cy="302199"/>
                </a:xfrm>
                <a:prstGeom prst="rect">
                  <a:avLst/>
                </a:prstGeom>
                <a:noFill/>
              </p:spPr>
              <p:txBody>
                <a:bodyPr wrap="square">
                  <a:spAutoFit/>
                </a:bodyPr>
                <a:lstStyle/>
                <a:p>
                  <a:pPr>
                    <a:lnSpc>
                      <a:spcPts val="1800"/>
                    </a:lnSpc>
                    <a:defRPr/>
                  </a:pP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過去時点（</a:t>
                  </a:r>
                  <a:r>
                    <a:rPr kumimoji="1" lang="en-US" altLang="ja-JP" sz="1200" dirty="0">
                      <a:solidFill>
                        <a:schemeClr val="tx1">
                          <a:lumMod val="50000"/>
                          <a:lumOff val="50000"/>
                        </a:schemeClr>
                      </a:solidFill>
                      <a:latin typeface="源ノ角ゴシック JP" panose="020B0500000000000000" pitchFamily="34" charset="-128"/>
                      <a:ea typeface="源ノ角ゴシック JP" panose="020B0500000000000000" pitchFamily="34" charset="-128"/>
                    </a:rPr>
                    <a:t>2010</a:t>
                  </a: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年</a:t>
                  </a:r>
                  <a:r>
                    <a:rPr kumimoji="1" lang="ja-JP" altLang="en"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a:t>
                  </a:r>
                  <a:r>
                    <a:rPr kumimoji="1" lang="ja-JP" altLang="en-US" sz="1200">
                      <a:solidFill>
                        <a:schemeClr val="tx1">
                          <a:lumMod val="50000"/>
                          <a:lumOff val="50000"/>
                        </a:schemeClr>
                      </a:solidFill>
                      <a:latin typeface="源ノ角ゴシック JP" panose="020B0500000000000000" pitchFamily="34" charset="-128"/>
                      <a:ea typeface="源ノ角ゴシック JP" panose="020B0500000000000000" pitchFamily="34" charset="-128"/>
                    </a:rPr>
                    <a:t>での該当者の割合：</a:t>
                  </a:r>
                  <a:r>
                    <a:rPr kumimoji="1" lang="en-US" altLang="ja-JP" sz="1200" dirty="0">
                      <a:solidFill>
                        <a:schemeClr val="tx1">
                          <a:lumMod val="50000"/>
                          <a:lumOff val="50000"/>
                        </a:schemeClr>
                      </a:solidFill>
                      <a:latin typeface="源ノ角ゴシック JP" panose="020B0500000000000000" pitchFamily="34" charset="-128"/>
                      <a:ea typeface="源ノ角ゴシック JP" panose="020B0500000000000000" pitchFamily="34" charset="-128"/>
                    </a:rPr>
                    <a:t>19.5% </a:t>
                  </a:r>
                  <a:r>
                    <a:rPr kumimoji="1" lang="en-US" altLang="ja-JP" sz="1000" dirty="0">
                      <a:solidFill>
                        <a:schemeClr val="tx1">
                          <a:lumMod val="50000"/>
                          <a:lumOff val="50000"/>
                        </a:schemeClr>
                      </a:solidFill>
                      <a:latin typeface="源ノ角ゴシック JP" panose="020B0500000000000000" pitchFamily="34" charset="-128"/>
                      <a:ea typeface="源ノ角ゴシック JP" panose="020B0500000000000000" pitchFamily="34" charset="-128"/>
                    </a:rPr>
                    <a:t>[1] </a:t>
                  </a:r>
                  <a:endParaRPr kumimoji="1" lang="ja-JP" altLang="en-US" sz="1000">
                    <a:solidFill>
                      <a:schemeClr val="tx1">
                        <a:lumMod val="50000"/>
                        <a:lumOff val="50000"/>
                      </a:schemeClr>
                    </a:solidFill>
                    <a:latin typeface="源ノ角ゴシック JP" panose="020B0500000000000000" pitchFamily="34" charset="-128"/>
                    <a:ea typeface="源ノ角ゴシック JP" panose="020B0500000000000000" pitchFamily="34" charset="-128"/>
                  </a:endParaRPr>
                </a:p>
              </p:txBody>
            </p:sp>
          </p:grpSp>
          <p:grpSp>
            <p:nvGrpSpPr>
              <p:cNvPr id="30" name="グループ化 29">
                <a:extLst>
                  <a:ext uri="{FF2B5EF4-FFF2-40B4-BE49-F238E27FC236}">
                    <a16:creationId xmlns:a16="http://schemas.microsoft.com/office/drawing/2014/main" id="{DB5F7BB8-7071-97C7-CC3B-82EE8D65F9E4}"/>
                  </a:ext>
                </a:extLst>
              </p:cNvPr>
              <p:cNvGrpSpPr/>
              <p:nvPr/>
            </p:nvGrpSpPr>
            <p:grpSpPr>
              <a:xfrm>
                <a:off x="6771533" y="1277140"/>
                <a:ext cx="2875527" cy="786512"/>
                <a:chOff x="6550305" y="2543149"/>
                <a:chExt cx="2875527" cy="786512"/>
              </a:xfrm>
            </p:grpSpPr>
            <p:pic>
              <p:nvPicPr>
                <p:cNvPr id="23" name="図 22">
                  <a:extLst>
                    <a:ext uri="{FF2B5EF4-FFF2-40B4-BE49-F238E27FC236}">
                      <a16:creationId xmlns:a16="http://schemas.microsoft.com/office/drawing/2014/main" id="{7E549646-971E-B347-A415-6F6FBE1CC5B9}"/>
                    </a:ext>
                  </a:extLst>
                </p:cNvPr>
                <p:cNvPicPr>
                  <a:picLocks noChangeAspect="1"/>
                </p:cNvPicPr>
                <p:nvPr/>
              </p:nvPicPr>
              <p:blipFill>
                <a:blip r:embed="rId3"/>
                <a:srcRect t="3391" r="687" b="2798"/>
                <a:stretch>
                  <a:fillRect/>
                </a:stretch>
              </p:blipFill>
              <p:spPr>
                <a:xfrm>
                  <a:off x="6550305" y="2543149"/>
                  <a:ext cx="2812443" cy="786512"/>
                </a:xfrm>
                <a:prstGeom prst="rect">
                  <a:avLst/>
                </a:prstGeom>
                <a:effectLst>
                  <a:glow rad="12700">
                    <a:schemeClr val="tx1">
                      <a:lumMod val="50000"/>
                      <a:lumOff val="50000"/>
                    </a:schemeClr>
                  </a:glow>
                </a:effectLst>
              </p:spPr>
            </p:pic>
            <p:sp>
              <p:nvSpPr>
                <p:cNvPr id="24" name="円/楕円 23">
                  <a:extLst>
                    <a:ext uri="{FF2B5EF4-FFF2-40B4-BE49-F238E27FC236}">
                      <a16:creationId xmlns:a16="http://schemas.microsoft.com/office/drawing/2014/main" id="{5BE0DE37-CA28-2A0C-8232-BD4DEBE8F435}"/>
                    </a:ext>
                  </a:extLst>
                </p:cNvPr>
                <p:cNvSpPr/>
                <p:nvPr/>
              </p:nvSpPr>
              <p:spPr>
                <a:xfrm>
                  <a:off x="8857867" y="2599645"/>
                  <a:ext cx="567965" cy="224883"/>
                </a:xfrm>
                <a:prstGeom prst="ellipse">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31" name="図 30">
                <a:extLst>
                  <a:ext uri="{FF2B5EF4-FFF2-40B4-BE49-F238E27FC236}">
                    <a16:creationId xmlns:a16="http://schemas.microsoft.com/office/drawing/2014/main" id="{A3880F2D-5D78-FDDD-5DAD-BA7F0713EBA2}"/>
                  </a:ext>
                </a:extLst>
              </p:cNvPr>
              <p:cNvPicPr>
                <a:picLocks noChangeAspect="1"/>
              </p:cNvPicPr>
              <p:nvPr/>
            </p:nvPicPr>
            <p:blipFill>
              <a:blip r:embed="rId4"/>
              <a:srcRect l="3420" t="3471" r="5515" b="4067"/>
              <a:stretch>
                <a:fillRect/>
              </a:stretch>
            </p:blipFill>
            <p:spPr>
              <a:xfrm>
                <a:off x="6745415" y="2484413"/>
                <a:ext cx="2810958" cy="1918302"/>
              </a:xfrm>
              <a:prstGeom prst="rect">
                <a:avLst/>
              </a:prstGeom>
              <a:effectLst>
                <a:glow rad="12700">
                  <a:schemeClr val="tx1">
                    <a:lumMod val="50000"/>
                    <a:lumOff val="50000"/>
                  </a:schemeClr>
                </a:glow>
              </a:effectLst>
            </p:spPr>
          </p:pic>
          <p:pic>
            <p:nvPicPr>
              <p:cNvPr id="35" name="図 34">
                <a:extLst>
                  <a:ext uri="{FF2B5EF4-FFF2-40B4-BE49-F238E27FC236}">
                    <a16:creationId xmlns:a16="http://schemas.microsoft.com/office/drawing/2014/main" id="{4F2B4A58-F794-95E6-4AF2-27E39BB7D1AF}"/>
                  </a:ext>
                </a:extLst>
              </p:cNvPr>
              <p:cNvPicPr>
                <a:picLocks noChangeAspect="1"/>
              </p:cNvPicPr>
              <p:nvPr/>
            </p:nvPicPr>
            <p:blipFill>
              <a:blip r:embed="rId5"/>
              <a:srcRect l="3918" t="3443" r="3918" b="5538"/>
              <a:stretch>
                <a:fillRect/>
              </a:stretch>
            </p:blipFill>
            <p:spPr>
              <a:xfrm>
                <a:off x="6745415" y="4699118"/>
                <a:ext cx="2810958" cy="1717093"/>
              </a:xfrm>
              <a:prstGeom prst="rect">
                <a:avLst/>
              </a:prstGeom>
              <a:effectLst>
                <a:glow rad="12700">
                  <a:schemeClr val="tx1">
                    <a:lumMod val="50000"/>
                    <a:lumOff val="50000"/>
                  </a:schemeClr>
                </a:glow>
              </a:effectLst>
            </p:spPr>
          </p:pic>
        </p:grpSp>
        <p:sp>
          <p:nvSpPr>
            <p:cNvPr id="38" name="テキスト ボックス 37">
              <a:extLst>
                <a:ext uri="{FF2B5EF4-FFF2-40B4-BE49-F238E27FC236}">
                  <a16:creationId xmlns:a16="http://schemas.microsoft.com/office/drawing/2014/main" id="{1B8F7937-F094-2013-71AE-6E20566C74EE}"/>
                </a:ext>
              </a:extLst>
            </p:cNvPr>
            <p:cNvSpPr txBox="1"/>
            <p:nvPr/>
          </p:nvSpPr>
          <p:spPr>
            <a:xfrm>
              <a:off x="6662598" y="2080288"/>
              <a:ext cx="3042576" cy="215444"/>
            </a:xfrm>
            <a:prstGeom prst="rect">
              <a:avLst/>
            </a:prstGeom>
            <a:noFill/>
          </p:spPr>
          <p:txBody>
            <a:bodyPr wrap="square">
              <a:spAutoFit/>
            </a:bodyPr>
            <a:lstStyle/>
            <a:p>
              <a:r>
                <a:rPr kumimoji="1" lang="en-US" altLang="ja-JP" sz="800" b="0" i="0" u="none" strike="noStrike" kern="1200" cap="none" spc="20" normalizeH="0" baseline="0" noProof="0" dirty="0">
                  <a:ln>
                    <a:noFill/>
                  </a:ln>
                  <a:solidFill>
                    <a:prstClr val="black">
                      <a:lumMod val="50000"/>
                      <a:lumOff val="50000"/>
                      <a:alpha val="90000"/>
                    </a:prstClr>
                  </a:solidFill>
                  <a:effectLst/>
                  <a:uLnTx/>
                  <a:uFillTx/>
                  <a:latin typeface="源ノ角ゴシック JP" panose="020B0500000000000000" pitchFamily="34" charset="-128"/>
                  <a:ea typeface="源ノ角ゴシック JP" panose="020B0500000000000000" pitchFamily="34" charset="-128"/>
                  <a:cs typeface="+mn-cs"/>
                </a:rPr>
                <a:t>[2] </a:t>
              </a:r>
              <a:r>
                <a:rPr kumimoji="1" lang="ja-JP" altLang="en-US" sz="800" b="0" i="0" u="none" strike="noStrike" kern="1200" cap="none" spc="20" normalizeH="0" baseline="0" noProof="0">
                  <a:ln>
                    <a:noFill/>
                  </a:ln>
                  <a:solidFill>
                    <a:prstClr val="black">
                      <a:lumMod val="50000"/>
                      <a:lumOff val="50000"/>
                      <a:alpha val="90000"/>
                    </a:prstClr>
                  </a:solidFill>
                  <a:effectLst/>
                  <a:uLnTx/>
                  <a:uFillTx/>
                  <a:latin typeface="源ノ角ゴシック JP" panose="020B0500000000000000" pitchFamily="34" charset="-128"/>
                  <a:ea typeface="源ノ角ゴシック JP" panose="020B0500000000000000" pitchFamily="34" charset="-128"/>
                  <a:cs typeface="+mn-cs"/>
                </a:rPr>
                <a:t>厚生労働省「令和</a:t>
              </a:r>
              <a:r>
                <a:rPr kumimoji="1" lang="en-US" altLang="ja-JP" sz="800" b="0" i="0" u="none" strike="noStrike" kern="1200" cap="none" spc="20" normalizeH="0" baseline="0" noProof="0" dirty="0">
                  <a:ln>
                    <a:noFill/>
                  </a:ln>
                  <a:solidFill>
                    <a:prstClr val="black">
                      <a:lumMod val="50000"/>
                      <a:lumOff val="50000"/>
                      <a:alpha val="90000"/>
                    </a:prstClr>
                  </a:solidFill>
                  <a:effectLst/>
                  <a:uLnTx/>
                  <a:uFillTx/>
                  <a:latin typeface="源ノ角ゴシック JP" panose="020B0500000000000000" pitchFamily="34" charset="-128"/>
                  <a:ea typeface="源ノ角ゴシック JP" panose="020B0500000000000000" pitchFamily="34" charset="-128"/>
                  <a:cs typeface="+mn-cs"/>
                </a:rPr>
                <a:t>6</a:t>
              </a:r>
              <a:r>
                <a:rPr kumimoji="1" lang="ja-JP" altLang="en-US" sz="800" b="0" i="0" u="none" strike="noStrike" kern="1200" cap="none" spc="20" normalizeH="0" baseline="0" noProof="0">
                  <a:ln>
                    <a:noFill/>
                  </a:ln>
                  <a:solidFill>
                    <a:prstClr val="black">
                      <a:lumMod val="50000"/>
                      <a:lumOff val="50000"/>
                      <a:alpha val="90000"/>
                    </a:prstClr>
                  </a:solidFill>
                  <a:effectLst/>
                  <a:uLnTx/>
                  <a:uFillTx/>
                  <a:latin typeface="源ノ角ゴシック JP" panose="020B0500000000000000" pitchFamily="34" charset="-128"/>
                  <a:ea typeface="源ノ角ゴシック JP" panose="020B0500000000000000" pitchFamily="34" charset="-128"/>
                  <a:cs typeface="+mn-cs"/>
                </a:rPr>
                <a:t>年国民健康・栄養調査報告」（</a:t>
              </a:r>
              <a:r>
                <a:rPr kumimoji="1" lang="en-US" altLang="ja-JP" sz="800" b="0" i="0" u="none" strike="noStrike" kern="1200" cap="none" spc="20" normalizeH="0" baseline="0" noProof="0" dirty="0">
                  <a:ln>
                    <a:noFill/>
                  </a:ln>
                  <a:solidFill>
                    <a:prstClr val="black">
                      <a:lumMod val="50000"/>
                      <a:lumOff val="50000"/>
                      <a:alpha val="90000"/>
                    </a:prstClr>
                  </a:solidFill>
                  <a:effectLst/>
                  <a:uLnTx/>
                  <a:uFillTx/>
                  <a:latin typeface="源ノ角ゴシック JP" panose="020B0500000000000000" pitchFamily="34" charset="-128"/>
                  <a:ea typeface="源ノ角ゴシック JP" panose="020B0500000000000000" pitchFamily="34" charset="-128"/>
                  <a:cs typeface="+mn-cs"/>
                </a:rPr>
                <a:t>2026</a:t>
              </a:r>
              <a:r>
                <a:rPr kumimoji="1" lang="ja-JP" altLang="en-US" sz="800" spc="20">
                  <a:solidFill>
                    <a:prstClr val="black">
                      <a:lumMod val="50000"/>
                      <a:lumOff val="50000"/>
                      <a:alpha val="90000"/>
                    </a:prstClr>
                  </a:solidFill>
                  <a:latin typeface="源ノ角ゴシック JP" panose="020B0500000000000000" pitchFamily="34" charset="-128"/>
                  <a:ea typeface="源ノ角ゴシック JP" panose="020B0500000000000000" pitchFamily="34" charset="-128"/>
                </a:rPr>
                <a:t>）</a:t>
              </a:r>
              <a:endParaRPr lang="ja-JP" altLang="en-US"/>
            </a:p>
          </p:txBody>
        </p:sp>
      </p:grpSp>
    </p:spTree>
    <p:extLst>
      <p:ext uri="{BB962C8B-B14F-4D97-AF65-F5344CB8AC3E}">
        <p14:creationId xmlns:p14="http://schemas.microsoft.com/office/powerpoint/2010/main" val="14385084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9ED894-C3A6-C913-6054-D5E95945D74F}"/>
            </a:ext>
          </a:extLst>
        </p:cNvPr>
        <p:cNvGrpSpPr/>
        <p:nvPr/>
      </p:nvGrpSpPr>
      <p:grpSpPr>
        <a:xfrm>
          <a:off x="0" y="0"/>
          <a:ext cx="0" cy="0"/>
          <a:chOff x="0" y="0"/>
          <a:chExt cx="0" cy="0"/>
        </a:xfrm>
      </p:grpSpPr>
      <p:grpSp>
        <p:nvGrpSpPr>
          <p:cNvPr id="22" name="グループ化 21">
            <a:extLst>
              <a:ext uri="{FF2B5EF4-FFF2-40B4-BE49-F238E27FC236}">
                <a16:creationId xmlns:a16="http://schemas.microsoft.com/office/drawing/2014/main" id="{C2A8CCEB-30C1-A3A9-0CED-56E072E43732}"/>
              </a:ext>
            </a:extLst>
          </p:cNvPr>
          <p:cNvGrpSpPr/>
          <p:nvPr/>
        </p:nvGrpSpPr>
        <p:grpSpPr>
          <a:xfrm>
            <a:off x="1352669" y="1225227"/>
            <a:ext cx="3775296" cy="1474507"/>
            <a:chOff x="779881" y="810770"/>
            <a:chExt cx="3775296" cy="1474507"/>
          </a:xfrm>
        </p:grpSpPr>
        <p:sp>
          <p:nvSpPr>
            <p:cNvPr id="5" name="テキスト ボックス 4">
              <a:extLst>
                <a:ext uri="{FF2B5EF4-FFF2-40B4-BE49-F238E27FC236}">
                  <a16:creationId xmlns:a16="http://schemas.microsoft.com/office/drawing/2014/main" id="{79EAA34C-179D-1E4A-D7D8-37675CB651D6}"/>
                </a:ext>
              </a:extLst>
            </p:cNvPr>
            <p:cNvSpPr txBox="1"/>
            <p:nvPr/>
          </p:nvSpPr>
          <p:spPr>
            <a:xfrm>
              <a:off x="813980" y="1159584"/>
              <a:ext cx="3741197" cy="1125693"/>
            </a:xfrm>
            <a:prstGeom prst="rect">
              <a:avLst/>
            </a:prstGeom>
            <a:noFill/>
          </p:spPr>
          <p:txBody>
            <a:bodyPr wrap="square">
              <a:spAutoFit/>
            </a:bodyPr>
            <a:lstStyle/>
            <a:p>
              <a:pPr>
                <a:lnSpc>
                  <a:spcPts val="2780"/>
                </a:lnSpc>
                <a:defRPr/>
              </a:pPr>
              <a:r>
                <a:rPr kumimoji="1" lang="ja-JP" altLang="en-US" sz="1500">
                  <a:solidFill>
                    <a:srgbClr val="DCD8DC">
                      <a:lumMod val="25000"/>
                    </a:srgbClr>
                  </a:solidFill>
                  <a:latin typeface="源ノ角ゴシック JP" panose="020B0500000000000000" pitchFamily="34" charset="-128"/>
                  <a:ea typeface="源ノ角ゴシック JP" panose="020B0500000000000000" pitchFamily="34" charset="-128"/>
                </a:rPr>
                <a:t>・「栄養バランスを</a:t>
              </a:r>
              <a:r>
                <a:rPr kumimoji="1" lang="ja-JP" altLang="en-US" sz="1500">
                  <a:solidFill>
                    <a:srgbClr val="599975"/>
                  </a:solidFill>
                  <a:latin typeface="源ノ角ゴシック JP" panose="020B0500000000000000" pitchFamily="34" charset="-128"/>
                  <a:ea typeface="源ノ角ゴシック JP" panose="020B0500000000000000" pitchFamily="34" charset="-128"/>
                </a:rPr>
                <a:t>調整したい</a:t>
              </a:r>
              <a:r>
                <a:rPr kumimoji="1" lang="ja-JP" altLang="en-US" sz="1500">
                  <a:solidFill>
                    <a:srgbClr val="DCD8DC">
                      <a:lumMod val="25000"/>
                    </a:srgbClr>
                  </a:solidFill>
                  <a:latin typeface="源ノ角ゴシック JP" panose="020B0500000000000000" pitchFamily="34" charset="-128"/>
                  <a:ea typeface="源ノ角ゴシック JP" panose="020B0500000000000000" pitchFamily="34" charset="-128"/>
                </a:rPr>
                <a:t>」ニーズ</a:t>
              </a:r>
              <a:endParaRPr kumimoji="1" lang="en-US" altLang="ja-JP" sz="150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780"/>
                </a:lnSpc>
                <a:defRPr/>
              </a:pPr>
              <a:r>
                <a:rPr kumimoji="1" lang="ja-JP" altLang="en-US" sz="1500">
                  <a:solidFill>
                    <a:srgbClr val="DCD8DC">
                      <a:lumMod val="25000"/>
                    </a:srgbClr>
                  </a:solidFill>
                  <a:latin typeface="源ノ角ゴシック JP" panose="020B0500000000000000" pitchFamily="34" charset="-128"/>
                  <a:ea typeface="源ノ角ゴシック JP" panose="020B0500000000000000" pitchFamily="34" charset="-128"/>
                </a:rPr>
                <a:t>・「エネルギーを</a:t>
              </a:r>
              <a:r>
                <a:rPr kumimoji="1" lang="ja-JP" altLang="en-US" sz="1500">
                  <a:solidFill>
                    <a:srgbClr val="CE4D44"/>
                  </a:solidFill>
                  <a:latin typeface="源ノ角ゴシック JP" panose="020B0500000000000000" pitchFamily="34" charset="-128"/>
                  <a:ea typeface="源ノ角ゴシック JP" panose="020B0500000000000000" pitchFamily="34" charset="-128"/>
                </a:rPr>
                <a:t>減らしたい</a:t>
              </a:r>
              <a:r>
                <a:rPr kumimoji="1" lang="ja-JP" altLang="en-US" sz="1500">
                  <a:solidFill>
                    <a:srgbClr val="DCD8DC">
                      <a:lumMod val="25000"/>
                    </a:srgbClr>
                  </a:solidFill>
                  <a:latin typeface="源ノ角ゴシック JP" panose="020B0500000000000000" pitchFamily="34" charset="-128"/>
                  <a:ea typeface="源ノ角ゴシック JP" panose="020B0500000000000000" pitchFamily="34" charset="-128"/>
                </a:rPr>
                <a:t>」ニーズ</a:t>
              </a:r>
              <a:endParaRPr kumimoji="1" lang="en-US" altLang="ja-JP" sz="150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780"/>
                </a:lnSpc>
                <a:defRPr/>
              </a:pPr>
              <a:r>
                <a:rPr kumimoji="1" lang="ja-JP" altLang="en-US" sz="1500">
                  <a:solidFill>
                    <a:srgbClr val="DCD8DC">
                      <a:lumMod val="25000"/>
                    </a:srgbClr>
                  </a:solidFill>
                  <a:latin typeface="源ノ角ゴシック JP" panose="020B0500000000000000" pitchFamily="34" charset="-128"/>
                  <a:ea typeface="源ノ角ゴシック JP" panose="020B0500000000000000" pitchFamily="34" charset="-128"/>
                </a:rPr>
                <a:t>・「脂質を</a:t>
              </a:r>
              <a:r>
                <a:rPr kumimoji="1" lang="ja-JP" altLang="en-US" sz="1500">
                  <a:solidFill>
                    <a:srgbClr val="CE4D44"/>
                  </a:solidFill>
                  <a:latin typeface="源ノ角ゴシック JP" panose="020B0500000000000000" pitchFamily="34" charset="-128"/>
                  <a:ea typeface="源ノ角ゴシック JP" panose="020B0500000000000000" pitchFamily="34" charset="-128"/>
                </a:rPr>
                <a:t>減らしたい</a:t>
              </a:r>
              <a:r>
                <a:rPr kumimoji="1" lang="ja-JP" altLang="en-US" sz="1500">
                  <a:solidFill>
                    <a:srgbClr val="DCD8DC">
                      <a:lumMod val="25000"/>
                    </a:srgbClr>
                  </a:solidFill>
                  <a:latin typeface="源ノ角ゴシック JP" panose="020B0500000000000000" pitchFamily="34" charset="-128"/>
                  <a:ea typeface="源ノ角ゴシック JP" panose="020B0500000000000000" pitchFamily="34" charset="-128"/>
                </a:rPr>
                <a:t>」ニーズ</a:t>
              </a:r>
              <a:endParaRPr kumimoji="1" lang="en-US" altLang="ja-JP" sz="150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8" name="テキスト ボックス 7">
              <a:extLst>
                <a:ext uri="{FF2B5EF4-FFF2-40B4-BE49-F238E27FC236}">
                  <a16:creationId xmlns:a16="http://schemas.microsoft.com/office/drawing/2014/main" id="{0912175A-F35B-621B-70CB-7BFFE6C39996}"/>
                </a:ext>
              </a:extLst>
            </p:cNvPr>
            <p:cNvSpPr txBox="1"/>
            <p:nvPr/>
          </p:nvSpPr>
          <p:spPr>
            <a:xfrm>
              <a:off x="779881" y="810770"/>
              <a:ext cx="2586680" cy="348813"/>
            </a:xfrm>
            <a:prstGeom prst="rect">
              <a:avLst/>
            </a:prstGeom>
            <a:noFill/>
          </p:spPr>
          <p:txBody>
            <a:bodyPr wrap="square">
              <a:spAutoFit/>
            </a:bodyPr>
            <a:lstStyle/>
            <a:p>
              <a:pPr>
                <a:lnSpc>
                  <a:spcPts val="2020"/>
                </a:lnSpc>
                <a:defRPr/>
              </a:pPr>
              <a:r>
                <a:rPr kumimoji="1" lang="ja-JP" altLang="en-US" sz="1700" b="1" spc="40">
                  <a:solidFill>
                    <a:schemeClr val="bg2">
                      <a:lumMod val="25000"/>
                    </a:schemeClr>
                  </a:solidFill>
                  <a:latin typeface="源ノ角ゴシック JP" panose="020B0500000000000000" pitchFamily="34" charset="-128"/>
                  <a:ea typeface="源ノ角ゴシック JP" panose="020B0500000000000000" pitchFamily="34" charset="-128"/>
                </a:rPr>
                <a:t>注力すべき健康ニーズ</a:t>
              </a:r>
              <a:endParaRPr kumimoji="1" lang="en-US" altLang="ja-JP" sz="1700" b="1" spc="40" dirty="0">
                <a:solidFill>
                  <a:schemeClr val="bg2">
                    <a:lumMod val="25000"/>
                  </a:schemeClr>
                </a:solidFill>
                <a:latin typeface="源ノ角ゴシック JP" panose="020B0500000000000000" pitchFamily="34" charset="-128"/>
                <a:ea typeface="源ノ角ゴシック JP" panose="020B0500000000000000" pitchFamily="34" charset="-128"/>
              </a:endParaRPr>
            </a:p>
          </p:txBody>
        </p:sp>
      </p:grpSp>
      <p:sp>
        <p:nvSpPr>
          <p:cNvPr id="25" name="テキスト ボックス 24">
            <a:extLst>
              <a:ext uri="{FF2B5EF4-FFF2-40B4-BE49-F238E27FC236}">
                <a16:creationId xmlns:a16="http://schemas.microsoft.com/office/drawing/2014/main" id="{12062FA4-7432-75EA-5673-977DE980E688}"/>
              </a:ext>
            </a:extLst>
          </p:cNvPr>
          <p:cNvSpPr txBox="1"/>
          <p:nvPr/>
        </p:nvSpPr>
        <p:spPr>
          <a:xfrm>
            <a:off x="223842" y="485067"/>
            <a:ext cx="9378948" cy="507619"/>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defRPr/>
            </a:pPr>
            <a:r>
              <a:rPr lang="ja-JP" altLang="en-US" sz="2200" b="1" spc="50">
                <a:solidFill>
                  <a:srgbClr val="42557A"/>
                </a:solidFill>
                <a:latin typeface="源ノ角ゴシック JP" panose="020B0500000000000000" pitchFamily="34" charset="-128"/>
                <a:ea typeface="源ノ角ゴシック JP" panose="020B0500000000000000" pitchFamily="34" charset="-128"/>
              </a:rPr>
              <a:t>３つの健康ニーズに対するセブンイレブンの「対応」を２軸で評価する</a:t>
            </a:r>
            <a:endParaRPr lang="en-US" altLang="ja-JP" sz="2200" b="1" spc="50" dirty="0">
              <a:solidFill>
                <a:srgbClr val="42557A"/>
              </a:solidFill>
              <a:latin typeface="源ノ角ゴシック JP" panose="020B0500000000000000" pitchFamily="34" charset="-128"/>
              <a:ea typeface="源ノ角ゴシック JP" panose="020B0500000000000000" pitchFamily="34" charset="-128"/>
            </a:endParaRPr>
          </a:p>
        </p:txBody>
      </p:sp>
      <p:grpSp>
        <p:nvGrpSpPr>
          <p:cNvPr id="31" name="グループ化 30">
            <a:extLst>
              <a:ext uri="{FF2B5EF4-FFF2-40B4-BE49-F238E27FC236}">
                <a16:creationId xmlns:a16="http://schemas.microsoft.com/office/drawing/2014/main" id="{28A42AE9-8196-0C81-0201-6E0202100F67}"/>
              </a:ext>
            </a:extLst>
          </p:cNvPr>
          <p:cNvGrpSpPr/>
          <p:nvPr/>
        </p:nvGrpSpPr>
        <p:grpSpPr>
          <a:xfrm>
            <a:off x="1352669" y="4165450"/>
            <a:ext cx="9486662" cy="1993238"/>
            <a:chOff x="1230210" y="4409286"/>
            <a:chExt cx="9486662" cy="1993238"/>
          </a:xfrm>
        </p:grpSpPr>
        <p:sp>
          <p:nvSpPr>
            <p:cNvPr id="18" name="テキスト ボックス 17">
              <a:extLst>
                <a:ext uri="{FF2B5EF4-FFF2-40B4-BE49-F238E27FC236}">
                  <a16:creationId xmlns:a16="http://schemas.microsoft.com/office/drawing/2014/main" id="{FE6C6C62-DF61-E4F2-E852-9F1412947C32}"/>
                </a:ext>
              </a:extLst>
            </p:cNvPr>
            <p:cNvSpPr txBox="1"/>
            <p:nvPr/>
          </p:nvSpPr>
          <p:spPr>
            <a:xfrm>
              <a:off x="1230210" y="4409286"/>
              <a:ext cx="2048767" cy="400110"/>
            </a:xfrm>
            <a:prstGeom prst="rect">
              <a:avLst/>
            </a:prstGeom>
            <a:noFill/>
          </p:spPr>
          <p:txBody>
            <a:bodyPr wrap="square">
              <a:spAutoFit/>
            </a:bodyPr>
            <a:lstStyle/>
            <a:p>
              <a:pPr>
                <a:lnSpc>
                  <a:spcPts val="2380"/>
                </a:lnSpc>
                <a:defRPr/>
              </a:pPr>
              <a:r>
                <a:rPr kumimoji="1" lang="ja-JP" altLang="en-US" sz="2000" b="1">
                  <a:solidFill>
                    <a:srgbClr val="C00000"/>
                  </a:solidFill>
                  <a:latin typeface="源ノ角ゴシック JP" panose="020B0500000000000000" pitchFamily="34" charset="-128"/>
                  <a:ea typeface="源ノ角ゴシック JP" panose="020B0500000000000000" pitchFamily="34" charset="-128"/>
                </a:rPr>
                <a:t>特定された問題</a:t>
              </a:r>
              <a:endParaRPr kumimoji="1" lang="en-US" altLang="ja-JP" sz="2000" b="1" dirty="0">
                <a:solidFill>
                  <a:srgbClr val="C00000"/>
                </a:solidFill>
                <a:latin typeface="源ノ角ゴシック JP" panose="020B0500000000000000" pitchFamily="34" charset="-128"/>
                <a:ea typeface="源ノ角ゴシック JP" panose="020B0500000000000000" pitchFamily="34" charset="-128"/>
              </a:endParaRPr>
            </a:p>
          </p:txBody>
        </p:sp>
        <p:grpSp>
          <p:nvGrpSpPr>
            <p:cNvPr id="24" name="グループ化 23">
              <a:extLst>
                <a:ext uri="{FF2B5EF4-FFF2-40B4-BE49-F238E27FC236}">
                  <a16:creationId xmlns:a16="http://schemas.microsoft.com/office/drawing/2014/main" id="{E2763E9B-8F5D-ADF7-F8CF-5902BFB90D91}"/>
                </a:ext>
              </a:extLst>
            </p:cNvPr>
            <p:cNvGrpSpPr/>
            <p:nvPr/>
          </p:nvGrpSpPr>
          <p:grpSpPr>
            <a:xfrm>
              <a:off x="1317355" y="4872617"/>
              <a:ext cx="9399517" cy="1529907"/>
              <a:chOff x="1301690" y="5022689"/>
              <a:chExt cx="9399517" cy="1529907"/>
            </a:xfrm>
          </p:grpSpPr>
          <p:sp>
            <p:nvSpPr>
              <p:cNvPr id="15" name="角丸四角形 14">
                <a:extLst>
                  <a:ext uri="{FF2B5EF4-FFF2-40B4-BE49-F238E27FC236}">
                    <a16:creationId xmlns:a16="http://schemas.microsoft.com/office/drawing/2014/main" id="{68006638-DD77-38FE-8AB7-3CC8AB80DC52}"/>
                  </a:ext>
                </a:extLst>
              </p:cNvPr>
              <p:cNvSpPr/>
              <p:nvPr/>
            </p:nvSpPr>
            <p:spPr>
              <a:xfrm>
                <a:off x="1301690" y="5022689"/>
                <a:ext cx="9399517" cy="1529907"/>
              </a:xfrm>
              <a:prstGeom prst="roundRect">
                <a:avLst/>
              </a:prstGeom>
              <a:solidFill>
                <a:srgbClr val="CE4D44">
                  <a:alpha val="1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CD044B6F-1824-C97F-C6DA-0911DC16DE74}"/>
                  </a:ext>
                </a:extLst>
              </p:cNvPr>
              <p:cNvSpPr txBox="1"/>
              <p:nvPr/>
            </p:nvSpPr>
            <p:spPr>
              <a:xfrm>
                <a:off x="1459797" y="5147580"/>
                <a:ext cx="9018417" cy="1199303"/>
              </a:xfrm>
              <a:prstGeom prst="rect">
                <a:avLst/>
              </a:prstGeom>
              <a:noFill/>
            </p:spPr>
            <p:txBody>
              <a:bodyPr wrap="square">
                <a:spAutoFit/>
              </a:bodyPr>
              <a:lstStyle/>
              <a:p>
                <a:pPr>
                  <a:lnSpc>
                    <a:spcPts val="2980"/>
                  </a:lnSpc>
                  <a:defRPr/>
                </a:pPr>
                <a:r>
                  <a:rPr kumimoji="1" lang="ja-JP" altLang="en-US" sz="1550" spc="30">
                    <a:solidFill>
                      <a:srgbClr val="DCD8DC">
                        <a:lumMod val="25000"/>
                      </a:srgbClr>
                    </a:solidFill>
                    <a:latin typeface="源ノ角ゴシック JP" panose="020B0500000000000000" pitchFamily="34" charset="-128"/>
                    <a:ea typeface="源ノ角ゴシック JP" panose="020B0500000000000000" pitchFamily="34" charset="-128"/>
                  </a:rPr>
                  <a:t>・男女</a:t>
                </a:r>
                <a:r>
                  <a:rPr kumimoji="1" lang="en-US" altLang="ja-JP" sz="1550" spc="30" dirty="0">
                    <a:solidFill>
                      <a:srgbClr val="DCD8DC">
                        <a:lumMod val="25000"/>
                      </a:srgbClr>
                    </a:solidFill>
                    <a:latin typeface="源ノ角ゴシック JP" panose="020B0500000000000000" pitchFamily="34" charset="-128"/>
                    <a:ea typeface="源ノ角ゴシック JP" panose="020B0500000000000000" pitchFamily="34" charset="-128"/>
                  </a:rPr>
                  <a:t>20-30</a:t>
                </a:r>
                <a:r>
                  <a:rPr kumimoji="1" lang="ja-JP" altLang="en-US" sz="1550" spc="30">
                    <a:solidFill>
                      <a:srgbClr val="DCD8DC">
                        <a:lumMod val="25000"/>
                      </a:srgbClr>
                    </a:solidFill>
                    <a:latin typeface="源ノ角ゴシック JP" panose="020B0500000000000000" pitchFamily="34" charset="-128"/>
                    <a:ea typeface="源ノ角ゴシック JP" panose="020B0500000000000000" pitchFamily="34" charset="-128"/>
                  </a:rPr>
                  <a:t>代を中心に、「栄養バランスを</a:t>
                </a:r>
                <a:r>
                  <a:rPr kumimoji="1" lang="ja-JP" altLang="en-US" sz="1550" spc="30">
                    <a:solidFill>
                      <a:srgbClr val="599975"/>
                    </a:solidFill>
                    <a:latin typeface="源ノ角ゴシック JP" panose="020B0500000000000000" pitchFamily="34" charset="-128"/>
                    <a:ea typeface="源ノ角ゴシック JP" panose="020B0500000000000000" pitchFamily="34" charset="-128"/>
                  </a:rPr>
                  <a:t>調整したい</a:t>
                </a:r>
                <a:r>
                  <a:rPr kumimoji="1" lang="ja-JP" altLang="en-US" sz="1550" spc="30">
                    <a:solidFill>
                      <a:srgbClr val="DCD8DC">
                        <a:lumMod val="25000"/>
                      </a:srgbClr>
                    </a:solidFill>
                    <a:latin typeface="源ノ角ゴシック JP" panose="020B0500000000000000" pitchFamily="34" charset="-128"/>
                    <a:ea typeface="源ノ角ゴシック JP" panose="020B0500000000000000" pitchFamily="34" charset="-128"/>
                  </a:rPr>
                  <a:t>」ニーズに対する「対応」の</a:t>
                </a:r>
                <a:r>
                  <a:rPr kumimoji="1" lang="ja-JP" altLang="en-US" sz="1550" u="sng" spc="30">
                    <a:solidFill>
                      <a:srgbClr val="DCD8DC">
                        <a:lumMod val="25000"/>
                      </a:srgbClr>
                    </a:solidFill>
                    <a:latin typeface="源ノ角ゴシック JP" panose="020B0500000000000000" pitchFamily="34" charset="-128"/>
                    <a:ea typeface="源ノ角ゴシック JP" panose="020B0500000000000000" pitchFamily="34" charset="-128"/>
                  </a:rPr>
                  <a:t>適切さが低い</a:t>
                </a:r>
                <a:endParaRPr kumimoji="1" lang="en-US" altLang="ja-JP" sz="1550" u="sng" spc="3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980"/>
                  </a:lnSpc>
                  <a:defRPr/>
                </a:pPr>
                <a:r>
                  <a:rPr kumimoji="1" lang="ja-JP" altLang="en-US" sz="1550" spc="30">
                    <a:solidFill>
                      <a:srgbClr val="DCD8DC">
                        <a:lumMod val="25000"/>
                      </a:srgbClr>
                    </a:solidFill>
                    <a:latin typeface="源ノ角ゴシック JP" panose="020B0500000000000000" pitchFamily="34" charset="-128"/>
                    <a:ea typeface="源ノ角ゴシック JP" panose="020B0500000000000000" pitchFamily="34" charset="-128"/>
                  </a:rPr>
                  <a:t>・男性</a:t>
                </a:r>
                <a:r>
                  <a:rPr kumimoji="1" lang="en-US" altLang="ja-JP" sz="1550" spc="30" dirty="0">
                    <a:solidFill>
                      <a:srgbClr val="DCD8DC">
                        <a:lumMod val="25000"/>
                      </a:srgbClr>
                    </a:solidFill>
                    <a:latin typeface="源ノ角ゴシック JP" panose="020B0500000000000000" pitchFamily="34" charset="-128"/>
                    <a:ea typeface="源ノ角ゴシック JP" panose="020B0500000000000000" pitchFamily="34" charset="-128"/>
                  </a:rPr>
                  <a:t>20-30</a:t>
                </a:r>
                <a:r>
                  <a:rPr kumimoji="1" lang="ja-JP" altLang="en-US" sz="1550" spc="30">
                    <a:solidFill>
                      <a:srgbClr val="DCD8DC">
                        <a:lumMod val="25000"/>
                      </a:srgbClr>
                    </a:solidFill>
                    <a:latin typeface="源ノ角ゴシック JP" panose="020B0500000000000000" pitchFamily="34" charset="-128"/>
                    <a:ea typeface="源ノ角ゴシック JP" panose="020B0500000000000000" pitchFamily="34" charset="-128"/>
                  </a:rPr>
                  <a:t>代において、「エネルギーを</a:t>
                </a:r>
                <a:r>
                  <a:rPr kumimoji="1" lang="ja-JP" altLang="en-US" sz="1550" spc="30">
                    <a:solidFill>
                      <a:srgbClr val="CE4D44"/>
                    </a:solidFill>
                    <a:latin typeface="源ノ角ゴシック JP" panose="020B0500000000000000" pitchFamily="34" charset="-128"/>
                    <a:ea typeface="源ノ角ゴシック JP" panose="020B0500000000000000" pitchFamily="34" charset="-128"/>
                  </a:rPr>
                  <a:t>減らしたい</a:t>
                </a:r>
                <a:r>
                  <a:rPr kumimoji="1" lang="ja-JP" altLang="en-US" sz="1550" spc="30">
                    <a:solidFill>
                      <a:srgbClr val="DCD8DC">
                        <a:lumMod val="25000"/>
                      </a:srgbClr>
                    </a:solidFill>
                    <a:latin typeface="源ノ角ゴシック JP" panose="020B0500000000000000" pitchFamily="34" charset="-128"/>
                    <a:ea typeface="源ノ角ゴシック JP" panose="020B0500000000000000" pitchFamily="34" charset="-128"/>
                  </a:rPr>
                  <a:t>」ニーズに対する「対応」の</a:t>
                </a:r>
                <a:r>
                  <a:rPr kumimoji="1" lang="ja-JP" altLang="en-US" sz="1550" u="sng" spc="30">
                    <a:solidFill>
                      <a:srgbClr val="DCD8DC">
                        <a:lumMod val="25000"/>
                      </a:srgbClr>
                    </a:solidFill>
                    <a:latin typeface="源ノ角ゴシック JP" panose="020B0500000000000000" pitchFamily="34" charset="-128"/>
                    <a:ea typeface="源ノ角ゴシック JP" panose="020B0500000000000000" pitchFamily="34" charset="-128"/>
                  </a:rPr>
                  <a:t>適切さが低い</a:t>
                </a:r>
                <a:endParaRPr kumimoji="1" lang="en-US" altLang="ja-JP" sz="1550" u="sng" spc="3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980"/>
                  </a:lnSpc>
                  <a:defRPr/>
                </a:pPr>
                <a:r>
                  <a:rPr kumimoji="1" lang="ja-JP" altLang="en-US" sz="1550" spc="30">
                    <a:solidFill>
                      <a:srgbClr val="DCD8DC">
                        <a:lumMod val="25000"/>
                      </a:srgbClr>
                    </a:solidFill>
                    <a:latin typeface="源ノ角ゴシック JP" panose="020B0500000000000000" pitchFamily="34" charset="-128"/>
                    <a:ea typeface="源ノ角ゴシック JP" panose="020B0500000000000000" pitchFamily="34" charset="-128"/>
                  </a:rPr>
                  <a:t>・属性を問わず、「脂質を</a:t>
                </a:r>
                <a:r>
                  <a:rPr kumimoji="1" lang="ja-JP" altLang="en-US" sz="1550" spc="30">
                    <a:solidFill>
                      <a:srgbClr val="CE4D44"/>
                    </a:solidFill>
                    <a:latin typeface="源ノ角ゴシック JP" panose="020B0500000000000000" pitchFamily="34" charset="-128"/>
                    <a:ea typeface="源ノ角ゴシック JP" panose="020B0500000000000000" pitchFamily="34" charset="-128"/>
                  </a:rPr>
                  <a:t>減らしたい</a:t>
                </a:r>
                <a:r>
                  <a:rPr kumimoji="1" lang="ja-JP" altLang="en-US" sz="1550" spc="30">
                    <a:solidFill>
                      <a:srgbClr val="DCD8DC">
                        <a:lumMod val="25000"/>
                      </a:srgbClr>
                    </a:solidFill>
                    <a:latin typeface="源ノ角ゴシック JP" panose="020B0500000000000000" pitchFamily="34" charset="-128"/>
                    <a:ea typeface="源ノ角ゴシック JP" panose="020B0500000000000000" pitchFamily="34" charset="-128"/>
                  </a:rPr>
                  <a:t>」ニーズに対する「対応」の</a:t>
                </a:r>
                <a:r>
                  <a:rPr kumimoji="1" lang="ja-JP" altLang="en-US" sz="1550" u="sng" spc="30">
                    <a:solidFill>
                      <a:srgbClr val="DCD8DC">
                        <a:lumMod val="25000"/>
                      </a:srgbClr>
                    </a:solidFill>
                    <a:latin typeface="源ノ角ゴシック JP" panose="020B0500000000000000" pitchFamily="34" charset="-128"/>
                    <a:ea typeface="源ノ角ゴシック JP" panose="020B0500000000000000" pitchFamily="34" charset="-128"/>
                  </a:rPr>
                  <a:t>実施量が不十分である</a:t>
                </a:r>
                <a:endParaRPr kumimoji="1" lang="en-US" altLang="ja-JP" sz="1550" u="sng"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grpSp>
      <p:grpSp>
        <p:nvGrpSpPr>
          <p:cNvPr id="36" name="グループ化 35">
            <a:extLst>
              <a:ext uri="{FF2B5EF4-FFF2-40B4-BE49-F238E27FC236}">
                <a16:creationId xmlns:a16="http://schemas.microsoft.com/office/drawing/2014/main" id="{003B2CC6-EA36-5739-F62A-4F2CD8446031}"/>
              </a:ext>
            </a:extLst>
          </p:cNvPr>
          <p:cNvGrpSpPr/>
          <p:nvPr/>
        </p:nvGrpSpPr>
        <p:grpSpPr>
          <a:xfrm>
            <a:off x="6147267" y="1225228"/>
            <a:ext cx="4729983" cy="2911843"/>
            <a:chOff x="6147267" y="1212871"/>
            <a:chExt cx="4729983" cy="2911843"/>
          </a:xfrm>
        </p:grpSpPr>
        <p:grpSp>
          <p:nvGrpSpPr>
            <p:cNvPr id="26" name="グループ化 25">
              <a:extLst>
                <a:ext uri="{FF2B5EF4-FFF2-40B4-BE49-F238E27FC236}">
                  <a16:creationId xmlns:a16="http://schemas.microsoft.com/office/drawing/2014/main" id="{A9320961-7F89-325F-7B0B-9F6E7FA7BD05}"/>
                </a:ext>
              </a:extLst>
            </p:cNvPr>
            <p:cNvGrpSpPr/>
            <p:nvPr/>
          </p:nvGrpSpPr>
          <p:grpSpPr>
            <a:xfrm>
              <a:off x="6185208" y="1773825"/>
              <a:ext cx="4692042" cy="1010469"/>
              <a:chOff x="332220" y="1355474"/>
              <a:chExt cx="4692042" cy="1010469"/>
            </a:xfrm>
          </p:grpSpPr>
          <p:sp>
            <p:nvSpPr>
              <p:cNvPr id="27" name="テキスト ボックス 26">
                <a:extLst>
                  <a:ext uri="{FF2B5EF4-FFF2-40B4-BE49-F238E27FC236}">
                    <a16:creationId xmlns:a16="http://schemas.microsoft.com/office/drawing/2014/main" id="{E651C672-211C-99D4-4678-5D8A1B0E96F4}"/>
                  </a:ext>
                </a:extLst>
              </p:cNvPr>
              <p:cNvSpPr txBox="1"/>
              <p:nvPr/>
            </p:nvSpPr>
            <p:spPr>
              <a:xfrm>
                <a:off x="332220" y="1355474"/>
                <a:ext cx="2220529" cy="330603"/>
              </a:xfrm>
              <a:prstGeom prst="rect">
                <a:avLst/>
              </a:prstGeom>
              <a:noFill/>
            </p:spPr>
            <p:txBody>
              <a:bodyPr wrap="square">
                <a:spAutoFit/>
              </a:bodyPr>
              <a:lstStyle/>
              <a:p>
                <a:pPr>
                  <a:lnSpc>
                    <a:spcPts val="2020"/>
                  </a:lnSpc>
                  <a:defRPr/>
                </a:pPr>
                <a:r>
                  <a:rPr kumimoji="1" lang="ja-JP" altLang="en-US" sz="1550" spc="40">
                    <a:solidFill>
                      <a:schemeClr val="bg2">
                        <a:lumMod val="25000"/>
                      </a:schemeClr>
                    </a:solidFill>
                    <a:latin typeface="源ノ角ゴシック JP" panose="020B0500000000000000" pitchFamily="34" charset="-128"/>
                    <a:ea typeface="源ノ角ゴシック JP" panose="020B0500000000000000" pitchFamily="34" charset="-128"/>
                  </a:rPr>
                  <a:t>「対応」の定義：</a:t>
                </a:r>
                <a:endParaRPr kumimoji="1" lang="en-US" altLang="ja-JP" sz="1550" spc="40" dirty="0">
                  <a:solidFill>
                    <a:schemeClr val="bg2">
                      <a:lumMod val="25000"/>
                    </a:schemeClr>
                  </a:solidFill>
                  <a:latin typeface="源ノ角ゴシック JP" panose="020B0500000000000000" pitchFamily="34" charset="-128"/>
                  <a:ea typeface="源ノ角ゴシック JP" panose="020B0500000000000000" pitchFamily="34" charset="-128"/>
                </a:endParaRPr>
              </a:p>
            </p:txBody>
          </p:sp>
          <p:sp>
            <p:nvSpPr>
              <p:cNvPr id="28" name="テキスト ボックス 27">
                <a:extLst>
                  <a:ext uri="{FF2B5EF4-FFF2-40B4-BE49-F238E27FC236}">
                    <a16:creationId xmlns:a16="http://schemas.microsoft.com/office/drawing/2014/main" id="{E68268A1-F617-AE16-1AB0-051E847D166C}"/>
                  </a:ext>
                </a:extLst>
              </p:cNvPr>
              <p:cNvSpPr txBox="1"/>
              <p:nvPr/>
            </p:nvSpPr>
            <p:spPr>
              <a:xfrm>
                <a:off x="453589" y="1686077"/>
                <a:ext cx="4570673" cy="679866"/>
              </a:xfrm>
              <a:prstGeom prst="rect">
                <a:avLst/>
              </a:prstGeom>
              <a:noFill/>
            </p:spPr>
            <p:txBody>
              <a:bodyPr wrap="square">
                <a:spAutoFit/>
              </a:bodyPr>
              <a:lstStyle/>
              <a:p>
                <a:pPr>
                  <a:lnSpc>
                    <a:spcPts val="2380"/>
                  </a:lnSpc>
                  <a:defRPr/>
                </a:pPr>
                <a:r>
                  <a:rPr kumimoji="1" lang="ja-JP" altLang="en-US" sz="1500" spc="40">
                    <a:solidFill>
                      <a:srgbClr val="DCD8DC">
                        <a:lumMod val="25000"/>
                      </a:srgbClr>
                    </a:solidFill>
                    <a:latin typeface="源ノ角ゴシック JP" panose="020B0500000000000000" pitchFamily="34" charset="-128"/>
                    <a:ea typeface="源ノ角ゴシック JP" panose="020B0500000000000000" pitchFamily="34" charset="-128"/>
                  </a:rPr>
                  <a:t>上記それぞれのニーズを満たすことができる</a:t>
                </a:r>
                <a:endParaRPr kumimoji="1" lang="en-US" altLang="ja-JP" sz="1500" spc="4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380"/>
                  </a:lnSpc>
                  <a:defRPr/>
                </a:pPr>
                <a:r>
                  <a:rPr kumimoji="1" lang="ja-JP" altLang="en-US" sz="1500" u="sng" spc="40">
                    <a:solidFill>
                      <a:srgbClr val="DCD8DC">
                        <a:lumMod val="25000"/>
                      </a:srgbClr>
                    </a:solidFill>
                    <a:latin typeface="源ノ角ゴシック JP" panose="020B0500000000000000" pitchFamily="34" charset="-128"/>
                    <a:ea typeface="源ノ角ゴシック JP" panose="020B0500000000000000" pitchFamily="34" charset="-128"/>
                  </a:rPr>
                  <a:t>コンビニオリジナル商品</a:t>
                </a:r>
                <a:r>
                  <a:rPr kumimoji="1" lang="ja-JP" altLang="en-US" sz="1500" spc="40">
                    <a:solidFill>
                      <a:srgbClr val="DCD8DC">
                        <a:lumMod val="25000"/>
                      </a:srgbClr>
                    </a:solidFill>
                    <a:latin typeface="源ノ角ゴシック JP" panose="020B0500000000000000" pitchFamily="34" charset="-128"/>
                    <a:ea typeface="源ノ角ゴシック JP" panose="020B0500000000000000" pitchFamily="34" charset="-128"/>
                  </a:rPr>
                  <a:t>を新たに発売すること</a:t>
                </a:r>
                <a:endParaRPr kumimoji="1" lang="en-US" altLang="ja-JP" sz="1500" spc="4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grpSp>
          <p:nvGrpSpPr>
            <p:cNvPr id="30" name="グループ化 29">
              <a:extLst>
                <a:ext uri="{FF2B5EF4-FFF2-40B4-BE49-F238E27FC236}">
                  <a16:creationId xmlns:a16="http://schemas.microsoft.com/office/drawing/2014/main" id="{44231038-437B-9BF1-F3E7-9517221DA945}"/>
                </a:ext>
              </a:extLst>
            </p:cNvPr>
            <p:cNvGrpSpPr/>
            <p:nvPr/>
          </p:nvGrpSpPr>
          <p:grpSpPr>
            <a:xfrm>
              <a:off x="6295448" y="3086276"/>
              <a:ext cx="3756435" cy="1038438"/>
              <a:chOff x="5724757" y="3561397"/>
              <a:chExt cx="3756435" cy="1038438"/>
            </a:xfrm>
          </p:grpSpPr>
          <p:grpSp>
            <p:nvGrpSpPr>
              <p:cNvPr id="21" name="グループ化 20">
                <a:extLst>
                  <a:ext uri="{FF2B5EF4-FFF2-40B4-BE49-F238E27FC236}">
                    <a16:creationId xmlns:a16="http://schemas.microsoft.com/office/drawing/2014/main" id="{47ACD57A-55EA-4D16-51BB-70163D658D76}"/>
                  </a:ext>
                </a:extLst>
              </p:cNvPr>
              <p:cNvGrpSpPr/>
              <p:nvPr/>
            </p:nvGrpSpPr>
            <p:grpSpPr>
              <a:xfrm>
                <a:off x="5747037" y="3930298"/>
                <a:ext cx="2231712" cy="669537"/>
                <a:chOff x="1411877" y="3059856"/>
                <a:chExt cx="2231712" cy="669537"/>
              </a:xfrm>
            </p:grpSpPr>
            <p:sp>
              <p:nvSpPr>
                <p:cNvPr id="16" name="テキスト ボックス 15">
                  <a:extLst>
                    <a:ext uri="{FF2B5EF4-FFF2-40B4-BE49-F238E27FC236}">
                      <a16:creationId xmlns:a16="http://schemas.microsoft.com/office/drawing/2014/main" id="{F5B1F3ED-3A59-3844-7EEA-C053CF957BDF}"/>
                    </a:ext>
                  </a:extLst>
                </p:cNvPr>
                <p:cNvSpPr txBox="1"/>
                <p:nvPr/>
              </p:nvSpPr>
              <p:spPr>
                <a:xfrm>
                  <a:off x="1411877" y="3059856"/>
                  <a:ext cx="2231712" cy="343235"/>
                </a:xfrm>
                <a:prstGeom prst="rect">
                  <a:avLst/>
                </a:prstGeom>
                <a:noFill/>
              </p:spPr>
              <p:txBody>
                <a:bodyPr wrap="square">
                  <a:spAutoFit/>
                </a:bodyPr>
                <a:lstStyle/>
                <a:p>
                  <a:pPr>
                    <a:lnSpc>
                      <a:spcPts val="2080"/>
                    </a:lnSpc>
                    <a:defRPr/>
                  </a:pPr>
                  <a:r>
                    <a:rPr kumimoji="1" lang="ja-JP" altLang="en-US" sz="1500" spc="30">
                      <a:solidFill>
                        <a:srgbClr val="DCD8DC">
                          <a:lumMod val="25000"/>
                        </a:srgbClr>
                      </a:solidFill>
                      <a:latin typeface="源ノ角ゴシック JP" panose="020B0500000000000000" pitchFamily="34" charset="-128"/>
                      <a:ea typeface="源ノ角ゴシック JP" panose="020B0500000000000000" pitchFamily="34" charset="-128"/>
                    </a:rPr>
                    <a:t>・「対応」の実施量</a:t>
                  </a:r>
                  <a:endParaRPr kumimoji="1" lang="en-US" altLang="ja-JP" sz="150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7" name="テキスト ボックス 16">
                  <a:extLst>
                    <a:ext uri="{FF2B5EF4-FFF2-40B4-BE49-F238E27FC236}">
                      <a16:creationId xmlns:a16="http://schemas.microsoft.com/office/drawing/2014/main" id="{E9EE6BD3-01FF-6A6A-AF54-1D216920427E}"/>
                    </a:ext>
                  </a:extLst>
                </p:cNvPr>
                <p:cNvSpPr txBox="1"/>
                <p:nvPr/>
              </p:nvSpPr>
              <p:spPr>
                <a:xfrm>
                  <a:off x="1411877" y="3386158"/>
                  <a:ext cx="2231712" cy="343235"/>
                </a:xfrm>
                <a:prstGeom prst="rect">
                  <a:avLst/>
                </a:prstGeom>
                <a:noFill/>
              </p:spPr>
              <p:txBody>
                <a:bodyPr wrap="square">
                  <a:spAutoFit/>
                </a:bodyPr>
                <a:lstStyle/>
                <a:p>
                  <a:pPr>
                    <a:lnSpc>
                      <a:spcPts val="2080"/>
                    </a:lnSpc>
                    <a:defRPr/>
                  </a:pPr>
                  <a:r>
                    <a:rPr kumimoji="1" lang="ja-JP" altLang="en-US" sz="1500" spc="30">
                      <a:solidFill>
                        <a:srgbClr val="DCD8DC">
                          <a:lumMod val="25000"/>
                        </a:srgbClr>
                      </a:solidFill>
                      <a:latin typeface="源ノ角ゴシック JP" panose="020B0500000000000000" pitchFamily="34" charset="-128"/>
                      <a:ea typeface="源ノ角ゴシック JP" panose="020B0500000000000000" pitchFamily="34" charset="-128"/>
                    </a:rPr>
                    <a:t>・「対応」の適切さ</a:t>
                  </a:r>
                  <a:endParaRPr kumimoji="1" lang="en-US" altLang="ja-JP" sz="150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sp>
            <p:nvSpPr>
              <p:cNvPr id="29" name="テキスト ボックス 28">
                <a:extLst>
                  <a:ext uri="{FF2B5EF4-FFF2-40B4-BE49-F238E27FC236}">
                    <a16:creationId xmlns:a16="http://schemas.microsoft.com/office/drawing/2014/main" id="{123F45C0-284E-1FC6-A2C2-857210287289}"/>
                  </a:ext>
                </a:extLst>
              </p:cNvPr>
              <p:cNvSpPr txBox="1"/>
              <p:nvPr/>
            </p:nvSpPr>
            <p:spPr>
              <a:xfrm>
                <a:off x="5724757" y="3561397"/>
                <a:ext cx="3756435" cy="332079"/>
              </a:xfrm>
              <a:prstGeom prst="rect">
                <a:avLst/>
              </a:prstGeom>
              <a:noFill/>
            </p:spPr>
            <p:txBody>
              <a:bodyPr wrap="square">
                <a:spAutoFit/>
              </a:bodyPr>
              <a:lstStyle/>
              <a:p>
                <a:pPr>
                  <a:lnSpc>
                    <a:spcPts val="2020"/>
                  </a:lnSpc>
                  <a:defRPr/>
                </a:pPr>
                <a:r>
                  <a:rPr kumimoji="1" lang="ja-JP" altLang="en-US" sz="1550" spc="40">
                    <a:solidFill>
                      <a:schemeClr val="bg2">
                        <a:lumMod val="25000"/>
                      </a:schemeClr>
                    </a:solidFill>
                    <a:latin typeface="源ノ角ゴシック JP" panose="020B0500000000000000" pitchFamily="34" charset="-128"/>
                    <a:ea typeface="源ノ角ゴシック JP" panose="020B0500000000000000" pitchFamily="34" charset="-128"/>
                  </a:rPr>
                  <a:t>２軸を用いた評価手法：</a:t>
                </a:r>
                <a:endParaRPr kumimoji="1" lang="en-US" altLang="ja-JP" sz="1550" spc="40" dirty="0">
                  <a:solidFill>
                    <a:schemeClr val="bg2">
                      <a:lumMod val="25000"/>
                    </a:schemeClr>
                  </a:solidFill>
                  <a:latin typeface="源ノ角ゴシック JP" panose="020B0500000000000000" pitchFamily="34" charset="-128"/>
                  <a:ea typeface="源ノ角ゴシック JP" panose="020B0500000000000000" pitchFamily="34" charset="-128"/>
                </a:endParaRPr>
              </a:p>
            </p:txBody>
          </p:sp>
        </p:grpSp>
        <p:sp>
          <p:nvSpPr>
            <p:cNvPr id="33" name="テキスト ボックス 32">
              <a:extLst>
                <a:ext uri="{FF2B5EF4-FFF2-40B4-BE49-F238E27FC236}">
                  <a16:creationId xmlns:a16="http://schemas.microsoft.com/office/drawing/2014/main" id="{83DC2FF1-7678-88E6-D08E-01A465026554}"/>
                </a:ext>
              </a:extLst>
            </p:cNvPr>
            <p:cNvSpPr txBox="1"/>
            <p:nvPr/>
          </p:nvSpPr>
          <p:spPr>
            <a:xfrm>
              <a:off x="6147267" y="1212871"/>
              <a:ext cx="4036481" cy="348813"/>
            </a:xfrm>
            <a:prstGeom prst="rect">
              <a:avLst/>
            </a:prstGeom>
            <a:noFill/>
          </p:spPr>
          <p:txBody>
            <a:bodyPr wrap="square">
              <a:spAutoFit/>
            </a:bodyPr>
            <a:lstStyle/>
            <a:p>
              <a:pPr>
                <a:lnSpc>
                  <a:spcPts val="2020"/>
                </a:lnSpc>
                <a:defRPr/>
              </a:pPr>
              <a:r>
                <a:rPr kumimoji="1" lang="ja-JP" altLang="en-US" sz="1700" b="1" spc="40">
                  <a:solidFill>
                    <a:schemeClr val="bg2">
                      <a:lumMod val="25000"/>
                    </a:schemeClr>
                  </a:solidFill>
                  <a:latin typeface="源ノ角ゴシック JP" panose="020B0500000000000000" pitchFamily="34" charset="-128"/>
                  <a:ea typeface="源ノ角ゴシック JP" panose="020B0500000000000000" pitchFamily="34" charset="-128"/>
                </a:rPr>
                <a:t>セブンイレブンの「対応」を評価</a:t>
              </a:r>
              <a:endParaRPr kumimoji="1" lang="en-US" altLang="ja-JP" sz="1700" b="1" spc="40" dirty="0">
                <a:solidFill>
                  <a:schemeClr val="bg2">
                    <a:lumMod val="25000"/>
                  </a:schemeClr>
                </a:solidFill>
                <a:latin typeface="源ノ角ゴシック JP" panose="020B0500000000000000" pitchFamily="34" charset="-128"/>
                <a:ea typeface="源ノ角ゴシック JP" panose="020B0500000000000000" pitchFamily="34" charset="-128"/>
              </a:endParaRPr>
            </a:p>
          </p:txBody>
        </p:sp>
      </p:grpSp>
    </p:spTree>
    <p:extLst>
      <p:ext uri="{BB962C8B-B14F-4D97-AF65-F5344CB8AC3E}">
        <p14:creationId xmlns:p14="http://schemas.microsoft.com/office/powerpoint/2010/main" val="298790984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CEE4BF-B8D9-F50F-34F0-93C3323AC2D8}"/>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B9F172A-80D8-A2B6-50C3-6FA13A7A5CA6}"/>
              </a:ext>
            </a:extLst>
          </p:cNvPr>
          <p:cNvSpPr txBox="1"/>
          <p:nvPr/>
        </p:nvSpPr>
        <p:spPr>
          <a:xfrm>
            <a:off x="223842" y="485067"/>
            <a:ext cx="9137328" cy="507619"/>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defRPr/>
            </a:pPr>
            <a:r>
              <a:rPr lang="ja-JP" altLang="en-US" sz="2200" b="1" spc="50">
                <a:solidFill>
                  <a:srgbClr val="42557A"/>
                </a:solidFill>
                <a:latin typeface="源ノ角ゴシック JP" panose="020B0500000000000000" pitchFamily="34" charset="-128"/>
                <a:ea typeface="源ノ角ゴシック JP" panose="020B0500000000000000" pitchFamily="34" charset="-128"/>
              </a:rPr>
              <a:t>セブンイレブンでは、脂質への「対応」の実施量が不十分である</a:t>
            </a:r>
            <a:endParaRPr lang="en-US" altLang="ja-JP" sz="2200" b="1" spc="50" dirty="0">
              <a:solidFill>
                <a:srgbClr val="42557A"/>
              </a:solidFill>
              <a:latin typeface="源ノ角ゴシック JP" panose="020B0500000000000000" pitchFamily="34" charset="-128"/>
              <a:ea typeface="源ノ角ゴシック JP" panose="020B0500000000000000" pitchFamily="34" charset="-128"/>
            </a:endParaRPr>
          </a:p>
        </p:txBody>
      </p:sp>
      <p:grpSp>
        <p:nvGrpSpPr>
          <p:cNvPr id="15" name="グループ化 14">
            <a:extLst>
              <a:ext uri="{FF2B5EF4-FFF2-40B4-BE49-F238E27FC236}">
                <a16:creationId xmlns:a16="http://schemas.microsoft.com/office/drawing/2014/main" id="{477CF042-9948-152A-98B8-404577750987}"/>
              </a:ext>
            </a:extLst>
          </p:cNvPr>
          <p:cNvGrpSpPr/>
          <p:nvPr/>
        </p:nvGrpSpPr>
        <p:grpSpPr>
          <a:xfrm>
            <a:off x="7694225" y="2173203"/>
            <a:ext cx="4291886" cy="1946362"/>
            <a:chOff x="7368506" y="1236005"/>
            <a:chExt cx="4291886" cy="1946362"/>
          </a:xfrm>
        </p:grpSpPr>
        <p:sp>
          <p:nvSpPr>
            <p:cNvPr id="3" name="テキスト ボックス 2">
              <a:extLst>
                <a:ext uri="{FF2B5EF4-FFF2-40B4-BE49-F238E27FC236}">
                  <a16:creationId xmlns:a16="http://schemas.microsoft.com/office/drawing/2014/main" id="{21E7E7FC-0A8F-EA79-F797-2A481B803FA8}"/>
                </a:ext>
              </a:extLst>
            </p:cNvPr>
            <p:cNvSpPr txBox="1"/>
            <p:nvPr/>
          </p:nvSpPr>
          <p:spPr>
            <a:xfrm>
              <a:off x="7368506" y="1236005"/>
              <a:ext cx="4291886" cy="697755"/>
            </a:xfrm>
            <a:prstGeom prst="rect">
              <a:avLst/>
            </a:prstGeom>
            <a:noFill/>
          </p:spPr>
          <p:txBody>
            <a:bodyPr wrap="square">
              <a:spAutoFit/>
            </a:bodyPr>
            <a:lstStyle/>
            <a:p>
              <a:pPr>
                <a:lnSpc>
                  <a:spcPts val="2480"/>
                </a:lnSpc>
                <a:defRPr/>
              </a:pP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「対応」に該当する商品数に基づき、</a:t>
              </a:r>
              <a:endPar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480"/>
                </a:lnSpc>
                <a:defRPr/>
              </a:pP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実施量を（</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450" spc="20">
                  <a:solidFill>
                    <a:srgbClr val="599975"/>
                  </a:solidFill>
                  <a:latin typeface="源ノ角ゴシック JP" panose="020B0500000000000000" pitchFamily="34" charset="-128"/>
                  <a:ea typeface="源ノ角ゴシック JP" panose="020B0500000000000000" pitchFamily="34" charset="-128"/>
                </a:rPr>
                <a:t>十分</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450" spc="20">
                  <a:solidFill>
                    <a:srgbClr val="E27A1C"/>
                  </a:solidFill>
                  <a:latin typeface="源ノ角ゴシック JP" panose="020B0500000000000000" pitchFamily="34" charset="-128"/>
                  <a:ea typeface="源ノ角ゴシック JP" panose="020B0500000000000000" pitchFamily="34" charset="-128"/>
                </a:rPr>
                <a:t>中程度</a:t>
              </a:r>
              <a:r>
                <a:rPr kumimoji="1" lang="en-US" altLang="ja-JP" sz="1450" spc="20" dirty="0">
                  <a:solidFill>
                    <a:srgbClr val="E27A1C"/>
                  </a:solidFill>
                  <a:latin typeface="源ノ角ゴシック JP" panose="020B0500000000000000" pitchFamily="34" charset="-128"/>
                  <a:ea typeface="源ノ角ゴシック JP" panose="020B0500000000000000" pitchFamily="34" charset="-128"/>
                </a:rPr>
                <a:t> </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450" spc="20">
                  <a:solidFill>
                    <a:srgbClr val="CE4D44"/>
                  </a:solidFill>
                  <a:latin typeface="源ノ角ゴシック JP" panose="020B0500000000000000" pitchFamily="34" charset="-128"/>
                  <a:ea typeface="源ノ角ゴシック JP" panose="020B0500000000000000" pitchFamily="34" charset="-128"/>
                </a:rPr>
                <a:t>不十分</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）で評価した</a:t>
              </a:r>
              <a:endPar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4" name="テキスト ボックス 13">
              <a:extLst>
                <a:ext uri="{FF2B5EF4-FFF2-40B4-BE49-F238E27FC236}">
                  <a16:creationId xmlns:a16="http://schemas.microsoft.com/office/drawing/2014/main" id="{C2E7253C-0F15-EE18-B457-EDB9CF27B8AD}"/>
                </a:ext>
              </a:extLst>
            </p:cNvPr>
            <p:cNvSpPr txBox="1"/>
            <p:nvPr/>
          </p:nvSpPr>
          <p:spPr>
            <a:xfrm>
              <a:off x="7471715" y="2128745"/>
              <a:ext cx="2098782" cy="1053622"/>
            </a:xfrm>
            <a:prstGeom prst="rect">
              <a:avLst/>
            </a:prstGeom>
            <a:noFill/>
          </p:spPr>
          <p:txBody>
            <a:bodyPr wrap="square">
              <a:spAutoFit/>
            </a:bodyPr>
            <a:lstStyle/>
            <a:p>
              <a:pPr>
                <a:lnSpc>
                  <a:spcPts val="2580"/>
                </a:lnSpc>
                <a:defRPr/>
              </a:pPr>
              <a:r>
                <a:rPr kumimoji="1" lang="ja-JP" altLang="en-US" sz="1450" spc="20">
                  <a:solidFill>
                    <a:srgbClr val="599975"/>
                  </a:solidFill>
                  <a:latin typeface="源ノ角ゴシック JP" panose="020B0500000000000000" pitchFamily="34" charset="-128"/>
                  <a:ea typeface="源ノ角ゴシック JP" panose="020B0500000000000000" pitchFamily="34" charset="-128"/>
                </a:rPr>
                <a:t>十分</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25 </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商品以上</a:t>
              </a:r>
              <a:endPar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580"/>
                </a:lnSpc>
                <a:defRPr/>
              </a:pPr>
              <a:r>
                <a:rPr kumimoji="1" lang="ja-JP" altLang="en-US" sz="1450" spc="20">
                  <a:solidFill>
                    <a:srgbClr val="E27A1C"/>
                  </a:solidFill>
                  <a:latin typeface="源ノ角ゴシック JP" panose="020B0500000000000000" pitchFamily="34" charset="-128"/>
                  <a:ea typeface="源ノ角ゴシック JP" panose="020B0500000000000000" pitchFamily="34" charset="-128"/>
                </a:rPr>
                <a:t>中程度</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10–24 </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商品</a:t>
              </a:r>
              <a:endPar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580"/>
                </a:lnSpc>
                <a:defRPr/>
              </a:pPr>
              <a:r>
                <a:rPr kumimoji="1" lang="ja-JP" altLang="en-US" sz="1450" spc="20">
                  <a:solidFill>
                    <a:srgbClr val="CE4D44"/>
                  </a:solidFill>
                  <a:latin typeface="源ノ角ゴシック JP" panose="020B0500000000000000" pitchFamily="34" charset="-128"/>
                  <a:ea typeface="源ノ角ゴシック JP" panose="020B0500000000000000" pitchFamily="34" charset="-128"/>
                </a:rPr>
                <a:t>不十分</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0–9 </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商品</a:t>
              </a:r>
              <a:endPar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graphicFrame>
        <p:nvGraphicFramePr>
          <p:cNvPr id="22" name="表 21">
            <a:extLst>
              <a:ext uri="{FF2B5EF4-FFF2-40B4-BE49-F238E27FC236}">
                <a16:creationId xmlns:a16="http://schemas.microsoft.com/office/drawing/2014/main" id="{AC4E41ED-2C64-25B2-1892-5A12071D6C7B}"/>
              </a:ext>
            </a:extLst>
          </p:cNvPr>
          <p:cNvGraphicFramePr>
            <a:graphicFrameLocks noGrp="1"/>
          </p:cNvGraphicFramePr>
          <p:nvPr>
            <p:extLst>
              <p:ext uri="{D42A27DB-BD31-4B8C-83A1-F6EECF244321}">
                <p14:modId xmlns:p14="http://schemas.microsoft.com/office/powerpoint/2010/main" val="3693700081"/>
              </p:ext>
            </p:extLst>
          </p:nvPr>
        </p:nvGraphicFramePr>
        <p:xfrm>
          <a:off x="502192" y="1533867"/>
          <a:ext cx="6984000" cy="4500000"/>
        </p:xfrm>
        <a:graphic>
          <a:graphicData uri="http://schemas.openxmlformats.org/drawingml/2006/table">
            <a:tbl>
              <a:tblPr>
                <a:tableStyleId>{91EBBBCC-DAD2-459C-BE2E-F6DE35CF9A28}</a:tableStyleId>
              </a:tblPr>
              <a:tblGrid>
                <a:gridCol w="2736000">
                  <a:extLst>
                    <a:ext uri="{9D8B030D-6E8A-4147-A177-3AD203B41FA5}">
                      <a16:colId xmlns:a16="http://schemas.microsoft.com/office/drawing/2014/main" val="97736310"/>
                    </a:ext>
                  </a:extLst>
                </a:gridCol>
                <a:gridCol w="2736000">
                  <a:extLst>
                    <a:ext uri="{9D8B030D-6E8A-4147-A177-3AD203B41FA5}">
                      <a16:colId xmlns:a16="http://schemas.microsoft.com/office/drawing/2014/main" val="438668555"/>
                    </a:ext>
                  </a:extLst>
                </a:gridCol>
                <a:gridCol w="1512000">
                  <a:extLst>
                    <a:ext uri="{9D8B030D-6E8A-4147-A177-3AD203B41FA5}">
                      <a16:colId xmlns:a16="http://schemas.microsoft.com/office/drawing/2014/main" val="3330525109"/>
                    </a:ext>
                  </a:extLst>
                </a:gridCol>
              </a:tblGrid>
              <a:tr h="684000">
                <a:tc>
                  <a:txBody>
                    <a:bodyPr/>
                    <a:lstStyle/>
                    <a:p>
                      <a:pPr marL="0" marR="0" lvl="0" indent="0" algn="l" defTabSz="914400" rtl="0" eaLnBrk="1" fontAlgn="auto" latinLnBrk="0" hangingPunct="1">
                        <a:lnSpc>
                          <a:spcPts val="2140"/>
                        </a:lnSpc>
                        <a:spcBef>
                          <a:spcPts val="0"/>
                        </a:spcBef>
                        <a:spcAft>
                          <a:spcPts val="0"/>
                        </a:spcAft>
                        <a:buClrTx/>
                        <a:buSzTx/>
                        <a:buFontTx/>
                        <a:buNone/>
                        <a:tabLst/>
                        <a:defRPr/>
                      </a:pPr>
                      <a:r>
                        <a:rPr kumimoji="1" lang="ja-JP" altLang="en-US" sz="1300">
                          <a:solidFill>
                            <a:schemeClr val="tx1">
                              <a:lumMod val="85000"/>
                              <a:lumOff val="15000"/>
                            </a:schemeClr>
                          </a:solidFill>
                          <a:latin typeface="Source Han Sans JP" panose="020B0500000000000000" pitchFamily="34" charset="-128"/>
                          <a:ea typeface="Source Han Sans JP" panose="020B0500000000000000" pitchFamily="34" charset="-128"/>
                        </a:rPr>
                        <a:t>栄養バランスを調整したい</a:t>
                      </a:r>
                      <a:endParaRPr kumimoji="1" lang="en-US" altLang="ja-JP" sz="13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l" defTabSz="914400" rtl="0" eaLnBrk="1" fontAlgn="auto" latinLnBrk="0" hangingPunct="1">
                        <a:lnSpc>
                          <a:spcPts val="2140"/>
                        </a:lnSpc>
                        <a:spcBef>
                          <a:spcPts val="0"/>
                        </a:spcBef>
                        <a:spcAft>
                          <a:spcPts val="0"/>
                        </a:spcAft>
                        <a:buClrTx/>
                        <a:buSzTx/>
                        <a:buFontTx/>
                        <a:buNone/>
                        <a:tabLst/>
                        <a:defRPr/>
                      </a:pPr>
                      <a:r>
                        <a:rPr kumimoji="1" lang="ja-JP" altLang="en-US" sz="1300">
                          <a:solidFill>
                            <a:schemeClr val="tx1">
                              <a:lumMod val="85000"/>
                              <a:lumOff val="15000"/>
                            </a:schemeClr>
                          </a:solidFill>
                          <a:latin typeface="Source Han Sans JP" panose="020B0500000000000000" pitchFamily="34" charset="-128"/>
                          <a:ea typeface="Source Han Sans JP" panose="020B0500000000000000" pitchFamily="34" charset="-128"/>
                        </a:rPr>
                        <a:t>エネルギーを減らしたい</a:t>
                      </a:r>
                      <a:endParaRPr kumimoji="1" lang="en-US" altLang="ja-JP" sz="13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l" defTabSz="914400" rtl="0" eaLnBrk="1" fontAlgn="auto" latinLnBrk="0" hangingPunct="1">
                        <a:lnSpc>
                          <a:spcPts val="2140"/>
                        </a:lnSpc>
                        <a:spcBef>
                          <a:spcPts val="0"/>
                        </a:spcBef>
                        <a:spcAft>
                          <a:spcPts val="0"/>
                        </a:spcAft>
                        <a:buClrTx/>
                        <a:buSzTx/>
                        <a:buFontTx/>
                        <a:buNone/>
                        <a:tabLst/>
                        <a:defRPr/>
                      </a:pPr>
                      <a:r>
                        <a:rPr kumimoji="1" lang="ja-JP" altLang="en-US" sz="1300">
                          <a:solidFill>
                            <a:schemeClr val="tx1">
                              <a:lumMod val="85000"/>
                              <a:lumOff val="15000"/>
                            </a:schemeClr>
                          </a:solidFill>
                          <a:latin typeface="Source Han Sans JP" panose="020B0500000000000000" pitchFamily="34" charset="-128"/>
                          <a:ea typeface="Source Han Sans JP" panose="020B0500000000000000" pitchFamily="34" charset="-128"/>
                        </a:rPr>
                        <a:t>脂質を減らしたい</a:t>
                      </a:r>
                      <a:endParaRPr kumimoji="1" lang="en-US" altLang="ja-JP" sz="13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9525" cap="flat" cmpd="sng" algn="ctr">
                      <a:solidFill>
                        <a:srgbClr val="BA453C"/>
                      </a:solidFill>
                      <a:prstDash val="solid"/>
                      <a:round/>
                      <a:headEnd type="none" w="med" len="med"/>
                      <a:tailEnd type="none" w="med" len="med"/>
                    </a:lnB>
                    <a:solidFill>
                      <a:srgbClr val="F5EDE9"/>
                    </a:solidFill>
                  </a:tcPr>
                </a:tc>
                <a:extLst>
                  <a:ext uri="{0D108BD9-81ED-4DB2-BD59-A6C34878D82A}">
                    <a16:rowId xmlns:a16="http://schemas.microsoft.com/office/drawing/2014/main" val="3096550131"/>
                  </a:ext>
                </a:extLst>
              </a:tr>
              <a:tr h="684000">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3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商品数：</a:t>
                      </a:r>
                      <a:r>
                        <a:rPr kumimoji="1" lang="en-US" altLang="ja-JP" sz="1300" b="0" i="0" u="none" strike="noStrike" kern="1200" cap="none" spc="0" normalizeH="0" baseline="0" noProof="0" dirty="0">
                          <a:ln>
                            <a:noFill/>
                          </a:ln>
                          <a:solidFill>
                            <a:srgbClr val="599975"/>
                          </a:solidFill>
                          <a:effectLst/>
                          <a:uLnTx/>
                          <a:uFillTx/>
                          <a:latin typeface="Source Han Sans JP" panose="020B0500000000000000" pitchFamily="34" charset="-128"/>
                          <a:ea typeface="Source Han Sans JP" panose="020B0500000000000000" pitchFamily="34" charset="-128"/>
                          <a:cs typeface="+mn-cs"/>
                        </a:rPr>
                        <a:t>25</a:t>
                      </a:r>
                      <a:br>
                        <a:rPr kumimoji="1" lang="en-US" altLang="ja-JP" sz="13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3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十分</a:t>
                      </a:r>
                      <a:endParaRPr kumimoji="1" lang="en-US" altLang="ja-JP" sz="1300" b="0" i="0" u="none" strike="noStrike" kern="1200" cap="none" spc="0" normalizeH="0" baseline="0" noProof="0" dirty="0">
                        <a:ln>
                          <a:noFill/>
                        </a:ln>
                        <a:solidFill>
                          <a:srgbClr val="599975"/>
                        </a:solidFill>
                        <a:effectLst/>
                        <a:uLnTx/>
                        <a:uFillTx/>
                        <a:latin typeface="Source Han Sans JP" panose="020B0500000000000000" pitchFamily="34" charset="-128"/>
                        <a:ea typeface="Source Han Sans JP" panose="020B0500000000000000" pitchFamily="34" charset="-128"/>
                        <a:cs typeface="+mn-cs"/>
                      </a:endParaRPr>
                    </a:p>
                  </a:txBody>
                  <a:tcPr anchor="ctr">
                    <a:lnL w="1270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3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商品数：</a:t>
                      </a:r>
                      <a:r>
                        <a:rPr kumimoji="1" lang="en-US" altLang="ja-JP" sz="13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t>20</a:t>
                      </a:r>
                      <a:br>
                        <a:rPr kumimoji="1" lang="en-US" altLang="ja-JP" sz="1300" b="1"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3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中程度</a:t>
                      </a:r>
                      <a:endParaRPr kumimoji="1" lang="en-US" altLang="ja-JP" sz="13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9525" cap="flat" cmpd="sng" algn="ctr">
                      <a:solidFill>
                        <a:srgbClr val="BA453C"/>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3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商品数：</a:t>
                      </a:r>
                      <a:r>
                        <a:rPr kumimoji="1" lang="en-US" altLang="ja-JP" sz="13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t>0</a:t>
                      </a:r>
                      <a:br>
                        <a:rPr kumimoji="1" lang="en-US" altLang="ja-JP" sz="1300" b="0"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3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不十分</a:t>
                      </a:r>
                      <a:endParaRPr kumimoji="1" lang="en-US" altLang="ja-JP" sz="13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endParaRPr>
                    </a:p>
                  </a:txBody>
                  <a:tcPr anchor="ctr">
                    <a:lnL w="9525" cap="flat" cmpd="sng" algn="ctr">
                      <a:solidFill>
                        <a:srgbClr val="BA453C"/>
                      </a:solidFill>
                      <a:prstDash val="solid"/>
                      <a:round/>
                      <a:headEnd type="none" w="med" len="med"/>
                      <a:tailEnd type="none" w="med" len="med"/>
                    </a:lnL>
                    <a:lnR w="9525" cap="flat" cmpd="sng" algn="ctr">
                      <a:solidFill>
                        <a:srgbClr val="BA453C"/>
                      </a:solidFill>
                      <a:prstDash val="solid"/>
                      <a:round/>
                      <a:headEnd type="none" w="med" len="med"/>
                      <a:tailEnd type="none" w="med" len="med"/>
                    </a:lnR>
                    <a:lnT w="9525" cap="flat" cmpd="sng" algn="ctr">
                      <a:solidFill>
                        <a:srgbClr val="BA453C"/>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CE4D44">
                        <a:alpha val="15000"/>
                      </a:srgbClr>
                    </a:solidFill>
                  </a:tcPr>
                </a:tc>
                <a:extLst>
                  <a:ext uri="{0D108BD9-81ED-4DB2-BD59-A6C34878D82A}">
                    <a16:rowId xmlns:a16="http://schemas.microsoft.com/office/drawing/2014/main" val="1538559344"/>
                  </a:ext>
                </a:extLst>
              </a:tr>
              <a:tr h="3132000">
                <a:tc>
                  <a:txBody>
                    <a:bodyPr/>
                    <a:lstStyle/>
                    <a:p>
                      <a:pPr marL="0" marR="0" lvl="0" indent="0" algn="l" defTabSz="914400" rtl="0" eaLnBrk="1" fontAlgn="auto" latinLnBrk="0" hangingPunct="1">
                        <a:lnSpc>
                          <a:spcPts val="19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商品名：</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19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・健康応援</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 </a:t>
                      </a: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日替り弁当</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19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1/2</a:t>
                      </a: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日分の野菜！</a:t>
                      </a:r>
                      <a:b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b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　７種野菜のビビンバ丼</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19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1/2</a:t>
                      </a: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日分の野菜！</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19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　ごろっと野菜カレー</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19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1/2</a:t>
                      </a: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日分の野菜！</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19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　あんかけ焼きそば</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19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・１食分の野菜</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 </a:t>
                      </a: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黄金生姜スープ</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19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・たっぷりトマトの彩り野菜サンド</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1940"/>
                        </a:lnSpc>
                        <a:spcBef>
                          <a:spcPts val="0"/>
                        </a:spcBef>
                        <a:spcAft>
                          <a:spcPts val="0"/>
                        </a:spcAft>
                        <a:buClrTx/>
                        <a:buSzTx/>
                        <a:buFontTx/>
                        <a:buNone/>
                        <a:tabLst/>
                        <a:defRPr/>
                      </a:pP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a:t>
                      </a:r>
                    </a:p>
                  </a:txBody>
                  <a:tcPr marT="115200">
                    <a:lnL w="1270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19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商品名：</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19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・セブンプレミアム</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19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　ゼロサイダートリプル</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19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・セブンプレミアム</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 </a:t>
                      </a: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糖質</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0g</a:t>
                      </a:r>
                    </a:p>
                    <a:p>
                      <a:pPr marL="0" marR="0" lvl="0" indent="0" algn="l" defTabSz="914400" rtl="0" eaLnBrk="1" fontAlgn="auto" latinLnBrk="0" hangingPunct="1">
                        <a:lnSpc>
                          <a:spcPts val="19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　低カロリー麺</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 </a:t>
                      </a: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担々麺</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19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・セブンプレミアム</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19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　豆腐スイーツバー</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 </a:t>
                      </a: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ガトーショコラ</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19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・糖質を控えた</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 </a:t>
                      </a: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チーズブレッド</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19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・糖質を控えた</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 </a:t>
                      </a: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チョコブレッド</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19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・セブンプレミアム</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 </a:t>
                      </a: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糖質</a:t>
                      </a: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65%</a:t>
                      </a: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オフ</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1940"/>
                        </a:lnSpc>
                        <a:spcBef>
                          <a:spcPts val="0"/>
                        </a:spcBef>
                        <a:spcAft>
                          <a:spcPts val="0"/>
                        </a:spcAft>
                        <a:buClrTx/>
                        <a:buSzTx/>
                        <a:buFontTx/>
                        <a:buNone/>
                        <a:tabLst/>
                        <a:defRPr/>
                      </a:pPr>
                      <a:r>
                        <a:rPr kumimoji="1" lang="ja-JP" altLang="en-US" sz="1200">
                          <a:solidFill>
                            <a:schemeClr val="tx1">
                              <a:lumMod val="65000"/>
                              <a:lumOff val="35000"/>
                            </a:schemeClr>
                          </a:solidFill>
                          <a:latin typeface="Source Han Sans JP" panose="020B0500000000000000" pitchFamily="34" charset="-128"/>
                          <a:ea typeface="Source Han Sans JP" panose="020B0500000000000000" pitchFamily="34" charset="-128"/>
                        </a:rPr>
                        <a:t>　調製豆乳</a:t>
                      </a:r>
                      <a:endPar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endParaRPr>
                    </a:p>
                    <a:p>
                      <a:pPr marL="0" marR="0" lvl="0" indent="0" algn="l" defTabSz="914400" rtl="0" eaLnBrk="1" fontAlgn="auto" latinLnBrk="0" hangingPunct="1">
                        <a:lnSpc>
                          <a:spcPts val="1940"/>
                        </a:lnSpc>
                        <a:spcBef>
                          <a:spcPts val="0"/>
                        </a:spcBef>
                        <a:spcAft>
                          <a:spcPts val="0"/>
                        </a:spcAft>
                        <a:buClrTx/>
                        <a:buSzTx/>
                        <a:buFontTx/>
                        <a:buNone/>
                        <a:tabLst/>
                        <a:defRPr/>
                      </a:pPr>
                      <a:r>
                        <a:rPr kumimoji="1" lang="en-US" altLang="ja-JP" sz="1200" dirty="0">
                          <a:solidFill>
                            <a:schemeClr val="tx1">
                              <a:lumMod val="65000"/>
                              <a:lumOff val="35000"/>
                            </a:schemeClr>
                          </a:solidFill>
                          <a:latin typeface="Source Han Sans JP" panose="020B0500000000000000" pitchFamily="34" charset="-128"/>
                          <a:ea typeface="Source Han Sans JP" panose="020B0500000000000000" pitchFamily="34" charset="-128"/>
                        </a:rPr>
                        <a:t>…</a:t>
                      </a:r>
                    </a:p>
                  </a:txBody>
                  <a:tcPr marT="115200">
                    <a:lnL w="6350" cap="flat" cmpd="sng" algn="ctr">
                      <a:solidFill>
                        <a:schemeClr val="tx1">
                          <a:lumMod val="50000"/>
                          <a:lumOff val="50000"/>
                        </a:schemeClr>
                      </a:solidFill>
                      <a:prstDash val="solid"/>
                      <a:round/>
                      <a:headEnd type="none" w="med" len="med"/>
                      <a:tailEnd type="none" w="med" len="med"/>
                    </a:lnL>
                    <a:lnR w="9525" cap="flat" cmpd="sng" algn="ctr">
                      <a:solidFill>
                        <a:srgbClr val="BA453C"/>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1940"/>
                        </a:lnSpc>
                        <a:spcBef>
                          <a:spcPts val="0"/>
                        </a:spcBef>
                        <a:spcAft>
                          <a:spcPts val="0"/>
                        </a:spcAft>
                        <a:buClrTx/>
                        <a:buSzTx/>
                        <a:buFontTx/>
                        <a:buNone/>
                        <a:tabLst/>
                        <a:defRPr/>
                      </a:pPr>
                      <a:r>
                        <a:rPr kumimoji="1" lang="ja-JP" altLang="en-US" sz="1200" b="0" i="0" u="none" strike="noStrike" kern="1200" cap="none" spc="0" normalizeH="0" baseline="0" noProof="0">
                          <a:ln>
                            <a:noFill/>
                          </a:ln>
                          <a:solidFill>
                            <a:schemeClr val="tx1">
                              <a:lumMod val="75000"/>
                              <a:lumOff val="25000"/>
                            </a:schemeClr>
                          </a:solidFill>
                          <a:effectLst/>
                          <a:uLnTx/>
                          <a:uFillTx/>
                          <a:latin typeface="Source Han Sans JP" panose="020B0500000000000000" pitchFamily="34" charset="-128"/>
                          <a:ea typeface="Source Han Sans JP" panose="020B0500000000000000" pitchFamily="34" charset="-128"/>
                          <a:cs typeface="+mn-cs"/>
                        </a:rPr>
                        <a:t>該当商品なし</a:t>
                      </a:r>
                      <a:endParaRPr kumimoji="1" lang="en-US" altLang="ja-JP" sz="1200" b="0" i="0" u="none" strike="noStrike" kern="1200" cap="none" spc="0" normalizeH="0" baseline="0" noProof="0" dirty="0">
                        <a:ln>
                          <a:noFill/>
                        </a:ln>
                        <a:solidFill>
                          <a:schemeClr val="tx1">
                            <a:lumMod val="75000"/>
                            <a:lumOff val="25000"/>
                          </a:schemeClr>
                        </a:solidFill>
                        <a:effectLst/>
                        <a:uLnTx/>
                        <a:uFillTx/>
                        <a:latin typeface="Source Han Sans JP" panose="020B0500000000000000" pitchFamily="34" charset="-128"/>
                        <a:ea typeface="Source Han Sans JP" panose="020B0500000000000000" pitchFamily="34" charset="-128"/>
                        <a:cs typeface="+mn-cs"/>
                      </a:endParaRPr>
                    </a:p>
                  </a:txBody>
                  <a:tcPr marT="115200">
                    <a:lnL w="9525" cap="flat" cmpd="sng" algn="ctr">
                      <a:solidFill>
                        <a:srgbClr val="BA453C"/>
                      </a:solidFill>
                      <a:prstDash val="solid"/>
                      <a:round/>
                      <a:headEnd type="none" w="med" len="med"/>
                      <a:tailEnd type="none" w="med" len="med"/>
                    </a:lnL>
                    <a:lnR w="9525" cap="flat" cmpd="sng" algn="ctr">
                      <a:solidFill>
                        <a:srgbClr val="BA453C"/>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9525" cap="flat" cmpd="sng" algn="ctr">
                      <a:solidFill>
                        <a:srgbClr val="BA453C"/>
                      </a:solidFill>
                      <a:prstDash val="solid"/>
                      <a:round/>
                      <a:headEnd type="none" w="med" len="med"/>
                      <a:tailEnd type="none" w="med" len="med"/>
                    </a:lnB>
                    <a:solidFill>
                      <a:srgbClr val="CE4D44">
                        <a:alpha val="15000"/>
                      </a:srgbClr>
                    </a:solidFill>
                  </a:tcPr>
                </a:tc>
                <a:extLst>
                  <a:ext uri="{0D108BD9-81ED-4DB2-BD59-A6C34878D82A}">
                    <a16:rowId xmlns:a16="http://schemas.microsoft.com/office/drawing/2014/main" val="1388052851"/>
                  </a:ext>
                </a:extLst>
              </a:tr>
            </a:tbl>
          </a:graphicData>
        </a:graphic>
      </p:graphicFrame>
      <p:sp>
        <p:nvSpPr>
          <p:cNvPr id="24" name="テキスト ボックス 23">
            <a:extLst>
              <a:ext uri="{FF2B5EF4-FFF2-40B4-BE49-F238E27FC236}">
                <a16:creationId xmlns:a16="http://schemas.microsoft.com/office/drawing/2014/main" id="{AC2144EA-36AE-C1A7-1D75-358ED5DFB965}"/>
              </a:ext>
            </a:extLst>
          </p:cNvPr>
          <p:cNvSpPr txBox="1"/>
          <p:nvPr/>
        </p:nvSpPr>
        <p:spPr>
          <a:xfrm>
            <a:off x="305487" y="1039427"/>
            <a:ext cx="5508169" cy="375167"/>
          </a:xfrm>
          <a:prstGeom prst="rect">
            <a:avLst/>
          </a:prstGeom>
          <a:noFill/>
        </p:spPr>
        <p:txBody>
          <a:bodyPr wrap="square">
            <a:spAutoFit/>
          </a:bodyPr>
          <a:lstStyle/>
          <a:p>
            <a:pPr>
              <a:lnSpc>
                <a:spcPts val="2380"/>
              </a:lnSpc>
              <a:defRPr/>
            </a:pPr>
            <a:r>
              <a:rPr kumimoji="1" lang="ja-JP" altLang="en-US" sz="1600" spc="30">
                <a:solidFill>
                  <a:srgbClr val="DCD8DC">
                    <a:lumMod val="25000"/>
                  </a:srgbClr>
                </a:solidFill>
                <a:latin typeface="源ノ角ゴシック JP" panose="020B0500000000000000" pitchFamily="34" charset="-128"/>
                <a:ea typeface="源ノ角ゴシック JP" panose="020B0500000000000000" pitchFamily="34" charset="-128"/>
              </a:rPr>
              <a:t>「対応」に該当する商品を抽出し、実施量を評価した</a:t>
            </a:r>
            <a:endParaRPr kumimoji="1" lang="en-US" altLang="ja-JP" sz="160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25" name="テキスト ボックス 24">
            <a:extLst>
              <a:ext uri="{FF2B5EF4-FFF2-40B4-BE49-F238E27FC236}">
                <a16:creationId xmlns:a16="http://schemas.microsoft.com/office/drawing/2014/main" id="{58F75C7D-0DDA-9758-7D35-CA5B8FC050A0}"/>
              </a:ext>
            </a:extLst>
          </p:cNvPr>
          <p:cNvSpPr txBox="1"/>
          <p:nvPr/>
        </p:nvSpPr>
        <p:spPr>
          <a:xfrm>
            <a:off x="449184" y="6153518"/>
            <a:ext cx="4744721" cy="245260"/>
          </a:xfrm>
          <a:prstGeom prst="rect">
            <a:avLst/>
          </a:prstGeom>
          <a:noFill/>
        </p:spPr>
        <p:txBody>
          <a:bodyPr wrap="square">
            <a:spAutoFit/>
          </a:bodyPr>
          <a:lstStyle/>
          <a:p>
            <a:pPr>
              <a:lnSpc>
                <a:spcPts val="1280"/>
              </a:lnSpc>
              <a:defRPr/>
            </a:pPr>
            <a:r>
              <a:rPr kumimoji="1" lang="en-US" altLang="ja-JP" sz="9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[7–38] </a:t>
            </a:r>
            <a:r>
              <a:rPr kumimoji="1" lang="ja-JP" altLang="en-US" sz="9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セブン</a:t>
            </a:r>
            <a:r>
              <a:rPr kumimoji="1" lang="en-US" altLang="ja-JP" sz="9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a:t>
            </a:r>
            <a:r>
              <a:rPr kumimoji="1" lang="ja-JP" altLang="en-US" sz="900" spc="2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rPr>
              <a:t>イレブン／セブンプレミアム公式商品情報・ニュースリリース</a:t>
            </a:r>
            <a:endParaRPr kumimoji="1" lang="en-US" altLang="ja-JP" sz="900" spc="20" dirty="0">
              <a:solidFill>
                <a:schemeClr val="tx1">
                  <a:lumMod val="50000"/>
                  <a:lumOff val="50000"/>
                  <a:alpha val="90000"/>
                </a:schemeClr>
              </a:solidFill>
              <a:latin typeface="源ノ角ゴシック JP" panose="020B0500000000000000" pitchFamily="34" charset="-128"/>
              <a:ea typeface="源ノ角ゴシック JP" panose="020B0500000000000000" pitchFamily="34" charset="-128"/>
            </a:endParaRPr>
          </a:p>
        </p:txBody>
      </p:sp>
      <p:grpSp>
        <p:nvGrpSpPr>
          <p:cNvPr id="32" name="グループ化 31">
            <a:extLst>
              <a:ext uri="{FF2B5EF4-FFF2-40B4-BE49-F238E27FC236}">
                <a16:creationId xmlns:a16="http://schemas.microsoft.com/office/drawing/2014/main" id="{EF83589A-A42B-D22D-9D76-3339D6581F06}"/>
              </a:ext>
            </a:extLst>
          </p:cNvPr>
          <p:cNvGrpSpPr/>
          <p:nvPr/>
        </p:nvGrpSpPr>
        <p:grpSpPr>
          <a:xfrm>
            <a:off x="9071299" y="485067"/>
            <a:ext cx="2732813" cy="1296599"/>
            <a:chOff x="8573825" y="4139880"/>
            <a:chExt cx="2732813" cy="1296599"/>
          </a:xfrm>
        </p:grpSpPr>
        <p:sp>
          <p:nvSpPr>
            <p:cNvPr id="31" name="角丸四角形 30">
              <a:extLst>
                <a:ext uri="{FF2B5EF4-FFF2-40B4-BE49-F238E27FC236}">
                  <a16:creationId xmlns:a16="http://schemas.microsoft.com/office/drawing/2014/main" id="{0EC0221F-9A08-6B4F-D5CA-9A86BB9610FF}"/>
                </a:ext>
              </a:extLst>
            </p:cNvPr>
            <p:cNvSpPr/>
            <p:nvPr/>
          </p:nvSpPr>
          <p:spPr>
            <a:xfrm>
              <a:off x="8649817" y="4463479"/>
              <a:ext cx="2656821" cy="973000"/>
            </a:xfrm>
            <a:prstGeom prst="roundRect">
              <a:avLst/>
            </a:prstGeom>
            <a:solidFill>
              <a:srgbClr val="CE4D44">
                <a:alpha val="1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6" name="グループ化 25">
              <a:extLst>
                <a:ext uri="{FF2B5EF4-FFF2-40B4-BE49-F238E27FC236}">
                  <a16:creationId xmlns:a16="http://schemas.microsoft.com/office/drawing/2014/main" id="{183B89A3-6994-2B27-4A7B-77CECFE57D70}"/>
                </a:ext>
              </a:extLst>
            </p:cNvPr>
            <p:cNvGrpSpPr/>
            <p:nvPr/>
          </p:nvGrpSpPr>
          <p:grpSpPr>
            <a:xfrm>
              <a:off x="8573825" y="4139880"/>
              <a:ext cx="2648672" cy="1209798"/>
              <a:chOff x="656542" y="825372"/>
              <a:chExt cx="2648672" cy="1209798"/>
            </a:xfrm>
          </p:grpSpPr>
          <p:sp>
            <p:nvSpPr>
              <p:cNvPr id="28" name="テキスト ボックス 27">
                <a:extLst>
                  <a:ext uri="{FF2B5EF4-FFF2-40B4-BE49-F238E27FC236}">
                    <a16:creationId xmlns:a16="http://schemas.microsoft.com/office/drawing/2014/main" id="{C8E8B6A0-8297-553F-7BD4-65CD84BA1C9D}"/>
                  </a:ext>
                </a:extLst>
              </p:cNvPr>
              <p:cNvSpPr txBox="1"/>
              <p:nvPr/>
            </p:nvSpPr>
            <p:spPr>
              <a:xfrm>
                <a:off x="656542" y="825372"/>
                <a:ext cx="2586680" cy="327526"/>
              </a:xfrm>
              <a:prstGeom prst="rect">
                <a:avLst/>
              </a:prstGeom>
              <a:noFill/>
            </p:spPr>
            <p:txBody>
              <a:bodyPr wrap="square">
                <a:spAutoFit/>
              </a:bodyPr>
              <a:lstStyle/>
              <a:p>
                <a:pPr>
                  <a:lnSpc>
                    <a:spcPts val="2020"/>
                  </a:lnSpc>
                  <a:defRPr/>
                </a:pPr>
                <a:r>
                  <a:rPr kumimoji="1" lang="ja-JP" altLang="en-US" sz="1250" spc="40">
                    <a:solidFill>
                      <a:srgbClr val="CE4D44"/>
                    </a:solidFill>
                    <a:latin typeface="源ノ角ゴシック JP" panose="020B0500000000000000" pitchFamily="34" charset="-128"/>
                    <a:ea typeface="源ノ角ゴシック JP" panose="020B0500000000000000" pitchFamily="34" charset="-128"/>
                  </a:rPr>
                  <a:t>特定された問題</a:t>
                </a:r>
                <a:endParaRPr kumimoji="1" lang="en-US" altLang="ja-JP" sz="1250" spc="40" dirty="0">
                  <a:solidFill>
                    <a:srgbClr val="CE4D44"/>
                  </a:solidFill>
                  <a:latin typeface="源ノ角ゴシック JP" panose="020B0500000000000000" pitchFamily="34" charset="-128"/>
                  <a:ea typeface="源ノ角ゴシック JP" panose="020B0500000000000000" pitchFamily="34" charset="-128"/>
                </a:endParaRPr>
              </a:p>
            </p:txBody>
          </p:sp>
          <p:sp>
            <p:nvSpPr>
              <p:cNvPr id="30" name="テキスト ボックス 29">
                <a:extLst>
                  <a:ext uri="{FF2B5EF4-FFF2-40B4-BE49-F238E27FC236}">
                    <a16:creationId xmlns:a16="http://schemas.microsoft.com/office/drawing/2014/main" id="{1BCA6DF9-F275-65E3-3E46-0577C8F5CA2D}"/>
                  </a:ext>
                </a:extLst>
              </p:cNvPr>
              <p:cNvSpPr txBox="1"/>
              <p:nvPr/>
            </p:nvSpPr>
            <p:spPr>
              <a:xfrm>
                <a:off x="834232" y="1202313"/>
                <a:ext cx="2470982" cy="832857"/>
              </a:xfrm>
              <a:prstGeom prst="rect">
                <a:avLst/>
              </a:prstGeom>
              <a:noFill/>
            </p:spPr>
            <p:txBody>
              <a:bodyPr wrap="square">
                <a:spAutoFit/>
              </a:bodyPr>
              <a:lstStyle/>
              <a:p>
                <a:pPr>
                  <a:lnSpc>
                    <a:spcPts val="1980"/>
                  </a:lnSpc>
                  <a:defRPr/>
                </a:pPr>
                <a:r>
                  <a:rPr kumimoji="1" lang="ja-JP" altLang="en-US" sz="1150">
                    <a:solidFill>
                      <a:schemeClr val="tx1">
                        <a:lumMod val="65000"/>
                        <a:lumOff val="35000"/>
                        <a:alpha val="60000"/>
                      </a:schemeClr>
                    </a:solidFill>
                    <a:latin typeface="源ノ角ゴシック JP" panose="020B0500000000000000" pitchFamily="34" charset="-128"/>
                    <a:ea typeface="源ノ角ゴシック JP" panose="020B0500000000000000" pitchFamily="34" charset="-128"/>
                  </a:rPr>
                  <a:t>・栄養バランスへの対応について</a:t>
                </a:r>
                <a:endParaRPr kumimoji="1" lang="en-US" altLang="ja-JP" sz="1150" dirty="0">
                  <a:solidFill>
                    <a:schemeClr val="tx1">
                      <a:lumMod val="65000"/>
                      <a:lumOff val="35000"/>
                      <a:alpha val="60000"/>
                    </a:schemeClr>
                  </a:solidFill>
                  <a:latin typeface="源ノ角ゴシック JP" panose="020B0500000000000000" pitchFamily="34" charset="-128"/>
                  <a:ea typeface="源ノ角ゴシック JP" panose="020B0500000000000000" pitchFamily="34" charset="-128"/>
                </a:endParaRPr>
              </a:p>
              <a:p>
                <a:pPr>
                  <a:lnSpc>
                    <a:spcPts val="1980"/>
                  </a:lnSpc>
                  <a:defRPr/>
                </a:pPr>
                <a:r>
                  <a:rPr kumimoji="1" lang="ja-JP" altLang="en-US" sz="1150">
                    <a:solidFill>
                      <a:schemeClr val="tx1">
                        <a:lumMod val="65000"/>
                        <a:lumOff val="35000"/>
                        <a:alpha val="60000"/>
                      </a:schemeClr>
                    </a:solidFill>
                    <a:latin typeface="源ノ角ゴシック JP" panose="020B0500000000000000" pitchFamily="34" charset="-128"/>
                    <a:ea typeface="源ノ角ゴシック JP" panose="020B0500000000000000" pitchFamily="34" charset="-128"/>
                  </a:rPr>
                  <a:t>・エネルギーへの対応について</a:t>
                </a:r>
                <a:endParaRPr kumimoji="1" lang="en-US" altLang="ja-JP" sz="1150" dirty="0">
                  <a:solidFill>
                    <a:schemeClr val="tx1">
                      <a:lumMod val="65000"/>
                      <a:lumOff val="35000"/>
                      <a:alpha val="60000"/>
                    </a:schemeClr>
                  </a:solidFill>
                  <a:latin typeface="源ノ角ゴシック JP" panose="020B0500000000000000" pitchFamily="34" charset="-128"/>
                  <a:ea typeface="源ノ角ゴシック JP" panose="020B0500000000000000" pitchFamily="34" charset="-128"/>
                </a:endParaRPr>
              </a:p>
              <a:p>
                <a:pPr>
                  <a:lnSpc>
                    <a:spcPts val="1980"/>
                  </a:lnSpc>
                  <a:defRPr/>
                </a:pPr>
                <a:r>
                  <a:rPr kumimoji="1" lang="ja-JP" altLang="en-US" sz="1150" b="1">
                    <a:solidFill>
                      <a:srgbClr val="DCD8DC">
                        <a:lumMod val="25000"/>
                      </a:srgbClr>
                    </a:solidFill>
                    <a:latin typeface="源ノ角ゴシック JP" panose="020B0500000000000000" pitchFamily="34" charset="-128"/>
                    <a:ea typeface="源ノ角ゴシック JP" panose="020B0500000000000000" pitchFamily="34" charset="-128"/>
                  </a:rPr>
                  <a:t>・脂質への対応について</a:t>
                </a:r>
                <a:endParaRPr kumimoji="1" lang="en-US" altLang="ja-JP" sz="1150" b="1"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grpSp>
      <p:sp>
        <p:nvSpPr>
          <p:cNvPr id="33" name="テキスト ボックス 32">
            <a:extLst>
              <a:ext uri="{FF2B5EF4-FFF2-40B4-BE49-F238E27FC236}">
                <a16:creationId xmlns:a16="http://schemas.microsoft.com/office/drawing/2014/main" id="{3A8CF33A-3519-0ADC-04FE-9925DB7EC6B5}"/>
              </a:ext>
            </a:extLst>
          </p:cNvPr>
          <p:cNvSpPr txBox="1"/>
          <p:nvPr/>
        </p:nvSpPr>
        <p:spPr>
          <a:xfrm>
            <a:off x="7694226" y="5329966"/>
            <a:ext cx="4291885" cy="697755"/>
          </a:xfrm>
          <a:prstGeom prst="rect">
            <a:avLst/>
          </a:prstGeom>
          <a:noFill/>
        </p:spPr>
        <p:txBody>
          <a:bodyPr wrap="square">
            <a:spAutoFit/>
          </a:bodyPr>
          <a:lstStyle/>
          <a:p>
            <a:pPr>
              <a:lnSpc>
                <a:spcPts val="2480"/>
              </a:lnSpc>
              <a:defRPr/>
            </a:pPr>
            <a:r>
              <a:rPr kumimoji="1" lang="ja-JP" altLang="en-US" sz="1450" spc="20">
                <a:solidFill>
                  <a:srgbClr val="C00000"/>
                </a:solidFill>
                <a:latin typeface="源ノ角ゴシック JP" panose="020B0500000000000000" pitchFamily="34" charset="-128"/>
                <a:ea typeface="源ノ角ゴシック JP" panose="020B0500000000000000" pitchFamily="34" charset="-128"/>
              </a:rPr>
              <a:t>脂質への「対応」の実施量が不十分であるという問題は、他社においても確認された</a:t>
            </a:r>
            <a:endParaRPr kumimoji="1" lang="en-US" altLang="ja-JP" sz="1450" spc="20" dirty="0">
              <a:solidFill>
                <a:srgbClr val="C00000"/>
              </a:solidFill>
              <a:latin typeface="源ノ角ゴシック JP" panose="020B0500000000000000" pitchFamily="34" charset="-128"/>
              <a:ea typeface="源ノ角ゴシック JP" panose="020B0500000000000000" pitchFamily="34" charset="-128"/>
            </a:endParaRPr>
          </a:p>
        </p:txBody>
      </p:sp>
      <p:grpSp>
        <p:nvGrpSpPr>
          <p:cNvPr id="36" name="グループ化 35">
            <a:extLst>
              <a:ext uri="{FF2B5EF4-FFF2-40B4-BE49-F238E27FC236}">
                <a16:creationId xmlns:a16="http://schemas.microsoft.com/office/drawing/2014/main" id="{8F0B7DB2-E8A7-89E5-B421-54F6B4506796}"/>
              </a:ext>
            </a:extLst>
          </p:cNvPr>
          <p:cNvGrpSpPr/>
          <p:nvPr/>
        </p:nvGrpSpPr>
        <p:grpSpPr>
          <a:xfrm>
            <a:off x="4911982" y="6095291"/>
            <a:ext cx="2883583" cy="539177"/>
            <a:chOff x="5349304" y="6055535"/>
            <a:chExt cx="2883583" cy="539177"/>
          </a:xfrm>
        </p:grpSpPr>
        <p:sp>
          <p:nvSpPr>
            <p:cNvPr id="34" name="テキスト ボックス 33">
              <a:extLst>
                <a:ext uri="{FF2B5EF4-FFF2-40B4-BE49-F238E27FC236}">
                  <a16:creationId xmlns:a16="http://schemas.microsoft.com/office/drawing/2014/main" id="{5C839628-7F6E-04FD-04CC-85B52CF2FE52}"/>
                </a:ext>
              </a:extLst>
            </p:cNvPr>
            <p:cNvSpPr txBox="1"/>
            <p:nvPr/>
          </p:nvSpPr>
          <p:spPr>
            <a:xfrm>
              <a:off x="5349304" y="6061681"/>
              <a:ext cx="1493391" cy="533031"/>
            </a:xfrm>
            <a:prstGeom prst="rect">
              <a:avLst/>
            </a:prstGeom>
            <a:noFill/>
          </p:spPr>
          <p:txBody>
            <a:bodyPr wrap="square">
              <a:spAutoFit/>
            </a:bodyPr>
            <a:lstStyle/>
            <a:p>
              <a:pPr>
                <a:lnSpc>
                  <a:spcPts val="1840"/>
                </a:lnSpc>
                <a:defRPr/>
              </a:pPr>
              <a:r>
                <a:rPr kumimoji="1" lang="ja-JP" altLang="en-US" sz="1200" spc="20">
                  <a:solidFill>
                    <a:schemeClr val="tx1">
                      <a:lumMod val="65000"/>
                      <a:lumOff val="35000"/>
                    </a:schemeClr>
                  </a:solidFill>
                  <a:latin typeface="源ノ角ゴシック JP" panose="020B0500000000000000" pitchFamily="34" charset="-128"/>
                  <a:ea typeface="源ノ角ゴシック JP" panose="020B0500000000000000" pitchFamily="34" charset="-128"/>
                </a:rPr>
                <a:t>ローソン</a:t>
              </a:r>
              <a:endParaRPr kumimoji="1" lang="en-US" altLang="ja-JP" sz="1200" spc="2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840"/>
                </a:lnSpc>
                <a:defRPr/>
              </a:pPr>
              <a:r>
                <a:rPr kumimoji="1" lang="ja-JP" altLang="en-US" sz="1200" spc="20">
                  <a:solidFill>
                    <a:schemeClr val="tx1">
                      <a:lumMod val="65000"/>
                      <a:lumOff val="35000"/>
                    </a:schemeClr>
                  </a:solidFill>
                  <a:latin typeface="源ノ角ゴシック JP" panose="020B0500000000000000" pitchFamily="34" charset="-128"/>
                  <a:ea typeface="源ノ角ゴシック JP" panose="020B0500000000000000" pitchFamily="34" charset="-128"/>
                </a:rPr>
                <a:t>ファミリーマート</a:t>
              </a:r>
              <a:endParaRPr kumimoji="1" lang="en-US" altLang="ja-JP" sz="1200" spc="2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p:txBody>
        </p:sp>
        <p:sp>
          <p:nvSpPr>
            <p:cNvPr id="35" name="テキスト ボックス 34">
              <a:extLst>
                <a:ext uri="{FF2B5EF4-FFF2-40B4-BE49-F238E27FC236}">
                  <a16:creationId xmlns:a16="http://schemas.microsoft.com/office/drawing/2014/main" id="{D0A01629-9420-FBD6-F14B-5F050E34BD33}"/>
                </a:ext>
              </a:extLst>
            </p:cNvPr>
            <p:cNvSpPr txBox="1"/>
            <p:nvPr/>
          </p:nvSpPr>
          <p:spPr>
            <a:xfrm>
              <a:off x="6739496" y="6055535"/>
              <a:ext cx="1493391" cy="533031"/>
            </a:xfrm>
            <a:prstGeom prst="rect">
              <a:avLst/>
            </a:prstGeom>
            <a:noFill/>
          </p:spPr>
          <p:txBody>
            <a:bodyPr wrap="square">
              <a:spAutoFit/>
            </a:bodyPr>
            <a:lstStyle/>
            <a:p>
              <a:pPr>
                <a:lnSpc>
                  <a:spcPts val="1840"/>
                </a:lnSpc>
                <a:defRPr/>
              </a:pPr>
              <a:r>
                <a:rPr kumimoji="1" lang="ja-JP" altLang="en-US" sz="1200" spc="20">
                  <a:solidFill>
                    <a:srgbClr val="CE4D44"/>
                  </a:solidFill>
                  <a:latin typeface="源ノ角ゴシック JP" panose="020B0500000000000000" pitchFamily="34" charset="-128"/>
                  <a:ea typeface="源ノ角ゴシック JP" panose="020B0500000000000000" pitchFamily="34" charset="-128"/>
                </a:rPr>
                <a:t>商品数：</a:t>
              </a:r>
              <a:r>
                <a:rPr kumimoji="1" lang="en-US" altLang="ja-JP" sz="1200" spc="20" dirty="0">
                  <a:solidFill>
                    <a:srgbClr val="CE4D44"/>
                  </a:solidFill>
                  <a:latin typeface="源ノ角ゴシック JP" panose="020B0500000000000000" pitchFamily="34" charset="-128"/>
                  <a:ea typeface="源ノ角ゴシック JP" panose="020B0500000000000000" pitchFamily="34" charset="-128"/>
                </a:rPr>
                <a:t>2</a:t>
              </a:r>
            </a:p>
            <a:p>
              <a:pPr>
                <a:lnSpc>
                  <a:spcPts val="1840"/>
                </a:lnSpc>
                <a:defRPr/>
              </a:pPr>
              <a:r>
                <a:rPr kumimoji="1" lang="ja-JP" altLang="en-US" sz="1200" spc="20">
                  <a:solidFill>
                    <a:srgbClr val="CE4D44"/>
                  </a:solidFill>
                  <a:latin typeface="源ノ角ゴシック JP" panose="020B0500000000000000" pitchFamily="34" charset="-128"/>
                  <a:ea typeface="源ノ角ゴシック JP" panose="020B0500000000000000" pitchFamily="34" charset="-128"/>
                </a:rPr>
                <a:t>商品数：</a:t>
              </a:r>
              <a:r>
                <a:rPr kumimoji="1" lang="en-US" altLang="ja-JP" sz="1200" spc="20" dirty="0">
                  <a:solidFill>
                    <a:srgbClr val="CE4D44"/>
                  </a:solidFill>
                  <a:latin typeface="源ノ角ゴシック JP" panose="020B0500000000000000" pitchFamily="34" charset="-128"/>
                  <a:ea typeface="源ノ角ゴシック JP" panose="020B0500000000000000" pitchFamily="34" charset="-128"/>
                </a:rPr>
                <a:t>1</a:t>
              </a:r>
            </a:p>
          </p:txBody>
        </p:sp>
      </p:grpSp>
    </p:spTree>
    <p:extLst>
      <p:ext uri="{BB962C8B-B14F-4D97-AF65-F5344CB8AC3E}">
        <p14:creationId xmlns:p14="http://schemas.microsoft.com/office/powerpoint/2010/main" val="2292919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6"/>
                                        </p:tgtEl>
                                        <p:attrNameLst>
                                          <p:attrName>style.visibility</p:attrName>
                                        </p:attrNameLst>
                                      </p:cBhvr>
                                      <p:to>
                                        <p:strVal val="visible"/>
                                      </p:to>
                                    </p:set>
                                    <p:animEffect transition="in" filter="fade">
                                      <p:cBhvr>
                                        <p:cTn id="7" dur="500"/>
                                        <p:tgtEl>
                                          <p:spTgt spid="3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3"/>
                                        </p:tgtEl>
                                        <p:attrNameLst>
                                          <p:attrName>style.visibility</p:attrName>
                                        </p:attrNameLst>
                                      </p:cBhvr>
                                      <p:to>
                                        <p:strVal val="visible"/>
                                      </p:to>
                                    </p:set>
                                    <p:animEffect transition="in" filter="fade">
                                      <p:cBhvr>
                                        <p:cTn id="10" dur="5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p:bldLst>
  </p:timing>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E77C3CC-7A85-5068-C95B-C0E45CD9A369}"/>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23929258-74F4-4FF4-D6BB-D10E8AB60815}"/>
              </a:ext>
            </a:extLst>
          </p:cNvPr>
          <p:cNvSpPr txBox="1"/>
          <p:nvPr/>
        </p:nvSpPr>
        <p:spPr>
          <a:xfrm>
            <a:off x="223842" y="481990"/>
            <a:ext cx="9137328" cy="507619"/>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defRPr/>
            </a:pPr>
            <a:r>
              <a:rPr lang="ja-JP" altLang="en-US" sz="2200" b="1" spc="50">
                <a:solidFill>
                  <a:srgbClr val="42557A"/>
                </a:solidFill>
                <a:latin typeface="源ノ角ゴシック JP" panose="020B0500000000000000" pitchFamily="34" charset="-128"/>
                <a:ea typeface="源ノ角ゴシック JP" panose="020B0500000000000000" pitchFamily="34" charset="-128"/>
              </a:rPr>
              <a:t>セブンイレブンでは、脂質への「対応」の実施量が不十分である</a:t>
            </a:r>
            <a:endParaRPr lang="en-US" altLang="ja-JP" sz="2200" b="1" spc="50" dirty="0">
              <a:solidFill>
                <a:srgbClr val="42557A"/>
              </a:solidFill>
              <a:latin typeface="源ノ角ゴシック JP" panose="020B0500000000000000" pitchFamily="34" charset="-128"/>
              <a:ea typeface="源ノ角ゴシック JP" panose="020B0500000000000000" pitchFamily="34" charset="-128"/>
            </a:endParaRPr>
          </a:p>
        </p:txBody>
      </p:sp>
      <p:grpSp>
        <p:nvGrpSpPr>
          <p:cNvPr id="2" name="グループ化 1">
            <a:extLst>
              <a:ext uri="{FF2B5EF4-FFF2-40B4-BE49-F238E27FC236}">
                <a16:creationId xmlns:a16="http://schemas.microsoft.com/office/drawing/2014/main" id="{7F6A7DE2-E202-5546-9203-C58E7333CA35}"/>
              </a:ext>
            </a:extLst>
          </p:cNvPr>
          <p:cNvGrpSpPr/>
          <p:nvPr/>
        </p:nvGrpSpPr>
        <p:grpSpPr>
          <a:xfrm>
            <a:off x="524467" y="1061300"/>
            <a:ext cx="7813460" cy="1914829"/>
            <a:chOff x="332220" y="2642264"/>
            <a:chExt cx="7813460" cy="1914829"/>
          </a:xfrm>
        </p:grpSpPr>
        <p:sp>
          <p:nvSpPr>
            <p:cNvPr id="6" name="テキスト ボックス 5">
              <a:extLst>
                <a:ext uri="{FF2B5EF4-FFF2-40B4-BE49-F238E27FC236}">
                  <a16:creationId xmlns:a16="http://schemas.microsoft.com/office/drawing/2014/main" id="{734DE010-C4E0-86DD-C7C8-B7A3151EDE6C}"/>
                </a:ext>
              </a:extLst>
            </p:cNvPr>
            <p:cNvSpPr txBox="1"/>
            <p:nvPr/>
          </p:nvSpPr>
          <p:spPr>
            <a:xfrm>
              <a:off x="332220" y="2642264"/>
              <a:ext cx="4868430" cy="333681"/>
            </a:xfrm>
            <a:prstGeom prst="rect">
              <a:avLst/>
            </a:prstGeom>
            <a:noFill/>
          </p:spPr>
          <p:txBody>
            <a:bodyPr wrap="square">
              <a:spAutoFit/>
            </a:bodyPr>
            <a:lstStyle/>
            <a:p>
              <a:pPr>
                <a:lnSpc>
                  <a:spcPts val="2020"/>
                </a:lnSpc>
                <a:defRPr/>
              </a:pPr>
              <a:r>
                <a:rPr kumimoji="1" lang="ja-JP" altLang="en-US" sz="1600" b="1" spc="30">
                  <a:solidFill>
                    <a:schemeClr val="bg2">
                      <a:lumMod val="25000"/>
                    </a:schemeClr>
                  </a:solidFill>
                  <a:latin typeface="源ノ角ゴシック JP" panose="020B0500000000000000" pitchFamily="34" charset="-128"/>
                  <a:ea typeface="源ノ角ゴシック JP" panose="020B0500000000000000" pitchFamily="34" charset="-128"/>
                </a:rPr>
                <a:t>「対応」に該当する商品の抽出方法</a:t>
              </a:r>
              <a:endParaRPr kumimoji="1" lang="en-US" altLang="ja-JP" sz="1600" b="1" spc="30" dirty="0">
                <a:solidFill>
                  <a:schemeClr val="bg2">
                    <a:lumMod val="25000"/>
                  </a:schemeClr>
                </a:solidFill>
                <a:latin typeface="源ノ角ゴシック JP" panose="020B0500000000000000" pitchFamily="34" charset="-128"/>
                <a:ea typeface="源ノ角ゴシック JP" panose="020B0500000000000000" pitchFamily="34" charset="-128"/>
              </a:endParaRPr>
            </a:p>
          </p:txBody>
        </p:sp>
        <p:grpSp>
          <p:nvGrpSpPr>
            <p:cNvPr id="7" name="グループ化 6">
              <a:extLst>
                <a:ext uri="{FF2B5EF4-FFF2-40B4-BE49-F238E27FC236}">
                  <a16:creationId xmlns:a16="http://schemas.microsoft.com/office/drawing/2014/main" id="{720BBE32-7D96-B4E1-C263-E1FDDC75512B}"/>
                </a:ext>
              </a:extLst>
            </p:cNvPr>
            <p:cNvGrpSpPr/>
            <p:nvPr/>
          </p:nvGrpSpPr>
          <p:grpSpPr>
            <a:xfrm>
              <a:off x="453590" y="3010620"/>
              <a:ext cx="7692090" cy="622412"/>
              <a:chOff x="453590" y="2999190"/>
              <a:chExt cx="7692090" cy="622412"/>
            </a:xfrm>
          </p:grpSpPr>
          <p:sp>
            <p:nvSpPr>
              <p:cNvPr id="20" name="テキスト ボックス 19">
                <a:extLst>
                  <a:ext uri="{FF2B5EF4-FFF2-40B4-BE49-F238E27FC236}">
                    <a16:creationId xmlns:a16="http://schemas.microsoft.com/office/drawing/2014/main" id="{5C0905D0-6729-8D7B-14E1-5864DDF8823A}"/>
                  </a:ext>
                </a:extLst>
              </p:cNvPr>
              <p:cNvSpPr txBox="1"/>
              <p:nvPr/>
            </p:nvSpPr>
            <p:spPr>
              <a:xfrm>
                <a:off x="453590" y="2999190"/>
                <a:ext cx="7033060" cy="334066"/>
              </a:xfrm>
              <a:prstGeom prst="rect">
                <a:avLst/>
              </a:prstGeom>
              <a:noFill/>
            </p:spPr>
            <p:txBody>
              <a:bodyPr wrap="square">
                <a:spAutoFit/>
              </a:bodyPr>
              <a:lstStyle/>
              <a:p>
                <a:pPr>
                  <a:lnSpc>
                    <a:spcPts val="2080"/>
                  </a:lnSpc>
                  <a:defRPr/>
                </a:pPr>
                <a:r>
                  <a:rPr kumimoji="1" lang="ja-JP" altLang="en-US" sz="1300">
                    <a:solidFill>
                      <a:srgbClr val="DCD8DC">
                        <a:lumMod val="25000"/>
                      </a:srgbClr>
                    </a:solidFill>
                    <a:latin typeface="源ノ角ゴシック JP" panose="020B0500000000000000" pitchFamily="34" charset="-128"/>
                    <a:ea typeface="源ノ角ゴシック JP" panose="020B0500000000000000" pitchFamily="34" charset="-128"/>
                  </a:rPr>
                  <a:t>手順１：</a:t>
                </a:r>
                <a:r>
                  <a:rPr kumimoji="1" lang="en-US" altLang="ja-JP" sz="1300" dirty="0">
                    <a:solidFill>
                      <a:srgbClr val="DCD8DC">
                        <a:lumMod val="25000"/>
                      </a:srgbClr>
                    </a:solidFill>
                    <a:latin typeface="源ノ角ゴシック JP" panose="020B0500000000000000" pitchFamily="34" charset="-128"/>
                    <a:ea typeface="源ノ角ゴシック JP" panose="020B0500000000000000" pitchFamily="34" charset="-128"/>
                  </a:rPr>
                  <a:t>2010</a:t>
                </a:r>
                <a:r>
                  <a:rPr kumimoji="1" lang="ja-JP" altLang="en-US" sz="1300">
                    <a:solidFill>
                      <a:srgbClr val="DCD8DC">
                        <a:lumMod val="25000"/>
                      </a:srgbClr>
                    </a:solidFill>
                    <a:latin typeface="源ノ角ゴシック JP" panose="020B0500000000000000" pitchFamily="34" charset="-128"/>
                    <a:ea typeface="源ノ角ゴシック JP" panose="020B0500000000000000" pitchFamily="34" charset="-128"/>
                  </a:rPr>
                  <a:t>年ごろから現在までに、新しく発売されたコンビニオリジナル商品を列挙する</a:t>
                </a:r>
                <a:endParaRPr kumimoji="1" lang="en-US" altLang="ja-JP" sz="130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21" name="テキスト ボックス 20">
                <a:extLst>
                  <a:ext uri="{FF2B5EF4-FFF2-40B4-BE49-F238E27FC236}">
                    <a16:creationId xmlns:a16="http://schemas.microsoft.com/office/drawing/2014/main" id="{27E7B905-F673-E68E-5551-BF5D64DFBB1A}"/>
                  </a:ext>
                </a:extLst>
              </p:cNvPr>
              <p:cNvSpPr txBox="1"/>
              <p:nvPr/>
            </p:nvSpPr>
            <p:spPr>
              <a:xfrm>
                <a:off x="1112620" y="3287536"/>
                <a:ext cx="7033060" cy="334066"/>
              </a:xfrm>
              <a:prstGeom prst="rect">
                <a:avLst/>
              </a:prstGeom>
              <a:noFill/>
            </p:spPr>
            <p:txBody>
              <a:bodyPr wrap="square">
                <a:spAutoFit/>
              </a:bodyPr>
              <a:lstStyle/>
              <a:p>
                <a:pPr>
                  <a:lnSpc>
                    <a:spcPts val="2080"/>
                  </a:lnSpc>
                  <a:defRPr/>
                </a:pPr>
                <a:r>
                  <a:rPr kumimoji="1" lang="ja-JP" altLang="en-US" sz="1300">
                    <a:solidFill>
                      <a:srgbClr val="DCD8DC">
                        <a:lumMod val="25000"/>
                      </a:srgbClr>
                    </a:solidFill>
                    <a:latin typeface="源ノ角ゴシック JP" panose="020B0500000000000000" pitchFamily="34" charset="-128"/>
                    <a:ea typeface="源ノ角ゴシック JP" panose="020B0500000000000000" pitchFamily="34" charset="-128"/>
                  </a:rPr>
                  <a:t>→ セブンイレブン</a:t>
                </a:r>
                <a:r>
                  <a:rPr kumimoji="1" lang="en-US" altLang="ja-JP" sz="1300" dirty="0">
                    <a:solidFill>
                      <a:srgbClr val="DCD8DC">
                        <a:lumMod val="25000"/>
                      </a:srgbClr>
                    </a:solidFill>
                    <a:latin typeface="源ノ角ゴシック JP" panose="020B0500000000000000" pitchFamily="34" charset="-128"/>
                    <a:ea typeface="源ノ角ゴシック JP" panose="020B0500000000000000" pitchFamily="34" charset="-128"/>
                  </a:rPr>
                  <a:t>1102</a:t>
                </a:r>
                <a:r>
                  <a:rPr kumimoji="1" lang="ja-JP" altLang="en-US" sz="1300">
                    <a:solidFill>
                      <a:srgbClr val="DCD8DC">
                        <a:lumMod val="25000"/>
                      </a:srgbClr>
                    </a:solidFill>
                    <a:latin typeface="源ノ角ゴシック JP" panose="020B0500000000000000" pitchFamily="34" charset="-128"/>
                    <a:ea typeface="源ノ角ゴシック JP" panose="020B0500000000000000" pitchFamily="34" charset="-128"/>
                  </a:rPr>
                  <a:t>商品、ローソン</a:t>
                </a:r>
                <a:r>
                  <a:rPr kumimoji="1" lang="en-US" altLang="ja-JP" sz="1300" dirty="0">
                    <a:solidFill>
                      <a:srgbClr val="DCD8DC">
                        <a:lumMod val="25000"/>
                      </a:srgbClr>
                    </a:solidFill>
                    <a:latin typeface="源ノ角ゴシック JP" panose="020B0500000000000000" pitchFamily="34" charset="-128"/>
                    <a:ea typeface="源ノ角ゴシック JP" panose="020B0500000000000000" pitchFamily="34" charset="-128"/>
                  </a:rPr>
                  <a:t>1215</a:t>
                </a:r>
                <a:r>
                  <a:rPr kumimoji="1" lang="ja-JP" altLang="en-US" sz="1300">
                    <a:solidFill>
                      <a:srgbClr val="DCD8DC">
                        <a:lumMod val="25000"/>
                      </a:srgbClr>
                    </a:solidFill>
                    <a:latin typeface="源ノ角ゴシック JP" panose="020B0500000000000000" pitchFamily="34" charset="-128"/>
                    <a:ea typeface="源ノ角ゴシック JP" panose="020B0500000000000000" pitchFamily="34" charset="-128"/>
                  </a:rPr>
                  <a:t>商品、ファミリーマート</a:t>
                </a:r>
                <a:r>
                  <a:rPr kumimoji="1" lang="en-US" altLang="ja-JP" sz="1300" dirty="0">
                    <a:solidFill>
                      <a:srgbClr val="DCD8DC">
                        <a:lumMod val="25000"/>
                      </a:srgbClr>
                    </a:solidFill>
                    <a:latin typeface="源ノ角ゴシック JP" panose="020B0500000000000000" pitchFamily="34" charset="-128"/>
                    <a:ea typeface="源ノ角ゴシック JP" panose="020B0500000000000000" pitchFamily="34" charset="-128"/>
                  </a:rPr>
                  <a:t>2996</a:t>
                </a:r>
                <a:r>
                  <a:rPr kumimoji="1" lang="ja-JP" altLang="en-US" sz="1300">
                    <a:solidFill>
                      <a:srgbClr val="DCD8DC">
                        <a:lumMod val="25000"/>
                      </a:srgbClr>
                    </a:solidFill>
                    <a:latin typeface="源ノ角ゴシック JP" panose="020B0500000000000000" pitchFamily="34" charset="-128"/>
                    <a:ea typeface="源ノ角ゴシック JP" panose="020B0500000000000000" pitchFamily="34" charset="-128"/>
                  </a:rPr>
                  <a:t>商品を得た</a:t>
                </a:r>
                <a:endParaRPr kumimoji="1" lang="en-US" altLang="ja-JP" sz="130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grpSp>
          <p:nvGrpSpPr>
            <p:cNvPr id="8" name="グループ化 7">
              <a:extLst>
                <a:ext uri="{FF2B5EF4-FFF2-40B4-BE49-F238E27FC236}">
                  <a16:creationId xmlns:a16="http://schemas.microsoft.com/office/drawing/2014/main" id="{3900528F-A438-1DCD-CEDA-CCF039CA282C}"/>
                </a:ext>
              </a:extLst>
            </p:cNvPr>
            <p:cNvGrpSpPr/>
            <p:nvPr/>
          </p:nvGrpSpPr>
          <p:grpSpPr>
            <a:xfrm>
              <a:off x="453590" y="3658686"/>
              <a:ext cx="7692090" cy="898407"/>
              <a:chOff x="453590" y="3663010"/>
              <a:chExt cx="7692090" cy="898407"/>
            </a:xfrm>
          </p:grpSpPr>
          <p:sp>
            <p:nvSpPr>
              <p:cNvPr id="10" name="テキスト ボックス 9">
                <a:extLst>
                  <a:ext uri="{FF2B5EF4-FFF2-40B4-BE49-F238E27FC236}">
                    <a16:creationId xmlns:a16="http://schemas.microsoft.com/office/drawing/2014/main" id="{300B4D70-A361-9F13-7FD4-92FC24469952}"/>
                  </a:ext>
                </a:extLst>
              </p:cNvPr>
              <p:cNvSpPr txBox="1"/>
              <p:nvPr/>
            </p:nvSpPr>
            <p:spPr>
              <a:xfrm>
                <a:off x="453590" y="3663010"/>
                <a:ext cx="7577790" cy="603370"/>
              </a:xfrm>
              <a:prstGeom prst="rect">
                <a:avLst/>
              </a:prstGeom>
              <a:noFill/>
            </p:spPr>
            <p:txBody>
              <a:bodyPr wrap="square">
                <a:spAutoFit/>
              </a:bodyPr>
              <a:lstStyle/>
              <a:p>
                <a:pPr>
                  <a:lnSpc>
                    <a:spcPts val="2080"/>
                  </a:lnSpc>
                  <a:defRPr/>
                </a:pPr>
                <a:r>
                  <a:rPr kumimoji="1" lang="ja-JP" altLang="en-US" sz="1300">
                    <a:solidFill>
                      <a:srgbClr val="DCD8DC">
                        <a:lumMod val="25000"/>
                      </a:srgbClr>
                    </a:solidFill>
                    <a:latin typeface="源ノ角ゴシック JP" panose="020B0500000000000000" pitchFamily="34" charset="-128"/>
                    <a:ea typeface="源ノ角ゴシック JP" panose="020B0500000000000000" pitchFamily="34" charset="-128"/>
                  </a:rPr>
                  <a:t>手順２：得られたすべての商品に対して、上記３つのニーズとの関連度</a:t>
                </a:r>
                <a:r>
                  <a:rPr kumimoji="1" lang="ja-JP" altLang="en-US" sz="1300" b="1">
                    <a:solidFill>
                      <a:schemeClr val="tx1">
                        <a:lumMod val="75000"/>
                        <a:lumOff val="25000"/>
                      </a:schemeClr>
                    </a:solidFill>
                    <a:latin typeface="源ノ角ゴシック JP" panose="020B0500000000000000" pitchFamily="34" charset="-128"/>
                    <a:ea typeface="源ノ角ゴシック JP" panose="020B0500000000000000" pitchFamily="34" charset="-128"/>
                  </a:rPr>
                  <a:t>「当てはまり度」</a:t>
                </a:r>
                <a:r>
                  <a:rPr kumimoji="1" lang="ja-JP" altLang="en-US" sz="1300">
                    <a:solidFill>
                      <a:srgbClr val="DCD8DC">
                        <a:lumMod val="25000"/>
                      </a:srgbClr>
                    </a:solidFill>
                    <a:latin typeface="源ノ角ゴシック JP" panose="020B0500000000000000" pitchFamily="34" charset="-128"/>
                    <a:ea typeface="源ノ角ゴシック JP" panose="020B0500000000000000" pitchFamily="34" charset="-128"/>
                  </a:rPr>
                  <a:t>を算出し、</a:t>
                </a:r>
                <a:endParaRPr kumimoji="1" lang="en-US" altLang="ja-JP" sz="130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080"/>
                  </a:lnSpc>
                  <a:defRPr/>
                </a:pPr>
                <a:r>
                  <a:rPr kumimoji="1" lang="ja-JP" altLang="en-US" sz="1300">
                    <a:solidFill>
                      <a:srgbClr val="DCD8DC">
                        <a:lumMod val="25000"/>
                      </a:srgbClr>
                    </a:solidFill>
                    <a:latin typeface="源ノ角ゴシック JP" panose="020B0500000000000000" pitchFamily="34" charset="-128"/>
                    <a:ea typeface="源ノ角ゴシック JP" panose="020B0500000000000000" pitchFamily="34" charset="-128"/>
                  </a:rPr>
                  <a:t>　　　　値が</a:t>
                </a:r>
                <a:r>
                  <a:rPr kumimoji="1" lang="en-US" altLang="ja-JP" sz="1300" dirty="0">
                    <a:solidFill>
                      <a:srgbClr val="DCD8DC">
                        <a:lumMod val="25000"/>
                      </a:srgbClr>
                    </a:solidFill>
                    <a:latin typeface="源ノ角ゴシック JP" panose="020B0500000000000000" pitchFamily="34" charset="-128"/>
                    <a:ea typeface="源ノ角ゴシック JP" panose="020B0500000000000000" pitchFamily="34" charset="-128"/>
                  </a:rPr>
                  <a:t>60</a:t>
                </a:r>
                <a:r>
                  <a:rPr kumimoji="1" lang="ja-JP" altLang="en-US" sz="1300">
                    <a:solidFill>
                      <a:srgbClr val="DCD8DC">
                        <a:lumMod val="25000"/>
                      </a:srgbClr>
                    </a:solidFill>
                    <a:latin typeface="源ノ角ゴシック JP" panose="020B0500000000000000" pitchFamily="34" charset="-128"/>
                    <a:ea typeface="源ノ角ゴシック JP" panose="020B0500000000000000" pitchFamily="34" charset="-128"/>
                  </a:rPr>
                  <a:t>以上の商品を、「対応」に該当する商品として抽出した</a:t>
                </a:r>
                <a:endParaRPr kumimoji="1" lang="en-US" altLang="ja-JP" sz="130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3" name="テキスト ボックス 12">
                <a:extLst>
                  <a:ext uri="{FF2B5EF4-FFF2-40B4-BE49-F238E27FC236}">
                    <a16:creationId xmlns:a16="http://schemas.microsoft.com/office/drawing/2014/main" id="{2A347E9D-D461-7EF2-0B38-567C8FDA11A3}"/>
                  </a:ext>
                </a:extLst>
              </p:cNvPr>
              <p:cNvSpPr txBox="1"/>
              <p:nvPr/>
            </p:nvSpPr>
            <p:spPr>
              <a:xfrm>
                <a:off x="1112620" y="4221259"/>
                <a:ext cx="7033060" cy="340158"/>
              </a:xfrm>
              <a:prstGeom prst="rect">
                <a:avLst/>
              </a:prstGeom>
              <a:noFill/>
            </p:spPr>
            <p:txBody>
              <a:bodyPr wrap="square">
                <a:spAutoFit/>
              </a:bodyPr>
              <a:lstStyle/>
              <a:p>
                <a:pPr>
                  <a:lnSpc>
                    <a:spcPts val="2080"/>
                  </a:lnSpc>
                  <a:defRPr/>
                </a:pPr>
                <a:r>
                  <a:rPr kumimoji="1" lang="en-US" altLang="ja-JP" sz="130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300">
                    <a:solidFill>
                      <a:srgbClr val="DCD8DC">
                        <a:lumMod val="25000"/>
                      </a:srgbClr>
                    </a:solidFill>
                    <a:latin typeface="源ノ角ゴシック JP" panose="020B0500000000000000" pitchFamily="34" charset="-128"/>
                    <a:ea typeface="源ノ角ゴシック JP" panose="020B0500000000000000" pitchFamily="34" charset="-128"/>
                  </a:rPr>
                  <a:t> この際、</a:t>
                </a:r>
                <a:r>
                  <a:rPr kumimoji="1" lang="ja-JP" altLang="en-US" sz="1300">
                    <a:solidFill>
                      <a:srgbClr val="C00000"/>
                    </a:solidFill>
                    <a:latin typeface="源ノ角ゴシック JP" panose="020B0500000000000000" pitchFamily="34" charset="-128"/>
                    <a:ea typeface="源ノ角ゴシック JP" panose="020B0500000000000000" pitchFamily="34" charset="-128"/>
                  </a:rPr>
                  <a:t>各商品の公式情報（特に商品名や商品開発の目的）</a:t>
                </a:r>
                <a:r>
                  <a:rPr kumimoji="1" lang="ja-JP" altLang="en-US" sz="1300">
                    <a:solidFill>
                      <a:srgbClr val="DCD8DC">
                        <a:lumMod val="25000"/>
                      </a:srgbClr>
                    </a:solidFill>
                    <a:latin typeface="源ノ角ゴシック JP" panose="020B0500000000000000" pitchFamily="34" charset="-128"/>
                    <a:ea typeface="源ノ角ゴシック JP" panose="020B0500000000000000" pitchFamily="34" charset="-128"/>
                  </a:rPr>
                  <a:t>を参照した</a:t>
                </a:r>
                <a:endParaRPr kumimoji="1" lang="en-US" altLang="ja-JP" sz="130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grpSp>
      <p:pic>
        <p:nvPicPr>
          <p:cNvPr id="23" name="図 22">
            <a:extLst>
              <a:ext uri="{FF2B5EF4-FFF2-40B4-BE49-F238E27FC236}">
                <a16:creationId xmlns:a16="http://schemas.microsoft.com/office/drawing/2014/main" id="{62D24087-B622-C05A-819A-85F0AD740C5E}"/>
              </a:ext>
            </a:extLst>
          </p:cNvPr>
          <p:cNvPicPr>
            <a:picLocks noChangeAspect="1"/>
          </p:cNvPicPr>
          <p:nvPr/>
        </p:nvPicPr>
        <p:blipFill>
          <a:blip r:embed="rId3"/>
          <a:srcRect l="2046" t="3123" r="2941" b="3123"/>
          <a:stretch>
            <a:fillRect/>
          </a:stretch>
        </p:blipFill>
        <p:spPr>
          <a:xfrm>
            <a:off x="5131677" y="3266501"/>
            <a:ext cx="6384364" cy="3144923"/>
          </a:xfrm>
          <a:prstGeom prst="rect">
            <a:avLst/>
          </a:prstGeom>
          <a:effectLst>
            <a:glow rad="12700">
              <a:schemeClr val="tx1">
                <a:lumMod val="50000"/>
                <a:lumOff val="50000"/>
              </a:schemeClr>
            </a:glow>
          </a:effectLst>
        </p:spPr>
      </p:pic>
      <p:pic>
        <p:nvPicPr>
          <p:cNvPr id="24" name="図 23">
            <a:extLst>
              <a:ext uri="{FF2B5EF4-FFF2-40B4-BE49-F238E27FC236}">
                <a16:creationId xmlns:a16="http://schemas.microsoft.com/office/drawing/2014/main" id="{3D4705A6-7D7A-651C-DBF6-60B6A55C8516}"/>
              </a:ext>
            </a:extLst>
          </p:cNvPr>
          <p:cNvPicPr>
            <a:picLocks noChangeAspect="1"/>
          </p:cNvPicPr>
          <p:nvPr/>
        </p:nvPicPr>
        <p:blipFill>
          <a:blip r:embed="rId4"/>
          <a:srcRect l="3477" t="2697" r="7371" b="5378"/>
          <a:stretch>
            <a:fillRect/>
          </a:stretch>
        </p:blipFill>
        <p:spPr>
          <a:xfrm>
            <a:off x="628950" y="3266501"/>
            <a:ext cx="4149488" cy="1765916"/>
          </a:xfrm>
          <a:prstGeom prst="rect">
            <a:avLst/>
          </a:prstGeom>
          <a:effectLst>
            <a:glow rad="12700">
              <a:schemeClr val="tx1">
                <a:lumMod val="50000"/>
                <a:lumOff val="50000"/>
              </a:schemeClr>
            </a:glow>
          </a:effectLst>
        </p:spPr>
      </p:pic>
    </p:spTree>
    <p:extLst>
      <p:ext uri="{BB962C8B-B14F-4D97-AF65-F5344CB8AC3E}">
        <p14:creationId xmlns:p14="http://schemas.microsoft.com/office/powerpoint/2010/main" val="294260205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63B5AC11-567D-C824-3A5C-440EE5C1DC5E}"/>
              </a:ext>
            </a:extLst>
          </p:cNvPr>
          <p:cNvSpPr txBox="1"/>
          <p:nvPr/>
        </p:nvSpPr>
        <p:spPr>
          <a:xfrm>
            <a:off x="223842" y="485067"/>
            <a:ext cx="9137328" cy="507619"/>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defRPr/>
            </a:pPr>
            <a:r>
              <a:rPr lang="ja-JP" altLang="en-US" sz="2200" b="1" spc="50">
                <a:solidFill>
                  <a:srgbClr val="42557A"/>
                </a:solidFill>
                <a:latin typeface="源ノ角ゴシック JP" panose="020B0500000000000000" pitchFamily="34" charset="-128"/>
                <a:ea typeface="源ノ角ゴシック JP" panose="020B0500000000000000" pitchFamily="34" charset="-128"/>
              </a:rPr>
              <a:t>「対応」に該当する商品の購買記録数を算出する</a:t>
            </a:r>
            <a:endParaRPr lang="en-US" altLang="ja-JP" sz="2200" b="1" spc="50" dirty="0">
              <a:solidFill>
                <a:srgbClr val="42557A"/>
              </a:solidFill>
              <a:latin typeface="源ノ角ゴシック JP" panose="020B0500000000000000" pitchFamily="34" charset="-128"/>
              <a:ea typeface="源ノ角ゴシック JP" panose="020B0500000000000000" pitchFamily="34" charset="-128"/>
            </a:endParaRPr>
          </a:p>
        </p:txBody>
      </p:sp>
      <p:grpSp>
        <p:nvGrpSpPr>
          <p:cNvPr id="15" name="グループ化 14">
            <a:extLst>
              <a:ext uri="{FF2B5EF4-FFF2-40B4-BE49-F238E27FC236}">
                <a16:creationId xmlns:a16="http://schemas.microsoft.com/office/drawing/2014/main" id="{523F612F-17C6-C74F-EF7A-1F8607F0F58C}"/>
              </a:ext>
            </a:extLst>
          </p:cNvPr>
          <p:cNvGrpSpPr/>
          <p:nvPr/>
        </p:nvGrpSpPr>
        <p:grpSpPr>
          <a:xfrm>
            <a:off x="703739" y="1153853"/>
            <a:ext cx="7262376" cy="743431"/>
            <a:chOff x="522056" y="1047981"/>
            <a:chExt cx="7262376" cy="743431"/>
          </a:xfrm>
        </p:grpSpPr>
        <p:sp>
          <p:nvSpPr>
            <p:cNvPr id="7" name="テキスト ボックス 6">
              <a:extLst>
                <a:ext uri="{FF2B5EF4-FFF2-40B4-BE49-F238E27FC236}">
                  <a16:creationId xmlns:a16="http://schemas.microsoft.com/office/drawing/2014/main" id="{443D114A-D7C2-4A78-6111-2EF35F71439B}"/>
                </a:ext>
              </a:extLst>
            </p:cNvPr>
            <p:cNvSpPr txBox="1"/>
            <p:nvPr/>
          </p:nvSpPr>
          <p:spPr>
            <a:xfrm>
              <a:off x="522056" y="1047981"/>
              <a:ext cx="7262376" cy="372090"/>
            </a:xfrm>
            <a:prstGeom prst="rect">
              <a:avLst/>
            </a:prstGeom>
            <a:noFill/>
          </p:spPr>
          <p:txBody>
            <a:bodyPr wrap="square">
              <a:spAutoFit/>
            </a:bodyPr>
            <a:lstStyle/>
            <a:p>
              <a:pPr>
                <a:lnSpc>
                  <a:spcPts val="2380"/>
                </a:lnSpc>
                <a:defRPr/>
              </a:pPr>
              <a:r>
                <a:rPr kumimoji="1" lang="ja-JP" altLang="en-US" sz="1600" spc="30">
                  <a:solidFill>
                    <a:srgbClr val="DCD8DC">
                      <a:lumMod val="25000"/>
                    </a:srgbClr>
                  </a:solidFill>
                  <a:latin typeface="源ノ角ゴシック JP" panose="020B0500000000000000" pitchFamily="34" charset="-128"/>
                  <a:ea typeface="源ノ角ゴシック JP" panose="020B0500000000000000" pitchFamily="34" charset="-128"/>
                </a:rPr>
                <a:t>「対応」に該当する商品がどのくらい多く購入されたかを定量的に確認する</a:t>
              </a:r>
              <a:endParaRPr kumimoji="1" lang="en-US" altLang="ja-JP" sz="160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2" name="テキスト ボックス 11">
              <a:extLst>
                <a:ext uri="{FF2B5EF4-FFF2-40B4-BE49-F238E27FC236}">
                  <a16:creationId xmlns:a16="http://schemas.microsoft.com/office/drawing/2014/main" id="{FC38DA2E-B774-EB35-B468-EB76677DDDC2}"/>
                </a:ext>
              </a:extLst>
            </p:cNvPr>
            <p:cNvSpPr txBox="1"/>
            <p:nvPr/>
          </p:nvSpPr>
          <p:spPr>
            <a:xfrm>
              <a:off x="708769" y="1419322"/>
              <a:ext cx="4406264" cy="372090"/>
            </a:xfrm>
            <a:prstGeom prst="rect">
              <a:avLst/>
            </a:prstGeom>
            <a:noFill/>
          </p:spPr>
          <p:txBody>
            <a:bodyPr wrap="square">
              <a:spAutoFit/>
            </a:bodyPr>
            <a:lstStyle/>
            <a:p>
              <a:pPr>
                <a:lnSpc>
                  <a:spcPts val="2380"/>
                </a:lnSpc>
                <a:defRPr/>
              </a:pPr>
              <a:r>
                <a:rPr kumimoji="1" lang="ja-JP" altLang="en-US" sz="1600" spc="30">
                  <a:solidFill>
                    <a:srgbClr val="DCD8DC">
                      <a:lumMod val="25000"/>
                    </a:srgbClr>
                  </a:solidFill>
                  <a:latin typeface="源ノ角ゴシック JP" panose="020B0500000000000000" pitchFamily="34" charset="-128"/>
                  <a:ea typeface="源ノ角ゴシック JP" panose="020B0500000000000000" pitchFamily="34" charset="-128"/>
                </a:rPr>
                <a:t>→ 購買記録数というオリジナル指標を用いる</a:t>
              </a:r>
              <a:endParaRPr kumimoji="1" lang="en-US" altLang="ja-JP" sz="160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grpSp>
        <p:nvGrpSpPr>
          <p:cNvPr id="38" name="グループ化 37">
            <a:extLst>
              <a:ext uri="{FF2B5EF4-FFF2-40B4-BE49-F238E27FC236}">
                <a16:creationId xmlns:a16="http://schemas.microsoft.com/office/drawing/2014/main" id="{03815178-297C-C9D4-F216-237D8C820F5C}"/>
              </a:ext>
            </a:extLst>
          </p:cNvPr>
          <p:cNvGrpSpPr/>
          <p:nvPr/>
        </p:nvGrpSpPr>
        <p:grpSpPr>
          <a:xfrm>
            <a:off x="1322160" y="3283100"/>
            <a:ext cx="9547680" cy="988152"/>
            <a:chOff x="391575" y="2603222"/>
            <a:chExt cx="9547680" cy="988152"/>
          </a:xfrm>
        </p:grpSpPr>
        <p:sp>
          <p:nvSpPr>
            <p:cNvPr id="14" name="テキスト ボックス 13">
              <a:extLst>
                <a:ext uri="{FF2B5EF4-FFF2-40B4-BE49-F238E27FC236}">
                  <a16:creationId xmlns:a16="http://schemas.microsoft.com/office/drawing/2014/main" id="{167058BE-3569-F2FA-B313-0265821101AA}"/>
                </a:ext>
              </a:extLst>
            </p:cNvPr>
            <p:cNvSpPr txBox="1"/>
            <p:nvPr/>
          </p:nvSpPr>
          <p:spPr>
            <a:xfrm>
              <a:off x="391575" y="2913587"/>
              <a:ext cx="3596048" cy="352019"/>
            </a:xfrm>
            <a:prstGeom prst="rect">
              <a:avLst/>
            </a:prstGeom>
            <a:noFill/>
          </p:spPr>
          <p:txBody>
            <a:bodyPr wrap="square">
              <a:spAutoFit/>
            </a:bodyPr>
            <a:lstStyle/>
            <a:p>
              <a:pPr>
                <a:lnSpc>
                  <a:spcPts val="2020"/>
                </a:lnSpc>
                <a:defRPr/>
              </a:pPr>
              <a:r>
                <a:rPr kumimoji="1" lang="ja-JP" altLang="en-US" sz="2200" b="1">
                  <a:solidFill>
                    <a:schemeClr val="tx1">
                      <a:lumMod val="65000"/>
                      <a:lumOff val="35000"/>
                    </a:schemeClr>
                  </a:solidFill>
                  <a:latin typeface="源ノ角ゴシック JP" panose="020B0500000000000000" pitchFamily="34" charset="-128"/>
                  <a:ea typeface="源ノ角ゴシック JP" panose="020B0500000000000000" pitchFamily="34" charset="-128"/>
                </a:rPr>
                <a:t>購買記録数（件</a:t>
              </a:r>
              <a:r>
                <a:rPr kumimoji="1" lang="en-US" altLang="ja-JP" sz="2200" b="1"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 / 1000</a:t>
              </a:r>
              <a:r>
                <a:rPr kumimoji="1" lang="ja-JP" altLang="en-US" sz="2200" b="1">
                  <a:solidFill>
                    <a:schemeClr val="tx1">
                      <a:lumMod val="65000"/>
                      <a:lumOff val="35000"/>
                    </a:schemeClr>
                  </a:solidFill>
                  <a:latin typeface="源ノ角ゴシック JP" panose="020B0500000000000000" pitchFamily="34" charset="-128"/>
                  <a:ea typeface="源ノ角ゴシック JP" panose="020B0500000000000000" pitchFamily="34" charset="-128"/>
                </a:rPr>
                <a:t>人）</a:t>
              </a:r>
              <a:endParaRPr kumimoji="1" lang="en-US" altLang="ja-JP" sz="2200" b="1"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p:txBody>
        </p:sp>
        <p:sp>
          <p:nvSpPr>
            <p:cNvPr id="9" name="テキスト ボックス 8">
              <a:extLst>
                <a:ext uri="{FF2B5EF4-FFF2-40B4-BE49-F238E27FC236}">
                  <a16:creationId xmlns:a16="http://schemas.microsoft.com/office/drawing/2014/main" id="{BAE8F615-A11B-4291-20C2-E0A97747EEB8}"/>
                </a:ext>
              </a:extLst>
            </p:cNvPr>
            <p:cNvSpPr txBox="1"/>
            <p:nvPr/>
          </p:nvSpPr>
          <p:spPr>
            <a:xfrm>
              <a:off x="4651646" y="2603222"/>
              <a:ext cx="3507385" cy="348813"/>
            </a:xfrm>
            <a:prstGeom prst="rect">
              <a:avLst/>
            </a:prstGeom>
            <a:noFill/>
          </p:spPr>
          <p:txBody>
            <a:bodyPr wrap="square">
              <a:spAutoFit/>
            </a:bodyPr>
            <a:lstStyle/>
            <a:p>
              <a:pPr algn="ctr">
                <a:lnSpc>
                  <a:spcPts val="2020"/>
                </a:lnSpc>
                <a:defRPr/>
              </a:pPr>
              <a:r>
                <a:rPr kumimoji="1" lang="ja-JP" altLang="en-US" sz="2000" b="1">
                  <a:solidFill>
                    <a:schemeClr val="tx1">
                      <a:lumMod val="65000"/>
                      <a:lumOff val="35000"/>
                    </a:schemeClr>
                  </a:solidFill>
                  <a:latin typeface="源ノ角ゴシック JP" panose="020B0500000000000000" pitchFamily="34" charset="-128"/>
                  <a:ea typeface="源ノ角ゴシック JP" panose="020B0500000000000000" pitchFamily="34" charset="-128"/>
                </a:rPr>
                <a:t>商品の購買記録の総数（件）</a:t>
              </a:r>
              <a:endParaRPr kumimoji="1" lang="en-US" altLang="ja-JP" sz="2000" b="1"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p:txBody>
        </p:sp>
        <p:sp>
          <p:nvSpPr>
            <p:cNvPr id="31" name="テキスト ボックス 30">
              <a:extLst>
                <a:ext uri="{FF2B5EF4-FFF2-40B4-BE49-F238E27FC236}">
                  <a16:creationId xmlns:a16="http://schemas.microsoft.com/office/drawing/2014/main" id="{B197A109-A7FC-3234-6F0C-B8C487BC89A4}"/>
                </a:ext>
              </a:extLst>
            </p:cNvPr>
            <p:cNvSpPr txBox="1"/>
            <p:nvPr/>
          </p:nvSpPr>
          <p:spPr>
            <a:xfrm>
              <a:off x="4411006" y="3242561"/>
              <a:ext cx="4047492" cy="348813"/>
            </a:xfrm>
            <a:prstGeom prst="rect">
              <a:avLst/>
            </a:prstGeom>
            <a:noFill/>
          </p:spPr>
          <p:txBody>
            <a:bodyPr wrap="square">
              <a:spAutoFit/>
            </a:bodyPr>
            <a:lstStyle/>
            <a:p>
              <a:pPr algn="ctr">
                <a:lnSpc>
                  <a:spcPts val="2020"/>
                </a:lnSpc>
                <a:defRPr/>
              </a:pPr>
              <a:r>
                <a:rPr kumimoji="1" lang="ja-JP" altLang="en-US" sz="2000" b="1">
                  <a:solidFill>
                    <a:schemeClr val="tx1">
                      <a:lumMod val="65000"/>
                      <a:lumOff val="35000"/>
                    </a:schemeClr>
                  </a:solidFill>
                  <a:latin typeface="源ノ角ゴシック JP" panose="020B0500000000000000" pitchFamily="34" charset="-128"/>
                  <a:ea typeface="源ノ角ゴシック JP" panose="020B0500000000000000" pitchFamily="34" charset="-128"/>
                </a:rPr>
                <a:t>対象属性のセブン利用者数（人）</a:t>
              </a:r>
              <a:endParaRPr kumimoji="1" lang="en-US" altLang="ja-JP" sz="2000" b="1"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p:txBody>
        </p:sp>
        <p:sp>
          <p:nvSpPr>
            <p:cNvPr id="32" name="テキスト ボックス 31">
              <a:extLst>
                <a:ext uri="{FF2B5EF4-FFF2-40B4-BE49-F238E27FC236}">
                  <a16:creationId xmlns:a16="http://schemas.microsoft.com/office/drawing/2014/main" id="{376C17FD-10E3-6C74-DF0F-7869B78C16AA}"/>
                </a:ext>
              </a:extLst>
            </p:cNvPr>
            <p:cNvSpPr txBox="1"/>
            <p:nvPr/>
          </p:nvSpPr>
          <p:spPr>
            <a:xfrm>
              <a:off x="3865287" y="2938843"/>
              <a:ext cx="451562" cy="361189"/>
            </a:xfrm>
            <a:prstGeom prst="rect">
              <a:avLst/>
            </a:prstGeom>
            <a:noFill/>
          </p:spPr>
          <p:txBody>
            <a:bodyPr wrap="square">
              <a:spAutoFit/>
            </a:bodyPr>
            <a:lstStyle/>
            <a:p>
              <a:pPr>
                <a:lnSpc>
                  <a:spcPts val="2020"/>
                </a:lnSpc>
                <a:defRPr/>
              </a:pPr>
              <a:r>
                <a:rPr kumimoji="1" lang="en-US" altLang="ja-JP" sz="2200" b="1"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p>
          </p:txBody>
        </p:sp>
        <p:cxnSp>
          <p:nvCxnSpPr>
            <p:cNvPr id="34" name="直線コネクタ 33">
              <a:extLst>
                <a:ext uri="{FF2B5EF4-FFF2-40B4-BE49-F238E27FC236}">
                  <a16:creationId xmlns:a16="http://schemas.microsoft.com/office/drawing/2014/main" id="{8C80B4E9-00D9-CED5-7196-D07C2DB415AF}"/>
                </a:ext>
              </a:extLst>
            </p:cNvPr>
            <p:cNvCxnSpPr>
              <a:cxnSpLocks/>
            </p:cNvCxnSpPr>
            <p:nvPr/>
          </p:nvCxnSpPr>
          <p:spPr>
            <a:xfrm>
              <a:off x="4350846" y="3055282"/>
              <a:ext cx="4035165" cy="0"/>
            </a:xfrm>
            <a:prstGeom prst="line">
              <a:avLst/>
            </a:prstGeom>
            <a:ln w="381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sp>
          <p:nvSpPr>
            <p:cNvPr id="36" name="テキスト ボックス 35">
              <a:extLst>
                <a:ext uri="{FF2B5EF4-FFF2-40B4-BE49-F238E27FC236}">
                  <a16:creationId xmlns:a16="http://schemas.microsoft.com/office/drawing/2014/main" id="{8A1D9E3B-A188-ED6B-3337-129A853ADA2E}"/>
                </a:ext>
              </a:extLst>
            </p:cNvPr>
            <p:cNvSpPr txBox="1"/>
            <p:nvPr/>
          </p:nvSpPr>
          <p:spPr>
            <a:xfrm>
              <a:off x="8497098" y="2941948"/>
              <a:ext cx="451562" cy="361189"/>
            </a:xfrm>
            <a:prstGeom prst="rect">
              <a:avLst/>
            </a:prstGeom>
            <a:noFill/>
          </p:spPr>
          <p:txBody>
            <a:bodyPr wrap="square">
              <a:spAutoFit/>
            </a:bodyPr>
            <a:lstStyle/>
            <a:p>
              <a:pPr>
                <a:lnSpc>
                  <a:spcPts val="2020"/>
                </a:lnSpc>
                <a:defRPr/>
              </a:pPr>
              <a:r>
                <a:rPr kumimoji="1" lang="en-US" altLang="ja-JP" sz="2200" b="1"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p>
          </p:txBody>
        </p:sp>
        <p:sp>
          <p:nvSpPr>
            <p:cNvPr id="37" name="テキスト ボックス 36">
              <a:extLst>
                <a:ext uri="{FF2B5EF4-FFF2-40B4-BE49-F238E27FC236}">
                  <a16:creationId xmlns:a16="http://schemas.microsoft.com/office/drawing/2014/main" id="{3892E6E9-FBCE-0B35-A2A1-A603875DD034}"/>
                </a:ext>
              </a:extLst>
            </p:cNvPr>
            <p:cNvSpPr txBox="1"/>
            <p:nvPr/>
          </p:nvSpPr>
          <p:spPr>
            <a:xfrm>
              <a:off x="8939427" y="2924094"/>
              <a:ext cx="999828" cy="361189"/>
            </a:xfrm>
            <a:prstGeom prst="rect">
              <a:avLst/>
            </a:prstGeom>
            <a:noFill/>
          </p:spPr>
          <p:txBody>
            <a:bodyPr wrap="square">
              <a:spAutoFit/>
            </a:bodyPr>
            <a:lstStyle/>
            <a:p>
              <a:pPr>
                <a:lnSpc>
                  <a:spcPts val="2020"/>
                </a:lnSpc>
                <a:defRPr/>
              </a:pPr>
              <a:r>
                <a:rPr kumimoji="1" lang="en-US" altLang="ja-JP" sz="2200" b="1"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1000</a:t>
              </a:r>
            </a:p>
          </p:txBody>
        </p:sp>
      </p:grpSp>
      <p:sp>
        <p:nvSpPr>
          <p:cNvPr id="39" name="テキスト ボックス 38">
            <a:extLst>
              <a:ext uri="{FF2B5EF4-FFF2-40B4-BE49-F238E27FC236}">
                <a16:creationId xmlns:a16="http://schemas.microsoft.com/office/drawing/2014/main" id="{92055F61-FFE3-FC96-2EA9-CB7B3796EB16}"/>
              </a:ext>
            </a:extLst>
          </p:cNvPr>
          <p:cNvSpPr txBox="1"/>
          <p:nvPr/>
        </p:nvSpPr>
        <p:spPr>
          <a:xfrm>
            <a:off x="860956" y="2502822"/>
            <a:ext cx="3754947" cy="372090"/>
          </a:xfrm>
          <a:prstGeom prst="rect">
            <a:avLst/>
          </a:prstGeom>
          <a:noFill/>
        </p:spPr>
        <p:txBody>
          <a:bodyPr wrap="square">
            <a:spAutoFit/>
          </a:bodyPr>
          <a:lstStyle/>
          <a:p>
            <a:pPr>
              <a:lnSpc>
                <a:spcPts val="2380"/>
              </a:lnSpc>
              <a:defRPr/>
            </a:pPr>
            <a:r>
              <a:rPr kumimoji="1" lang="en-US" altLang="ja-JP" sz="1600" spc="3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600" spc="30">
                <a:solidFill>
                  <a:srgbClr val="DCD8DC">
                    <a:lumMod val="25000"/>
                  </a:srgbClr>
                </a:solidFill>
                <a:latin typeface="源ノ角ゴシック JP" panose="020B0500000000000000" pitchFamily="34" charset="-128"/>
                <a:ea typeface="源ノ角ゴシック JP" panose="020B0500000000000000" pitchFamily="34" charset="-128"/>
              </a:rPr>
              <a:t> 性別</a:t>
            </a:r>
            <a:r>
              <a:rPr kumimoji="1" lang="en-US" altLang="ja-JP" sz="1600" spc="3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600" spc="30">
                <a:solidFill>
                  <a:srgbClr val="DCD8DC">
                    <a:lumMod val="25000"/>
                  </a:srgbClr>
                </a:solidFill>
                <a:latin typeface="源ノ角ゴシック JP" panose="020B0500000000000000" pitchFamily="34" charset="-128"/>
                <a:ea typeface="源ノ角ゴシック JP" panose="020B0500000000000000" pitchFamily="34" charset="-128"/>
              </a:rPr>
              <a:t>年代</a:t>
            </a:r>
            <a:r>
              <a:rPr kumimoji="1" lang="en-US" altLang="ja-JP" sz="1600" spc="3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600" spc="30">
                <a:solidFill>
                  <a:srgbClr val="DCD8DC">
                    <a:lumMod val="25000"/>
                  </a:srgbClr>
                </a:solidFill>
                <a:latin typeface="源ノ角ゴシック JP" panose="020B0500000000000000" pitchFamily="34" charset="-128"/>
                <a:ea typeface="源ノ角ゴシック JP" panose="020B0500000000000000" pitchFamily="34" charset="-128"/>
              </a:rPr>
              <a:t>の属性ごとに算出する</a:t>
            </a:r>
            <a:endParaRPr kumimoji="1" lang="en-US" altLang="ja-JP" sz="160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nvGrpSpPr>
          <p:cNvPr id="42" name="グループ化 41">
            <a:extLst>
              <a:ext uri="{FF2B5EF4-FFF2-40B4-BE49-F238E27FC236}">
                <a16:creationId xmlns:a16="http://schemas.microsoft.com/office/drawing/2014/main" id="{53342857-B317-12CC-BF43-0C37E4DA0791}"/>
              </a:ext>
            </a:extLst>
          </p:cNvPr>
          <p:cNvGrpSpPr/>
          <p:nvPr/>
        </p:nvGrpSpPr>
        <p:grpSpPr>
          <a:xfrm>
            <a:off x="1263306" y="4872754"/>
            <a:ext cx="9665388" cy="1419927"/>
            <a:chOff x="1014186" y="4879534"/>
            <a:chExt cx="9665388" cy="1419927"/>
          </a:xfrm>
        </p:grpSpPr>
        <p:sp>
          <p:nvSpPr>
            <p:cNvPr id="40" name="テキスト ボックス 39">
              <a:extLst>
                <a:ext uri="{FF2B5EF4-FFF2-40B4-BE49-F238E27FC236}">
                  <a16:creationId xmlns:a16="http://schemas.microsoft.com/office/drawing/2014/main" id="{B33837FF-1BFB-BD61-3CB6-6FF9B952F473}"/>
                </a:ext>
              </a:extLst>
            </p:cNvPr>
            <p:cNvSpPr txBox="1"/>
            <p:nvPr/>
          </p:nvSpPr>
          <p:spPr>
            <a:xfrm>
              <a:off x="1014186" y="4879534"/>
              <a:ext cx="9665388" cy="823752"/>
            </a:xfrm>
            <a:prstGeom prst="rect">
              <a:avLst/>
            </a:prstGeom>
            <a:noFill/>
          </p:spPr>
          <p:txBody>
            <a:bodyPr wrap="square">
              <a:spAutoFit/>
            </a:bodyPr>
            <a:lstStyle/>
            <a:p>
              <a:pPr>
                <a:lnSpc>
                  <a:spcPts val="2980"/>
                </a:lnSpc>
                <a:defRPr/>
              </a:pPr>
              <a:r>
                <a:rPr kumimoji="1" lang="ja-JP" altLang="en-US" sz="1900" spc="30">
                  <a:solidFill>
                    <a:srgbClr val="C00000"/>
                  </a:solidFill>
                  <a:latin typeface="源ノ角ゴシック JP" panose="020B0500000000000000" pitchFamily="34" charset="-128"/>
                  <a:ea typeface="源ノ角ゴシック JP" panose="020B0500000000000000" pitchFamily="34" charset="-128"/>
                </a:rPr>
                <a:t>購買記録数は、</a:t>
              </a:r>
              <a:endParaRPr kumimoji="1" lang="en-US" altLang="ja-JP" sz="1900" spc="30" dirty="0">
                <a:solidFill>
                  <a:srgbClr val="C00000"/>
                </a:solidFill>
                <a:latin typeface="源ノ角ゴシック JP" panose="020B0500000000000000" pitchFamily="34" charset="-128"/>
                <a:ea typeface="源ノ角ゴシック JP" panose="020B0500000000000000" pitchFamily="34" charset="-128"/>
              </a:endParaRPr>
            </a:p>
            <a:p>
              <a:pPr>
                <a:lnSpc>
                  <a:spcPts val="2980"/>
                </a:lnSpc>
                <a:defRPr/>
              </a:pPr>
              <a:r>
                <a:rPr kumimoji="1" lang="ja-JP" altLang="en-US" sz="1900" spc="30">
                  <a:solidFill>
                    <a:srgbClr val="C00000"/>
                  </a:solidFill>
                  <a:latin typeface="源ノ角ゴシック JP" panose="020B0500000000000000" pitchFamily="34" charset="-128"/>
                  <a:ea typeface="源ノ角ゴシック JP" panose="020B0500000000000000" pitchFamily="34" charset="-128"/>
                </a:rPr>
                <a:t>対象属性のセブンイレブン利用者</a:t>
              </a:r>
              <a:r>
                <a:rPr kumimoji="1" lang="en-US" altLang="ja-JP" sz="1900" spc="30" dirty="0">
                  <a:solidFill>
                    <a:srgbClr val="C00000"/>
                  </a:solidFill>
                  <a:latin typeface="源ノ角ゴシック JP" panose="020B0500000000000000" pitchFamily="34" charset="-128"/>
                  <a:ea typeface="源ノ角ゴシック JP" panose="020B0500000000000000" pitchFamily="34" charset="-128"/>
                </a:rPr>
                <a:t>1000</a:t>
              </a:r>
              <a:r>
                <a:rPr kumimoji="1" lang="ja-JP" altLang="en-US" sz="1900" spc="30">
                  <a:solidFill>
                    <a:srgbClr val="C00000"/>
                  </a:solidFill>
                  <a:latin typeface="源ノ角ゴシック JP" panose="020B0500000000000000" pitchFamily="34" charset="-128"/>
                  <a:ea typeface="源ノ角ゴシック JP" panose="020B0500000000000000" pitchFamily="34" charset="-128"/>
                </a:rPr>
                <a:t>人あたり、その商品が何回購買されたかを示す</a:t>
              </a:r>
              <a:endParaRPr kumimoji="1" lang="en-US" altLang="ja-JP" sz="1900" spc="30" dirty="0">
                <a:solidFill>
                  <a:srgbClr val="C00000"/>
                </a:solidFill>
                <a:latin typeface="源ノ角ゴシック JP" panose="020B0500000000000000" pitchFamily="34" charset="-128"/>
                <a:ea typeface="源ノ角ゴシック JP" panose="020B0500000000000000" pitchFamily="34" charset="-128"/>
              </a:endParaRPr>
            </a:p>
          </p:txBody>
        </p:sp>
        <p:sp>
          <p:nvSpPr>
            <p:cNvPr id="41" name="テキスト ボックス 40">
              <a:extLst>
                <a:ext uri="{FF2B5EF4-FFF2-40B4-BE49-F238E27FC236}">
                  <a16:creationId xmlns:a16="http://schemas.microsoft.com/office/drawing/2014/main" id="{213917CC-8885-8CE6-E117-5B465B6BF6A3}"/>
                </a:ext>
              </a:extLst>
            </p:cNvPr>
            <p:cNvSpPr txBox="1"/>
            <p:nvPr/>
          </p:nvSpPr>
          <p:spPr>
            <a:xfrm>
              <a:off x="1043682" y="5918138"/>
              <a:ext cx="7172912" cy="381323"/>
            </a:xfrm>
            <a:prstGeom prst="rect">
              <a:avLst/>
            </a:prstGeom>
            <a:noFill/>
          </p:spPr>
          <p:txBody>
            <a:bodyPr wrap="square">
              <a:spAutoFit/>
            </a:bodyPr>
            <a:lstStyle/>
            <a:p>
              <a:pPr>
                <a:lnSpc>
                  <a:spcPts val="2380"/>
                </a:lnSpc>
                <a:defRPr/>
              </a:pPr>
              <a:r>
                <a:rPr kumimoji="1" lang="ja-JP" altLang="en-US" sz="1900"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 その値が大きいほど、「対応」の適切さが高いと評価される</a:t>
              </a:r>
              <a:endParaRPr kumimoji="1" lang="en-US" altLang="ja-JP" sz="19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p:txBody>
        </p:sp>
      </p:grpSp>
      <p:grpSp>
        <p:nvGrpSpPr>
          <p:cNvPr id="50" name="グループ化 49">
            <a:extLst>
              <a:ext uri="{FF2B5EF4-FFF2-40B4-BE49-F238E27FC236}">
                <a16:creationId xmlns:a16="http://schemas.microsoft.com/office/drawing/2014/main" id="{DA645772-983F-DAF0-CF65-961A1F762D93}"/>
              </a:ext>
            </a:extLst>
          </p:cNvPr>
          <p:cNvGrpSpPr/>
          <p:nvPr/>
        </p:nvGrpSpPr>
        <p:grpSpPr>
          <a:xfrm>
            <a:off x="9071299" y="485067"/>
            <a:ext cx="2732813" cy="1296599"/>
            <a:chOff x="8573825" y="4139880"/>
            <a:chExt cx="2732813" cy="1296599"/>
          </a:xfrm>
        </p:grpSpPr>
        <p:sp>
          <p:nvSpPr>
            <p:cNvPr id="51" name="角丸四角形 50">
              <a:extLst>
                <a:ext uri="{FF2B5EF4-FFF2-40B4-BE49-F238E27FC236}">
                  <a16:creationId xmlns:a16="http://schemas.microsoft.com/office/drawing/2014/main" id="{2EFF691A-E5BD-AA8D-1509-835E71D12974}"/>
                </a:ext>
              </a:extLst>
            </p:cNvPr>
            <p:cNvSpPr/>
            <p:nvPr/>
          </p:nvSpPr>
          <p:spPr>
            <a:xfrm>
              <a:off x="8649817" y="4463479"/>
              <a:ext cx="2656821" cy="973000"/>
            </a:xfrm>
            <a:prstGeom prst="roundRect">
              <a:avLst/>
            </a:prstGeom>
            <a:solidFill>
              <a:srgbClr val="CE4D44">
                <a:alpha val="1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52" name="グループ化 51">
              <a:extLst>
                <a:ext uri="{FF2B5EF4-FFF2-40B4-BE49-F238E27FC236}">
                  <a16:creationId xmlns:a16="http://schemas.microsoft.com/office/drawing/2014/main" id="{594A9BE5-BA6F-669A-63A5-550250EBC3F5}"/>
                </a:ext>
              </a:extLst>
            </p:cNvPr>
            <p:cNvGrpSpPr/>
            <p:nvPr/>
          </p:nvGrpSpPr>
          <p:grpSpPr>
            <a:xfrm>
              <a:off x="8573825" y="4139880"/>
              <a:ext cx="2648672" cy="1209798"/>
              <a:chOff x="656542" y="825372"/>
              <a:chExt cx="2648672" cy="1209798"/>
            </a:xfrm>
          </p:grpSpPr>
          <p:sp>
            <p:nvSpPr>
              <p:cNvPr id="53" name="テキスト ボックス 52">
                <a:extLst>
                  <a:ext uri="{FF2B5EF4-FFF2-40B4-BE49-F238E27FC236}">
                    <a16:creationId xmlns:a16="http://schemas.microsoft.com/office/drawing/2014/main" id="{14C3877B-B12E-D9B2-820F-9F730E37B76E}"/>
                  </a:ext>
                </a:extLst>
              </p:cNvPr>
              <p:cNvSpPr txBox="1"/>
              <p:nvPr/>
            </p:nvSpPr>
            <p:spPr>
              <a:xfrm>
                <a:off x="656542" y="825372"/>
                <a:ext cx="2586680" cy="327526"/>
              </a:xfrm>
              <a:prstGeom prst="rect">
                <a:avLst/>
              </a:prstGeom>
              <a:noFill/>
            </p:spPr>
            <p:txBody>
              <a:bodyPr wrap="square">
                <a:spAutoFit/>
              </a:bodyPr>
              <a:lstStyle/>
              <a:p>
                <a:pPr>
                  <a:lnSpc>
                    <a:spcPts val="2020"/>
                  </a:lnSpc>
                  <a:defRPr/>
                </a:pPr>
                <a:r>
                  <a:rPr kumimoji="1" lang="ja-JP" altLang="en-US" sz="1250" spc="40">
                    <a:solidFill>
                      <a:srgbClr val="CE4D44"/>
                    </a:solidFill>
                    <a:latin typeface="源ノ角ゴシック JP" panose="020B0500000000000000" pitchFamily="34" charset="-128"/>
                    <a:ea typeface="源ノ角ゴシック JP" panose="020B0500000000000000" pitchFamily="34" charset="-128"/>
                  </a:rPr>
                  <a:t>特定された問題</a:t>
                </a:r>
                <a:endParaRPr kumimoji="1" lang="en-US" altLang="ja-JP" sz="1250" spc="40" dirty="0">
                  <a:solidFill>
                    <a:srgbClr val="CE4D44"/>
                  </a:solidFill>
                  <a:latin typeface="源ノ角ゴシック JP" panose="020B0500000000000000" pitchFamily="34" charset="-128"/>
                  <a:ea typeface="源ノ角ゴシック JP" panose="020B0500000000000000" pitchFamily="34" charset="-128"/>
                </a:endParaRPr>
              </a:p>
            </p:txBody>
          </p:sp>
          <p:sp>
            <p:nvSpPr>
              <p:cNvPr id="54" name="テキスト ボックス 53">
                <a:extLst>
                  <a:ext uri="{FF2B5EF4-FFF2-40B4-BE49-F238E27FC236}">
                    <a16:creationId xmlns:a16="http://schemas.microsoft.com/office/drawing/2014/main" id="{2A0BB6B4-B961-5234-6072-2A28C743736D}"/>
                  </a:ext>
                </a:extLst>
              </p:cNvPr>
              <p:cNvSpPr txBox="1"/>
              <p:nvPr/>
            </p:nvSpPr>
            <p:spPr>
              <a:xfrm>
                <a:off x="834232" y="1202313"/>
                <a:ext cx="2470982" cy="832857"/>
              </a:xfrm>
              <a:prstGeom prst="rect">
                <a:avLst/>
              </a:prstGeom>
              <a:noFill/>
            </p:spPr>
            <p:txBody>
              <a:bodyPr wrap="square">
                <a:spAutoFit/>
              </a:bodyPr>
              <a:lstStyle/>
              <a:p>
                <a:pPr>
                  <a:lnSpc>
                    <a:spcPts val="1980"/>
                  </a:lnSpc>
                  <a:defRPr/>
                </a:pPr>
                <a:r>
                  <a:rPr kumimoji="1" lang="ja-JP" altLang="en-US" sz="1150">
                    <a:solidFill>
                      <a:srgbClr val="DCD8DC">
                        <a:lumMod val="25000"/>
                      </a:srgbClr>
                    </a:solidFill>
                    <a:latin typeface="源ノ角ゴシック JP" panose="020B0500000000000000" pitchFamily="34" charset="-128"/>
                    <a:ea typeface="源ノ角ゴシック JP" panose="020B0500000000000000" pitchFamily="34" charset="-128"/>
                  </a:rPr>
                  <a:t>・栄養バランスへの対応について</a:t>
                </a:r>
                <a:endParaRPr kumimoji="1" lang="en-US" altLang="ja-JP" sz="115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1980"/>
                  </a:lnSpc>
                  <a:defRPr/>
                </a:pPr>
                <a:r>
                  <a:rPr kumimoji="1" lang="ja-JP" altLang="en-US" sz="1150">
                    <a:solidFill>
                      <a:srgbClr val="DCD8DC">
                        <a:lumMod val="25000"/>
                      </a:srgbClr>
                    </a:solidFill>
                    <a:latin typeface="源ノ角ゴシック JP" panose="020B0500000000000000" pitchFamily="34" charset="-128"/>
                    <a:ea typeface="源ノ角ゴシック JP" panose="020B0500000000000000" pitchFamily="34" charset="-128"/>
                  </a:rPr>
                  <a:t>・エネルギーへの対応について</a:t>
                </a:r>
                <a:endParaRPr kumimoji="1" lang="en-US" altLang="ja-JP" sz="115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1980"/>
                  </a:lnSpc>
                  <a:defRPr/>
                </a:pPr>
                <a:r>
                  <a:rPr kumimoji="1" lang="ja-JP" altLang="en-US" sz="1150" strike="sngStrike">
                    <a:solidFill>
                      <a:schemeClr val="tx1">
                        <a:lumMod val="65000"/>
                        <a:lumOff val="35000"/>
                        <a:alpha val="60000"/>
                      </a:schemeClr>
                    </a:solidFill>
                    <a:latin typeface="源ノ角ゴシック JP" panose="020B0500000000000000" pitchFamily="34" charset="-128"/>
                    <a:ea typeface="源ノ角ゴシック JP" panose="020B0500000000000000" pitchFamily="34" charset="-128"/>
                  </a:rPr>
                  <a:t>・脂質への対応について</a:t>
                </a:r>
                <a:endParaRPr kumimoji="1" lang="en-US" altLang="ja-JP" sz="1150" strike="sngStrike" dirty="0">
                  <a:solidFill>
                    <a:schemeClr val="tx1">
                      <a:lumMod val="65000"/>
                      <a:lumOff val="35000"/>
                      <a:alpha val="60000"/>
                    </a:schemeClr>
                  </a:solidFill>
                  <a:latin typeface="源ノ角ゴシック JP" panose="020B0500000000000000" pitchFamily="34" charset="-128"/>
                  <a:ea typeface="源ノ角ゴシック JP" panose="020B0500000000000000" pitchFamily="34" charset="-128"/>
                </a:endParaRPr>
              </a:p>
            </p:txBody>
          </p:sp>
        </p:grpSp>
      </p:grpSp>
    </p:spTree>
    <p:extLst>
      <p:ext uri="{BB962C8B-B14F-4D97-AF65-F5344CB8AC3E}">
        <p14:creationId xmlns:p14="http://schemas.microsoft.com/office/powerpoint/2010/main" val="390969111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154C05-14EC-40EA-2670-898AFD2EAC75}"/>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7834B5F2-9C27-6EC8-2505-C9E699910BDA}"/>
              </a:ext>
            </a:extLst>
          </p:cNvPr>
          <p:cNvSpPr txBox="1"/>
          <p:nvPr/>
        </p:nvSpPr>
        <p:spPr>
          <a:xfrm>
            <a:off x="223842" y="479786"/>
            <a:ext cx="8504320" cy="887210"/>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lnSpc>
                <a:spcPts val="2820"/>
              </a:lnSpc>
              <a:defRPr/>
            </a:pPr>
            <a:r>
              <a:rPr lang="ja-JP" altLang="en-US" sz="2100" b="1" spc="50">
                <a:solidFill>
                  <a:srgbClr val="42557A"/>
                </a:solidFill>
                <a:latin typeface="源ノ角ゴシック JP" panose="020B0500000000000000" pitchFamily="34" charset="-128"/>
                <a:ea typeface="源ノ角ゴシック JP" panose="020B0500000000000000" pitchFamily="34" charset="-128"/>
              </a:rPr>
              <a:t>セブンイレブンでは、若年層を中心に栄養バランスへの「対応」の</a:t>
            </a:r>
            <a:endParaRPr lang="en-US" altLang="ja-JP" sz="2100" b="1" spc="50" dirty="0">
              <a:solidFill>
                <a:srgbClr val="42557A"/>
              </a:solidFill>
              <a:latin typeface="源ノ角ゴシック JP" panose="020B0500000000000000" pitchFamily="34" charset="-128"/>
              <a:ea typeface="源ノ角ゴシック JP" panose="020B0500000000000000" pitchFamily="34" charset="-128"/>
            </a:endParaRPr>
          </a:p>
          <a:p>
            <a:pPr indent="66714" defTabSz="438410" hangingPunct="0">
              <a:lnSpc>
                <a:spcPts val="2820"/>
              </a:lnSpc>
              <a:defRPr/>
            </a:pPr>
            <a:r>
              <a:rPr lang="ja-JP" altLang="en-US" sz="2100" b="1" spc="50">
                <a:solidFill>
                  <a:srgbClr val="42557A"/>
                </a:solidFill>
                <a:latin typeface="源ノ角ゴシック JP" panose="020B0500000000000000" pitchFamily="34" charset="-128"/>
                <a:ea typeface="源ノ角ゴシック JP" panose="020B0500000000000000" pitchFamily="34" charset="-128"/>
              </a:rPr>
              <a:t>適切さが低い</a:t>
            </a:r>
            <a:endParaRPr lang="en-US" altLang="ja-JP" sz="2100" b="1" spc="50" dirty="0">
              <a:solidFill>
                <a:srgbClr val="42557A"/>
              </a:solidFill>
              <a:latin typeface="源ノ角ゴシック JP" panose="020B0500000000000000" pitchFamily="34" charset="-128"/>
              <a:ea typeface="源ノ角ゴシック JP" panose="020B0500000000000000" pitchFamily="34" charset="-128"/>
            </a:endParaRPr>
          </a:p>
        </p:txBody>
      </p:sp>
      <p:graphicFrame>
        <p:nvGraphicFramePr>
          <p:cNvPr id="7" name="表 6">
            <a:extLst>
              <a:ext uri="{FF2B5EF4-FFF2-40B4-BE49-F238E27FC236}">
                <a16:creationId xmlns:a16="http://schemas.microsoft.com/office/drawing/2014/main" id="{07C464FB-C78A-C1BA-7865-5FFABF3B6B1A}"/>
              </a:ext>
            </a:extLst>
          </p:cNvPr>
          <p:cNvGraphicFramePr>
            <a:graphicFrameLocks noGrp="1"/>
          </p:cNvGraphicFramePr>
          <p:nvPr>
            <p:extLst>
              <p:ext uri="{D42A27DB-BD31-4B8C-83A1-F6EECF244321}">
                <p14:modId xmlns:p14="http://schemas.microsoft.com/office/powerpoint/2010/main" val="3081656768"/>
              </p:ext>
            </p:extLst>
          </p:nvPr>
        </p:nvGraphicFramePr>
        <p:xfrm>
          <a:off x="435570" y="2738132"/>
          <a:ext cx="7992000" cy="1188000"/>
        </p:xfrm>
        <a:graphic>
          <a:graphicData uri="http://schemas.openxmlformats.org/drawingml/2006/table">
            <a:tbl>
              <a:tblPr>
                <a:tableStyleId>{91EBBBCC-DAD2-459C-BE2E-F6DE35CF9A28}</a:tableStyleId>
              </a:tblPr>
              <a:tblGrid>
                <a:gridCol w="1296000">
                  <a:extLst>
                    <a:ext uri="{9D8B030D-6E8A-4147-A177-3AD203B41FA5}">
                      <a16:colId xmlns:a16="http://schemas.microsoft.com/office/drawing/2014/main" val="97736310"/>
                    </a:ext>
                  </a:extLst>
                </a:gridCol>
                <a:gridCol w="1116000">
                  <a:extLst>
                    <a:ext uri="{9D8B030D-6E8A-4147-A177-3AD203B41FA5}">
                      <a16:colId xmlns:a16="http://schemas.microsoft.com/office/drawing/2014/main" val="438668555"/>
                    </a:ext>
                  </a:extLst>
                </a:gridCol>
                <a:gridCol w="1116000">
                  <a:extLst>
                    <a:ext uri="{9D8B030D-6E8A-4147-A177-3AD203B41FA5}">
                      <a16:colId xmlns:a16="http://schemas.microsoft.com/office/drawing/2014/main" val="3330525109"/>
                    </a:ext>
                  </a:extLst>
                </a:gridCol>
                <a:gridCol w="1116000">
                  <a:extLst>
                    <a:ext uri="{9D8B030D-6E8A-4147-A177-3AD203B41FA5}">
                      <a16:colId xmlns:a16="http://schemas.microsoft.com/office/drawing/2014/main" val="3073032139"/>
                    </a:ext>
                  </a:extLst>
                </a:gridCol>
                <a:gridCol w="1116000">
                  <a:extLst>
                    <a:ext uri="{9D8B030D-6E8A-4147-A177-3AD203B41FA5}">
                      <a16:colId xmlns:a16="http://schemas.microsoft.com/office/drawing/2014/main" val="3799934641"/>
                    </a:ext>
                  </a:extLst>
                </a:gridCol>
                <a:gridCol w="1116000">
                  <a:extLst>
                    <a:ext uri="{9D8B030D-6E8A-4147-A177-3AD203B41FA5}">
                      <a16:colId xmlns:a16="http://schemas.microsoft.com/office/drawing/2014/main" val="1753694010"/>
                    </a:ext>
                  </a:extLst>
                </a:gridCol>
                <a:gridCol w="1116000">
                  <a:extLst>
                    <a:ext uri="{9D8B030D-6E8A-4147-A177-3AD203B41FA5}">
                      <a16:colId xmlns:a16="http://schemas.microsoft.com/office/drawing/2014/main" val="2065399664"/>
                    </a:ext>
                  </a:extLst>
                </a:gridCol>
              </a:tblGrid>
              <a:tr h="468000">
                <a:tc>
                  <a:txBody>
                    <a:bodyPr/>
                    <a:lstStyle/>
                    <a:p>
                      <a:pPr marL="0" marR="0" lvl="0" indent="0" algn="l"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健康ニーズ</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男性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20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9525" cap="flat" cmpd="sng" algn="ctr">
                      <a:solidFill>
                        <a:srgbClr val="A00000"/>
                      </a:solidFill>
                      <a:prstDash val="solid"/>
                      <a:round/>
                      <a:headEnd type="none" w="med" len="med"/>
                      <a:tailEnd type="none" w="med" len="med"/>
                    </a:lnB>
                    <a:solidFill>
                      <a:srgbClr val="A3BDDF">
                        <a:alpha val="30000"/>
                      </a:srgbClr>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男性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30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9525" cap="flat" cmpd="sng" algn="ctr">
                      <a:solidFill>
                        <a:srgbClr val="A00000"/>
                      </a:solidFill>
                      <a:prstDash val="solid"/>
                      <a:round/>
                      <a:headEnd type="none" w="med" len="med"/>
                      <a:tailEnd type="none" w="med" len="med"/>
                    </a:lnB>
                    <a:solidFill>
                      <a:srgbClr val="A3BDDF">
                        <a:alpha val="30000"/>
                      </a:srgbClr>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男性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40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A3BDDF">
                        <a:alpha val="30000"/>
                      </a:srgbClr>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男性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50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A3BDDF">
                        <a:alpha val="30000"/>
                      </a:srgbClr>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男性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60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A3BDDF">
                        <a:alpha val="30000"/>
                      </a:srgbClr>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男性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70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A3BDDF">
                        <a:alpha val="30000"/>
                      </a:srgbClr>
                    </a:solidFill>
                  </a:tcPr>
                </a:tc>
                <a:extLst>
                  <a:ext uri="{0D108BD9-81ED-4DB2-BD59-A6C34878D82A}">
                    <a16:rowId xmlns:a16="http://schemas.microsoft.com/office/drawing/2014/main" val="3096550131"/>
                  </a:ext>
                </a:extLst>
              </a:tr>
              <a:tr h="720000">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chemeClr val="tx1">
                              <a:lumMod val="75000"/>
                              <a:lumOff val="25000"/>
                            </a:schemeClr>
                          </a:solidFill>
                          <a:effectLst/>
                          <a:uLnTx/>
                          <a:uFillTx/>
                          <a:latin typeface="Source Han Sans JP" panose="020B0500000000000000" pitchFamily="34" charset="-128"/>
                          <a:ea typeface="Source Han Sans JP" panose="020B0500000000000000" pitchFamily="34" charset="-128"/>
                          <a:cs typeface="+mn-cs"/>
                        </a:rPr>
                        <a:t>栄養バランスを調整したい</a:t>
                      </a:r>
                      <a:endParaRPr kumimoji="1" lang="en-US" altLang="ja-JP" sz="1200" b="0" i="0" u="none" strike="noStrike" kern="1200" cap="none" spc="0" normalizeH="0" baseline="0" noProof="0" dirty="0">
                        <a:ln>
                          <a:noFill/>
                        </a:ln>
                        <a:solidFill>
                          <a:schemeClr val="tx1">
                            <a:lumMod val="75000"/>
                            <a:lumOff val="25000"/>
                          </a:schemeClr>
                        </a:solidFill>
                        <a:effectLst/>
                        <a:uLnTx/>
                        <a:uFillTx/>
                        <a:latin typeface="Source Han Sans JP" panose="020B0500000000000000" pitchFamily="34" charset="-128"/>
                        <a:ea typeface="Source Han Sans JP" panose="020B0500000000000000" pitchFamily="34" charset="-128"/>
                        <a:cs typeface="+mn-cs"/>
                      </a:endParaRPr>
                    </a:p>
                  </a:txBody>
                  <a:tcPr anchor="ctr">
                    <a:lnL w="12700" cap="flat" cmpd="sng" algn="ctr">
                      <a:solidFill>
                        <a:schemeClr val="tx1">
                          <a:lumMod val="50000"/>
                          <a:lumOff val="50000"/>
                        </a:schemeClr>
                      </a:solidFill>
                      <a:prstDash val="solid"/>
                      <a:round/>
                      <a:headEnd type="none" w="med" len="med"/>
                      <a:tailEnd type="none" w="med" len="med"/>
                    </a:lnL>
                    <a:lnR w="9525" cap="flat" cmpd="sng" algn="ctr">
                      <a:solidFill>
                        <a:srgbClr val="A00000"/>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t>0.53</a:t>
                      </a:r>
                      <a:br>
                        <a:rPr kumimoji="1" lang="en-US" altLang="ja-JP" sz="1200" b="1"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低い</a:t>
                      </a:r>
                      <a:endPar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endParaRPr>
                    </a:p>
                  </a:txBody>
                  <a:tcPr anchor="ctr">
                    <a:lnL w="9525" cap="flat" cmpd="sng" algn="ctr">
                      <a:solidFill>
                        <a:srgbClr val="A00000"/>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9525" cap="flat" cmpd="sng" algn="ctr">
                      <a:solidFill>
                        <a:srgbClr val="A00000"/>
                      </a:solidFill>
                      <a:prstDash val="solid"/>
                      <a:round/>
                      <a:headEnd type="none" w="med" len="med"/>
                      <a:tailEnd type="none" w="med" len="med"/>
                    </a:lnT>
                    <a:lnB w="9525" cap="flat" cmpd="sng" algn="ctr">
                      <a:solidFill>
                        <a:srgbClr val="A00000"/>
                      </a:solidFill>
                      <a:prstDash val="solid"/>
                      <a:round/>
                      <a:headEnd type="none" w="med" len="med"/>
                      <a:tailEnd type="none" w="med" len="med"/>
                    </a:lnB>
                    <a:solidFill>
                      <a:srgbClr val="DA3E22">
                        <a:alpha val="15000"/>
                      </a:srgbClr>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t>0.76</a:t>
                      </a:r>
                      <a:br>
                        <a:rPr kumimoji="1" lang="en-US" altLang="ja-JP" sz="1200" b="1"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低い</a:t>
                      </a:r>
                      <a:endPar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9525" cap="flat" cmpd="sng" algn="ctr">
                      <a:solidFill>
                        <a:srgbClr val="A00000"/>
                      </a:solidFill>
                      <a:prstDash val="solid"/>
                      <a:round/>
                      <a:headEnd type="none" w="med" len="med"/>
                      <a:tailEnd type="none" w="med" len="med"/>
                    </a:lnR>
                    <a:lnT w="9525" cap="flat" cmpd="sng" algn="ctr">
                      <a:solidFill>
                        <a:srgbClr val="A00000"/>
                      </a:solidFill>
                      <a:prstDash val="solid"/>
                      <a:round/>
                      <a:headEnd type="none" w="med" len="med"/>
                      <a:tailEnd type="none" w="med" len="med"/>
                    </a:lnT>
                    <a:lnB w="9525" cap="flat" cmpd="sng" algn="ctr">
                      <a:solidFill>
                        <a:srgbClr val="A00000"/>
                      </a:solidFill>
                      <a:prstDash val="solid"/>
                      <a:round/>
                      <a:headEnd type="none" w="med" len="med"/>
                      <a:tailEnd type="none" w="med" len="med"/>
                    </a:lnB>
                    <a:solidFill>
                      <a:srgbClr val="DA3E22">
                        <a:alpha val="15000"/>
                      </a:srgbClr>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t>3.00</a:t>
                      </a:r>
                      <a:br>
                        <a:rPr kumimoji="1" lang="en-US" altLang="ja-JP" sz="1200" b="1"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中程度</a:t>
                      </a:r>
                      <a:endPar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endParaRPr>
                    </a:p>
                  </a:txBody>
                  <a:tcPr anchor="ctr">
                    <a:lnL w="9525" cap="flat" cmpd="sng" algn="ctr">
                      <a:solidFill>
                        <a:srgbClr val="A00000"/>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t>2.15</a:t>
                      </a:r>
                      <a:br>
                        <a:rPr kumimoji="1" lang="en-US" altLang="ja-JP" sz="1200" b="1"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中程度</a:t>
                      </a:r>
                      <a:endPar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t>2.40</a:t>
                      </a:r>
                      <a:br>
                        <a:rPr kumimoji="1" lang="en-US" altLang="ja-JP" sz="1200" b="1"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中程度</a:t>
                      </a:r>
                      <a:endPar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t>1.04</a:t>
                      </a:r>
                      <a:br>
                        <a:rPr kumimoji="1" lang="en-US" altLang="ja-JP" sz="1200" b="1"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中程度</a:t>
                      </a:r>
                      <a:endPar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1538559344"/>
                  </a:ext>
                </a:extLst>
              </a:tr>
            </a:tbl>
          </a:graphicData>
        </a:graphic>
      </p:graphicFrame>
      <p:graphicFrame>
        <p:nvGraphicFramePr>
          <p:cNvPr id="8" name="表 7">
            <a:extLst>
              <a:ext uri="{FF2B5EF4-FFF2-40B4-BE49-F238E27FC236}">
                <a16:creationId xmlns:a16="http://schemas.microsoft.com/office/drawing/2014/main" id="{DCC79F10-6228-2554-5C44-93E73DB50D3A}"/>
              </a:ext>
            </a:extLst>
          </p:cNvPr>
          <p:cNvGraphicFramePr>
            <a:graphicFrameLocks noGrp="1"/>
          </p:cNvGraphicFramePr>
          <p:nvPr>
            <p:extLst>
              <p:ext uri="{D42A27DB-BD31-4B8C-83A1-F6EECF244321}">
                <p14:modId xmlns:p14="http://schemas.microsoft.com/office/powerpoint/2010/main" val="2035909927"/>
              </p:ext>
            </p:extLst>
          </p:nvPr>
        </p:nvGraphicFramePr>
        <p:xfrm>
          <a:off x="435570" y="4881988"/>
          <a:ext cx="7992000" cy="1188000"/>
        </p:xfrm>
        <a:graphic>
          <a:graphicData uri="http://schemas.openxmlformats.org/drawingml/2006/table">
            <a:tbl>
              <a:tblPr>
                <a:tableStyleId>{91EBBBCC-DAD2-459C-BE2E-F6DE35CF9A28}</a:tableStyleId>
              </a:tblPr>
              <a:tblGrid>
                <a:gridCol w="1296000">
                  <a:extLst>
                    <a:ext uri="{9D8B030D-6E8A-4147-A177-3AD203B41FA5}">
                      <a16:colId xmlns:a16="http://schemas.microsoft.com/office/drawing/2014/main" val="97736310"/>
                    </a:ext>
                  </a:extLst>
                </a:gridCol>
                <a:gridCol w="1116000">
                  <a:extLst>
                    <a:ext uri="{9D8B030D-6E8A-4147-A177-3AD203B41FA5}">
                      <a16:colId xmlns:a16="http://schemas.microsoft.com/office/drawing/2014/main" val="438668555"/>
                    </a:ext>
                  </a:extLst>
                </a:gridCol>
                <a:gridCol w="1116000">
                  <a:extLst>
                    <a:ext uri="{9D8B030D-6E8A-4147-A177-3AD203B41FA5}">
                      <a16:colId xmlns:a16="http://schemas.microsoft.com/office/drawing/2014/main" val="3330525109"/>
                    </a:ext>
                  </a:extLst>
                </a:gridCol>
                <a:gridCol w="1116000">
                  <a:extLst>
                    <a:ext uri="{9D8B030D-6E8A-4147-A177-3AD203B41FA5}">
                      <a16:colId xmlns:a16="http://schemas.microsoft.com/office/drawing/2014/main" val="3073032139"/>
                    </a:ext>
                  </a:extLst>
                </a:gridCol>
                <a:gridCol w="1116000">
                  <a:extLst>
                    <a:ext uri="{9D8B030D-6E8A-4147-A177-3AD203B41FA5}">
                      <a16:colId xmlns:a16="http://schemas.microsoft.com/office/drawing/2014/main" val="3799934641"/>
                    </a:ext>
                  </a:extLst>
                </a:gridCol>
                <a:gridCol w="1116000">
                  <a:extLst>
                    <a:ext uri="{9D8B030D-6E8A-4147-A177-3AD203B41FA5}">
                      <a16:colId xmlns:a16="http://schemas.microsoft.com/office/drawing/2014/main" val="1753694010"/>
                    </a:ext>
                  </a:extLst>
                </a:gridCol>
                <a:gridCol w="1116000">
                  <a:extLst>
                    <a:ext uri="{9D8B030D-6E8A-4147-A177-3AD203B41FA5}">
                      <a16:colId xmlns:a16="http://schemas.microsoft.com/office/drawing/2014/main" val="2065399664"/>
                    </a:ext>
                  </a:extLst>
                </a:gridCol>
              </a:tblGrid>
              <a:tr h="468000">
                <a:tc>
                  <a:txBody>
                    <a:bodyPr/>
                    <a:lstStyle/>
                    <a:p>
                      <a:pPr marL="0" marR="0" lvl="0" indent="0" algn="l"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健康ニーズ</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女性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20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9525" cap="flat" cmpd="sng" algn="ctr">
                      <a:solidFill>
                        <a:srgbClr val="A00000"/>
                      </a:solidFill>
                      <a:prstDash val="solid"/>
                      <a:round/>
                      <a:headEnd type="none" w="med" len="med"/>
                      <a:tailEnd type="none" w="med" len="med"/>
                    </a:lnB>
                    <a:solidFill>
                      <a:srgbClr val="F07488">
                        <a:alpha val="18000"/>
                      </a:srgbClr>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女性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30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9525" cap="flat" cmpd="sng" algn="ctr">
                      <a:solidFill>
                        <a:srgbClr val="A00000"/>
                      </a:solidFill>
                      <a:prstDash val="solid"/>
                      <a:round/>
                      <a:headEnd type="none" w="med" len="med"/>
                      <a:tailEnd type="none" w="med" len="med"/>
                    </a:lnB>
                    <a:solidFill>
                      <a:srgbClr val="F07488">
                        <a:alpha val="18000"/>
                      </a:srgbClr>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女性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40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07488">
                        <a:alpha val="18000"/>
                      </a:srgbClr>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女性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50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07488">
                        <a:alpha val="18000"/>
                      </a:srgbClr>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女性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60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07488">
                        <a:alpha val="18000"/>
                      </a:srgbClr>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女性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70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07488">
                        <a:alpha val="18000"/>
                      </a:srgbClr>
                    </a:solidFill>
                  </a:tcPr>
                </a:tc>
                <a:extLst>
                  <a:ext uri="{0D108BD9-81ED-4DB2-BD59-A6C34878D82A}">
                    <a16:rowId xmlns:a16="http://schemas.microsoft.com/office/drawing/2014/main" val="3096550131"/>
                  </a:ext>
                </a:extLst>
              </a:tr>
              <a:tr h="720000">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chemeClr val="tx1">
                              <a:lumMod val="75000"/>
                              <a:lumOff val="25000"/>
                            </a:schemeClr>
                          </a:solidFill>
                          <a:effectLst/>
                          <a:uLnTx/>
                          <a:uFillTx/>
                          <a:latin typeface="Source Han Sans JP" panose="020B0500000000000000" pitchFamily="34" charset="-128"/>
                          <a:ea typeface="Source Han Sans JP" panose="020B0500000000000000" pitchFamily="34" charset="-128"/>
                          <a:cs typeface="+mn-cs"/>
                        </a:rPr>
                        <a:t>栄養バランスを調整したい</a:t>
                      </a:r>
                      <a:endParaRPr kumimoji="1" lang="en-US" altLang="ja-JP" sz="1200" b="0" i="0" u="none" strike="noStrike" kern="1200" cap="none" spc="0" normalizeH="0" baseline="0" noProof="0" dirty="0">
                        <a:ln>
                          <a:noFill/>
                        </a:ln>
                        <a:solidFill>
                          <a:schemeClr val="tx1">
                            <a:lumMod val="75000"/>
                            <a:lumOff val="25000"/>
                          </a:schemeClr>
                        </a:solidFill>
                        <a:effectLst/>
                        <a:uLnTx/>
                        <a:uFillTx/>
                        <a:latin typeface="Source Han Sans JP" panose="020B0500000000000000" pitchFamily="34" charset="-128"/>
                        <a:ea typeface="Source Han Sans JP" panose="020B0500000000000000" pitchFamily="34" charset="-128"/>
                        <a:cs typeface="+mn-cs"/>
                      </a:endParaRPr>
                    </a:p>
                  </a:txBody>
                  <a:tcPr anchor="ctr">
                    <a:lnL w="12700" cap="flat" cmpd="sng" algn="ctr">
                      <a:solidFill>
                        <a:schemeClr val="tx1">
                          <a:lumMod val="50000"/>
                          <a:lumOff val="50000"/>
                        </a:schemeClr>
                      </a:solidFill>
                      <a:prstDash val="solid"/>
                      <a:round/>
                      <a:headEnd type="none" w="med" len="med"/>
                      <a:tailEnd type="none" w="med" len="med"/>
                    </a:lnL>
                    <a:lnR w="9525" cap="flat" cmpd="sng" algn="ctr">
                      <a:solidFill>
                        <a:srgbClr val="A00000"/>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t>1.02</a:t>
                      </a:r>
                      <a:br>
                        <a:rPr kumimoji="1" lang="en-US" altLang="ja-JP" sz="1200" b="1"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低い</a:t>
                      </a:r>
                      <a:endPar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endParaRPr>
                    </a:p>
                  </a:txBody>
                  <a:tcPr anchor="ctr">
                    <a:lnL w="9525" cap="flat" cmpd="sng" algn="ctr">
                      <a:solidFill>
                        <a:srgbClr val="A00000"/>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9525" cap="flat" cmpd="sng" algn="ctr">
                      <a:solidFill>
                        <a:srgbClr val="A00000"/>
                      </a:solidFill>
                      <a:prstDash val="solid"/>
                      <a:round/>
                      <a:headEnd type="none" w="med" len="med"/>
                      <a:tailEnd type="none" w="med" len="med"/>
                    </a:lnT>
                    <a:lnB w="9525" cap="flat" cmpd="sng" algn="ctr">
                      <a:solidFill>
                        <a:srgbClr val="A00000"/>
                      </a:solidFill>
                      <a:prstDash val="solid"/>
                      <a:round/>
                      <a:headEnd type="none" w="med" len="med"/>
                      <a:tailEnd type="none" w="med" len="med"/>
                    </a:lnB>
                    <a:solidFill>
                      <a:srgbClr val="DA3E22">
                        <a:alpha val="15000"/>
                      </a:srgbClr>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t>1.01</a:t>
                      </a:r>
                      <a:br>
                        <a:rPr kumimoji="1" lang="en-US" altLang="ja-JP" sz="1200" b="1"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低い</a:t>
                      </a:r>
                      <a:endPar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9525" cap="flat" cmpd="sng" algn="ctr">
                      <a:solidFill>
                        <a:srgbClr val="A00000"/>
                      </a:solidFill>
                      <a:prstDash val="solid"/>
                      <a:round/>
                      <a:headEnd type="none" w="med" len="med"/>
                      <a:tailEnd type="none" w="med" len="med"/>
                    </a:lnR>
                    <a:lnT w="9525" cap="flat" cmpd="sng" algn="ctr">
                      <a:solidFill>
                        <a:srgbClr val="A00000"/>
                      </a:solidFill>
                      <a:prstDash val="solid"/>
                      <a:round/>
                      <a:headEnd type="none" w="med" len="med"/>
                      <a:tailEnd type="none" w="med" len="med"/>
                    </a:lnT>
                    <a:lnB w="9525" cap="flat" cmpd="sng" algn="ctr">
                      <a:solidFill>
                        <a:srgbClr val="A00000"/>
                      </a:solidFill>
                      <a:prstDash val="solid"/>
                      <a:round/>
                      <a:headEnd type="none" w="med" len="med"/>
                      <a:tailEnd type="none" w="med" len="med"/>
                    </a:lnB>
                    <a:solidFill>
                      <a:srgbClr val="DA3E22">
                        <a:alpha val="15000"/>
                      </a:srgbClr>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t>1.45</a:t>
                      </a:r>
                      <a:br>
                        <a:rPr kumimoji="1" lang="en-US" altLang="ja-JP" sz="1200" b="1"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中程度</a:t>
                      </a:r>
                      <a:endPar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endParaRPr>
                    </a:p>
                  </a:txBody>
                  <a:tcPr anchor="ctr">
                    <a:lnL w="9525" cap="flat" cmpd="sng" algn="ctr">
                      <a:solidFill>
                        <a:srgbClr val="A00000"/>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t>1.38</a:t>
                      </a:r>
                      <a:br>
                        <a:rPr kumimoji="1" lang="en-US" altLang="ja-JP" sz="1200" b="1"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中程度</a:t>
                      </a:r>
                      <a:endPar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t>1.02</a:t>
                      </a:r>
                      <a:br>
                        <a:rPr kumimoji="1" lang="en-US" altLang="ja-JP" sz="1200" b="1"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低い</a:t>
                      </a:r>
                      <a:endPar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t>0.57</a:t>
                      </a:r>
                      <a:br>
                        <a:rPr kumimoji="1" lang="en-US" altLang="ja-JP" sz="1200" b="1"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低い</a:t>
                      </a:r>
                      <a:endPar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1538559344"/>
                  </a:ext>
                </a:extLst>
              </a:tr>
            </a:tbl>
          </a:graphicData>
        </a:graphic>
      </p:graphicFrame>
      <p:grpSp>
        <p:nvGrpSpPr>
          <p:cNvPr id="9" name="グループ化 8">
            <a:extLst>
              <a:ext uri="{FF2B5EF4-FFF2-40B4-BE49-F238E27FC236}">
                <a16:creationId xmlns:a16="http://schemas.microsoft.com/office/drawing/2014/main" id="{E52678AE-58DD-6803-CF5A-EDEC6B5F7B30}"/>
              </a:ext>
            </a:extLst>
          </p:cNvPr>
          <p:cNvGrpSpPr/>
          <p:nvPr/>
        </p:nvGrpSpPr>
        <p:grpSpPr>
          <a:xfrm>
            <a:off x="435570" y="1448563"/>
            <a:ext cx="4129710" cy="842369"/>
            <a:chOff x="408000" y="1066441"/>
            <a:chExt cx="4129710" cy="842369"/>
          </a:xfrm>
        </p:grpSpPr>
        <p:sp>
          <p:nvSpPr>
            <p:cNvPr id="10" name="正方形/長方形 9">
              <a:extLst>
                <a:ext uri="{FF2B5EF4-FFF2-40B4-BE49-F238E27FC236}">
                  <a16:creationId xmlns:a16="http://schemas.microsoft.com/office/drawing/2014/main" id="{20E09FC8-6B01-B4C3-E472-5F52D6F1059C}"/>
                </a:ext>
              </a:extLst>
            </p:cNvPr>
            <p:cNvSpPr/>
            <p:nvPr/>
          </p:nvSpPr>
          <p:spPr>
            <a:xfrm>
              <a:off x="408000" y="1066441"/>
              <a:ext cx="4129710" cy="842369"/>
            </a:xfrm>
            <a:prstGeom prst="rect">
              <a:avLst/>
            </a:prstGeom>
            <a:solidFill>
              <a:schemeClr val="bg1">
                <a:lumMod val="95000"/>
                <a:alpha val="30000"/>
              </a:schemeClr>
            </a:solidFill>
            <a:ln w="12700">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n>
                  <a:solidFill>
                    <a:schemeClr val="tx1">
                      <a:lumMod val="50000"/>
                      <a:lumOff val="50000"/>
                    </a:schemeClr>
                  </a:solidFill>
                </a:ln>
              </a:endParaRPr>
            </a:p>
          </p:txBody>
        </p:sp>
        <p:sp>
          <p:nvSpPr>
            <p:cNvPr id="11" name="テキスト ボックス 10">
              <a:extLst>
                <a:ext uri="{FF2B5EF4-FFF2-40B4-BE49-F238E27FC236}">
                  <a16:creationId xmlns:a16="http://schemas.microsoft.com/office/drawing/2014/main" id="{05997C85-3087-B253-AA8C-474EAC49F8A3}"/>
                </a:ext>
              </a:extLst>
            </p:cNvPr>
            <p:cNvSpPr txBox="1"/>
            <p:nvPr/>
          </p:nvSpPr>
          <p:spPr>
            <a:xfrm>
              <a:off x="477988" y="1183807"/>
              <a:ext cx="3956852" cy="300082"/>
            </a:xfrm>
            <a:prstGeom prst="rect">
              <a:avLst/>
            </a:prstGeom>
            <a:noFill/>
          </p:spPr>
          <p:txBody>
            <a:bodyPr wrap="square">
              <a:spAutoFit/>
            </a:bodyPr>
            <a:lstStyle/>
            <a:p>
              <a:pPr>
                <a:defRPr/>
              </a:pPr>
              <a:r>
                <a:rPr kumimoji="1" lang="ja-JP" altLang="en-US" sz="1350">
                  <a:solidFill>
                    <a:srgbClr val="DCD8DC">
                      <a:lumMod val="25000"/>
                    </a:srgbClr>
                  </a:solidFill>
                  <a:latin typeface="源ノ角ゴシック JP" panose="020B0500000000000000" pitchFamily="34" charset="-128"/>
                  <a:ea typeface="源ノ角ゴシック JP" panose="020B0500000000000000" pitchFamily="34" charset="-128"/>
                </a:rPr>
                <a:t>購買記録数（件</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 1000</a:t>
              </a:r>
              <a:r>
                <a:rPr kumimoji="1" lang="ja-JP" altLang="en-US" sz="1350">
                  <a:solidFill>
                    <a:srgbClr val="DCD8DC">
                      <a:lumMod val="25000"/>
                    </a:srgbClr>
                  </a:solidFill>
                  <a:latin typeface="源ノ角ゴシック JP" panose="020B0500000000000000" pitchFamily="34" charset="-128"/>
                  <a:ea typeface="源ノ角ゴシック JP" panose="020B0500000000000000" pitchFamily="34" charset="-128"/>
                </a:rPr>
                <a:t>人）：</a:t>
              </a:r>
              <a:endPar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2" name="テキスト ボックス 11">
              <a:extLst>
                <a:ext uri="{FF2B5EF4-FFF2-40B4-BE49-F238E27FC236}">
                  <a16:creationId xmlns:a16="http://schemas.microsoft.com/office/drawing/2014/main" id="{5A59E1E7-6447-9292-44C6-FD1F62F2CDD1}"/>
                </a:ext>
              </a:extLst>
            </p:cNvPr>
            <p:cNvSpPr txBox="1"/>
            <p:nvPr/>
          </p:nvSpPr>
          <p:spPr>
            <a:xfrm>
              <a:off x="477988" y="1515745"/>
              <a:ext cx="3808262" cy="300082"/>
            </a:xfrm>
            <a:prstGeom prst="rect">
              <a:avLst/>
            </a:prstGeom>
            <a:noFill/>
          </p:spPr>
          <p:txBody>
            <a:bodyPr wrap="square">
              <a:spAutoFit/>
            </a:bodyPr>
            <a:lstStyle/>
            <a:p>
              <a:pPr>
                <a:defRPr/>
              </a:pPr>
              <a:r>
                <a:rPr kumimoji="1" lang="ja-JP" altLang="en-US" sz="1350">
                  <a:solidFill>
                    <a:srgbClr val="DCD8DC">
                      <a:lumMod val="25000"/>
                    </a:srgbClr>
                  </a:solidFill>
                  <a:latin typeface="源ノ角ゴシック JP" panose="020B0500000000000000" pitchFamily="34" charset="-128"/>
                  <a:ea typeface="源ノ角ゴシック JP" panose="020B0500000000000000" pitchFamily="34" charset="-128"/>
                </a:rPr>
                <a:t>適切さの評価：</a:t>
              </a:r>
              <a:r>
                <a:rPr kumimoji="1" lang="ja-JP" altLang="en-US" sz="1350">
                  <a:solidFill>
                    <a:srgbClr val="599975"/>
                  </a:solidFill>
                  <a:latin typeface="源ノ角ゴシック JP" panose="020B0500000000000000" pitchFamily="34" charset="-128"/>
                  <a:ea typeface="源ノ角ゴシック JP" panose="020B0500000000000000" pitchFamily="34" charset="-128"/>
                </a:rPr>
                <a:t>高い</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350">
                  <a:solidFill>
                    <a:srgbClr val="E27A1C"/>
                  </a:solidFill>
                  <a:latin typeface="源ノ角ゴシック JP" panose="020B0500000000000000" pitchFamily="34" charset="-128"/>
                  <a:ea typeface="源ノ角ゴシック JP" panose="020B0500000000000000" pitchFamily="34" charset="-128"/>
                </a:rPr>
                <a:t>中程度</a:t>
              </a:r>
              <a:r>
                <a:rPr kumimoji="1" lang="en-US" altLang="ja-JP" sz="1350" dirty="0">
                  <a:solidFill>
                    <a:srgbClr val="E27A1C"/>
                  </a:solidFill>
                  <a:latin typeface="源ノ角ゴシック JP" panose="020B0500000000000000" pitchFamily="34" charset="-128"/>
                  <a:ea typeface="源ノ角ゴシック JP" panose="020B0500000000000000" pitchFamily="34" charset="-128"/>
                </a:rPr>
                <a:t> </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350">
                  <a:solidFill>
                    <a:srgbClr val="CE4D44"/>
                  </a:solidFill>
                  <a:latin typeface="源ノ角ゴシック JP" panose="020B0500000000000000" pitchFamily="34" charset="-128"/>
                  <a:ea typeface="源ノ角ゴシック JP" panose="020B0500000000000000" pitchFamily="34" charset="-128"/>
                </a:rPr>
                <a:t>低い</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a:t>
              </a:r>
            </a:p>
          </p:txBody>
        </p:sp>
      </p:grpSp>
      <p:grpSp>
        <p:nvGrpSpPr>
          <p:cNvPr id="13" name="グループ化 12">
            <a:extLst>
              <a:ext uri="{FF2B5EF4-FFF2-40B4-BE49-F238E27FC236}">
                <a16:creationId xmlns:a16="http://schemas.microsoft.com/office/drawing/2014/main" id="{3F610181-CD8D-E872-8911-54A275808EF8}"/>
              </a:ext>
            </a:extLst>
          </p:cNvPr>
          <p:cNvGrpSpPr/>
          <p:nvPr/>
        </p:nvGrpSpPr>
        <p:grpSpPr>
          <a:xfrm>
            <a:off x="8683161" y="2647871"/>
            <a:ext cx="3308742" cy="1824442"/>
            <a:chOff x="7368506" y="1263715"/>
            <a:chExt cx="3308742" cy="1824442"/>
          </a:xfrm>
        </p:grpSpPr>
        <p:sp>
          <p:nvSpPr>
            <p:cNvPr id="14" name="テキスト ボックス 13">
              <a:extLst>
                <a:ext uri="{FF2B5EF4-FFF2-40B4-BE49-F238E27FC236}">
                  <a16:creationId xmlns:a16="http://schemas.microsoft.com/office/drawing/2014/main" id="{D0D376DC-770A-6D93-7F0F-4C11A922DD5B}"/>
                </a:ext>
              </a:extLst>
            </p:cNvPr>
            <p:cNvSpPr txBox="1"/>
            <p:nvPr/>
          </p:nvSpPr>
          <p:spPr>
            <a:xfrm>
              <a:off x="7368506" y="1263715"/>
              <a:ext cx="3308742" cy="652871"/>
            </a:xfrm>
            <a:prstGeom prst="rect">
              <a:avLst/>
            </a:prstGeom>
            <a:noFill/>
          </p:spPr>
          <p:txBody>
            <a:bodyPr wrap="square">
              <a:spAutoFit/>
            </a:bodyPr>
            <a:lstStyle/>
            <a:p>
              <a:pPr>
                <a:lnSpc>
                  <a:spcPts val="2280"/>
                </a:lnSpc>
                <a:defRPr/>
              </a:pP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購買記録数に基づき、適切さを</a:t>
              </a:r>
              <a:b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b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450" spc="20">
                  <a:solidFill>
                    <a:srgbClr val="599975"/>
                  </a:solidFill>
                  <a:latin typeface="源ノ角ゴシック JP" panose="020B0500000000000000" pitchFamily="34" charset="-128"/>
                  <a:ea typeface="源ノ角ゴシック JP" panose="020B0500000000000000" pitchFamily="34" charset="-128"/>
                </a:rPr>
                <a:t>高い</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450" spc="20">
                  <a:solidFill>
                    <a:srgbClr val="E27A1C"/>
                  </a:solidFill>
                  <a:latin typeface="源ノ角ゴシック JP" panose="020B0500000000000000" pitchFamily="34" charset="-128"/>
                  <a:ea typeface="源ノ角ゴシック JP" panose="020B0500000000000000" pitchFamily="34" charset="-128"/>
                </a:rPr>
                <a:t>中程度</a:t>
              </a:r>
              <a:r>
                <a:rPr kumimoji="1" lang="en-US" altLang="ja-JP" sz="1450" spc="20" dirty="0">
                  <a:solidFill>
                    <a:srgbClr val="E27A1C"/>
                  </a:solidFill>
                  <a:latin typeface="源ノ角ゴシック JP" panose="020B0500000000000000" pitchFamily="34" charset="-128"/>
                  <a:ea typeface="源ノ角ゴシック JP" panose="020B0500000000000000" pitchFamily="34" charset="-128"/>
                </a:rPr>
                <a:t> </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450" spc="20">
                  <a:solidFill>
                    <a:srgbClr val="CE4D44"/>
                  </a:solidFill>
                  <a:latin typeface="源ノ角ゴシック JP" panose="020B0500000000000000" pitchFamily="34" charset="-128"/>
                  <a:ea typeface="源ノ角ゴシック JP" panose="020B0500000000000000" pitchFamily="34" charset="-128"/>
                </a:rPr>
                <a:t>低い</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）で評価した</a:t>
              </a:r>
              <a:endPar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5" name="テキスト ボックス 14">
              <a:extLst>
                <a:ext uri="{FF2B5EF4-FFF2-40B4-BE49-F238E27FC236}">
                  <a16:creationId xmlns:a16="http://schemas.microsoft.com/office/drawing/2014/main" id="{0A282784-0FEF-78BB-ACCF-90DB8C094A39}"/>
                </a:ext>
              </a:extLst>
            </p:cNvPr>
            <p:cNvSpPr txBox="1"/>
            <p:nvPr/>
          </p:nvSpPr>
          <p:spPr>
            <a:xfrm>
              <a:off x="7471715" y="2034535"/>
              <a:ext cx="2196360" cy="1053622"/>
            </a:xfrm>
            <a:prstGeom prst="rect">
              <a:avLst/>
            </a:prstGeom>
            <a:noFill/>
          </p:spPr>
          <p:txBody>
            <a:bodyPr wrap="square">
              <a:spAutoFit/>
            </a:bodyPr>
            <a:lstStyle/>
            <a:p>
              <a:pPr>
                <a:lnSpc>
                  <a:spcPts val="2580"/>
                </a:lnSpc>
                <a:defRPr/>
              </a:pPr>
              <a:r>
                <a:rPr kumimoji="1" lang="ja-JP" altLang="en-US" sz="1450" spc="20">
                  <a:solidFill>
                    <a:srgbClr val="599975"/>
                  </a:solidFill>
                  <a:latin typeface="源ノ角ゴシック JP" panose="020B0500000000000000" pitchFamily="34" charset="-128"/>
                  <a:ea typeface="源ノ角ゴシック JP" panose="020B0500000000000000" pitchFamily="34" charset="-128"/>
                </a:rPr>
                <a:t>高い</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3.01 </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以上</a:t>
              </a:r>
              <a:endPar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580"/>
                </a:lnSpc>
                <a:defRPr/>
              </a:pPr>
              <a:r>
                <a:rPr kumimoji="1" lang="ja-JP" altLang="en-US" sz="1450" spc="20">
                  <a:solidFill>
                    <a:srgbClr val="E27A1C"/>
                  </a:solidFill>
                  <a:latin typeface="源ノ角ゴシック JP" panose="020B0500000000000000" pitchFamily="34" charset="-128"/>
                  <a:ea typeface="源ノ角ゴシック JP" panose="020B0500000000000000" pitchFamily="34" charset="-128"/>
                </a:rPr>
                <a:t>中程度</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1.04–3.00</a:t>
              </a:r>
            </a:p>
            <a:p>
              <a:pPr>
                <a:lnSpc>
                  <a:spcPts val="2580"/>
                </a:lnSpc>
                <a:defRPr/>
              </a:pPr>
              <a:r>
                <a:rPr kumimoji="1" lang="ja-JP" altLang="en-US" sz="1450" spc="20">
                  <a:solidFill>
                    <a:srgbClr val="CE4D44"/>
                  </a:solidFill>
                  <a:latin typeface="源ノ角ゴシック JP" panose="020B0500000000000000" pitchFamily="34" charset="-128"/>
                  <a:ea typeface="源ノ角ゴシック JP" panose="020B0500000000000000" pitchFamily="34" charset="-128"/>
                </a:rPr>
                <a:t>低い</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0–1.03</a:t>
              </a:r>
            </a:p>
          </p:txBody>
        </p:sp>
      </p:grpSp>
      <p:sp>
        <p:nvSpPr>
          <p:cNvPr id="16" name="テキスト ボックス 15">
            <a:extLst>
              <a:ext uri="{FF2B5EF4-FFF2-40B4-BE49-F238E27FC236}">
                <a16:creationId xmlns:a16="http://schemas.microsoft.com/office/drawing/2014/main" id="{9F25DFB0-BF82-822F-59E7-23C1A20EB237}"/>
              </a:ext>
            </a:extLst>
          </p:cNvPr>
          <p:cNvSpPr txBox="1"/>
          <p:nvPr/>
        </p:nvSpPr>
        <p:spPr>
          <a:xfrm>
            <a:off x="4766268" y="2337539"/>
            <a:ext cx="3771925" cy="362920"/>
          </a:xfrm>
          <a:prstGeom prst="rect">
            <a:avLst/>
          </a:prstGeom>
          <a:noFill/>
        </p:spPr>
        <p:txBody>
          <a:bodyPr wrap="square">
            <a:spAutoFit/>
          </a:bodyPr>
          <a:lstStyle/>
          <a:p>
            <a:pPr>
              <a:lnSpc>
                <a:spcPts val="2380"/>
              </a:lnSpc>
              <a:defRPr/>
            </a:pPr>
            <a:r>
              <a:rPr kumimoji="1" lang="en-US" altLang="ja-JP" sz="1300" spc="2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300" spc="20">
                <a:solidFill>
                  <a:srgbClr val="DCD8DC">
                    <a:lumMod val="25000"/>
                  </a:srgbClr>
                </a:solidFill>
                <a:latin typeface="源ノ角ゴシック JP" panose="020B0500000000000000" pitchFamily="34" charset="-128"/>
                <a:ea typeface="源ノ角ゴシック JP" panose="020B0500000000000000" pitchFamily="34" charset="-128"/>
              </a:rPr>
              <a:t> 属性ごとに、商品間で購買記録数を平均した</a:t>
            </a:r>
            <a:endParaRPr kumimoji="1" lang="en-US" altLang="ja-JP" sz="1300" spc="2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7" name="テキスト ボックス 16">
            <a:extLst>
              <a:ext uri="{FF2B5EF4-FFF2-40B4-BE49-F238E27FC236}">
                <a16:creationId xmlns:a16="http://schemas.microsoft.com/office/drawing/2014/main" id="{318B7CAF-37A7-A1FB-80D3-CA2FB65E0B1B}"/>
              </a:ext>
            </a:extLst>
          </p:cNvPr>
          <p:cNvSpPr txBox="1"/>
          <p:nvPr/>
        </p:nvSpPr>
        <p:spPr>
          <a:xfrm>
            <a:off x="388590" y="2350570"/>
            <a:ext cx="577884" cy="377155"/>
          </a:xfrm>
          <a:prstGeom prst="rect">
            <a:avLst/>
          </a:prstGeom>
          <a:noFill/>
        </p:spPr>
        <p:txBody>
          <a:bodyPr wrap="square">
            <a:spAutoFit/>
          </a:bodyPr>
          <a:lstStyle/>
          <a:p>
            <a:pPr>
              <a:lnSpc>
                <a:spcPts val="2480"/>
              </a:lnSpc>
              <a:defRPr/>
            </a:pP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男性</a:t>
            </a:r>
            <a:endPar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8" name="テキスト ボックス 17">
            <a:extLst>
              <a:ext uri="{FF2B5EF4-FFF2-40B4-BE49-F238E27FC236}">
                <a16:creationId xmlns:a16="http://schemas.microsoft.com/office/drawing/2014/main" id="{C66E8E7F-60E6-0EF8-27EE-D48E39D34406}"/>
              </a:ext>
            </a:extLst>
          </p:cNvPr>
          <p:cNvSpPr txBox="1"/>
          <p:nvPr/>
        </p:nvSpPr>
        <p:spPr>
          <a:xfrm>
            <a:off x="388590" y="4491581"/>
            <a:ext cx="577884" cy="377155"/>
          </a:xfrm>
          <a:prstGeom prst="rect">
            <a:avLst/>
          </a:prstGeom>
          <a:noFill/>
        </p:spPr>
        <p:txBody>
          <a:bodyPr wrap="square">
            <a:spAutoFit/>
          </a:bodyPr>
          <a:lstStyle/>
          <a:p>
            <a:pPr>
              <a:lnSpc>
                <a:spcPts val="2480"/>
              </a:lnSpc>
              <a:defRPr/>
            </a:pP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女性</a:t>
            </a:r>
            <a:endPar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26" name="テキスト ボックス 25">
            <a:extLst>
              <a:ext uri="{FF2B5EF4-FFF2-40B4-BE49-F238E27FC236}">
                <a16:creationId xmlns:a16="http://schemas.microsoft.com/office/drawing/2014/main" id="{4A14798C-168C-A345-B286-7841508F34DA}"/>
              </a:ext>
            </a:extLst>
          </p:cNvPr>
          <p:cNvSpPr txBox="1"/>
          <p:nvPr/>
        </p:nvSpPr>
        <p:spPr>
          <a:xfrm>
            <a:off x="8542905" y="5126341"/>
            <a:ext cx="3523550" cy="699294"/>
          </a:xfrm>
          <a:prstGeom prst="rect">
            <a:avLst/>
          </a:prstGeom>
          <a:noFill/>
        </p:spPr>
        <p:txBody>
          <a:bodyPr wrap="square">
            <a:spAutoFit/>
          </a:bodyPr>
          <a:lstStyle/>
          <a:p>
            <a:pPr>
              <a:lnSpc>
                <a:spcPts val="2480"/>
              </a:lnSpc>
              <a:defRPr/>
            </a:pPr>
            <a:r>
              <a:rPr kumimoji="1" lang="en-US" altLang="ja-JP" sz="1500" spc="40" dirty="0">
                <a:solidFill>
                  <a:srgbClr val="C00000"/>
                </a:solidFill>
                <a:latin typeface="源ノ角ゴシック JP" panose="020B0500000000000000" pitchFamily="34" charset="-128"/>
                <a:ea typeface="源ノ角ゴシック JP" panose="020B0500000000000000" pitchFamily="34" charset="-128"/>
              </a:rPr>
              <a:t>  </a:t>
            </a:r>
            <a:r>
              <a:rPr kumimoji="1" lang="ja-JP" altLang="en-US" sz="1500" spc="40">
                <a:solidFill>
                  <a:srgbClr val="C00000"/>
                </a:solidFill>
                <a:latin typeface="源ノ角ゴシック JP" panose="020B0500000000000000" pitchFamily="34" charset="-128"/>
                <a:ea typeface="源ノ角ゴシック JP" panose="020B0500000000000000" pitchFamily="34" charset="-128"/>
              </a:rPr>
              <a:t>一方で、他社では、若年層における「対応」の適切さは高かった</a:t>
            </a:r>
            <a:endParaRPr kumimoji="1" lang="en-US" altLang="ja-JP" sz="1500" spc="40" dirty="0">
              <a:solidFill>
                <a:srgbClr val="C00000"/>
              </a:solidFill>
              <a:latin typeface="源ノ角ゴシック JP" panose="020B0500000000000000" pitchFamily="34" charset="-128"/>
              <a:ea typeface="源ノ角ゴシック JP" panose="020B0500000000000000" pitchFamily="34" charset="-128"/>
            </a:endParaRPr>
          </a:p>
        </p:txBody>
      </p:sp>
      <p:grpSp>
        <p:nvGrpSpPr>
          <p:cNvPr id="27" name="グループ化 26">
            <a:extLst>
              <a:ext uri="{FF2B5EF4-FFF2-40B4-BE49-F238E27FC236}">
                <a16:creationId xmlns:a16="http://schemas.microsoft.com/office/drawing/2014/main" id="{6D72E2E5-AF4C-E4AB-E87A-86F7B1FC32C9}"/>
              </a:ext>
            </a:extLst>
          </p:cNvPr>
          <p:cNvGrpSpPr/>
          <p:nvPr/>
        </p:nvGrpSpPr>
        <p:grpSpPr>
          <a:xfrm>
            <a:off x="9071299" y="485067"/>
            <a:ext cx="2732813" cy="1296599"/>
            <a:chOff x="8573825" y="4139880"/>
            <a:chExt cx="2732813" cy="1296599"/>
          </a:xfrm>
        </p:grpSpPr>
        <p:sp>
          <p:nvSpPr>
            <p:cNvPr id="28" name="角丸四角形 27">
              <a:extLst>
                <a:ext uri="{FF2B5EF4-FFF2-40B4-BE49-F238E27FC236}">
                  <a16:creationId xmlns:a16="http://schemas.microsoft.com/office/drawing/2014/main" id="{4F211B76-EEB0-27BD-3A06-96CE2553B71E}"/>
                </a:ext>
              </a:extLst>
            </p:cNvPr>
            <p:cNvSpPr/>
            <p:nvPr/>
          </p:nvSpPr>
          <p:spPr>
            <a:xfrm>
              <a:off x="8649817" y="4463479"/>
              <a:ext cx="2656821" cy="973000"/>
            </a:xfrm>
            <a:prstGeom prst="roundRect">
              <a:avLst/>
            </a:prstGeom>
            <a:solidFill>
              <a:srgbClr val="CE4D44">
                <a:alpha val="1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9" name="グループ化 28">
              <a:extLst>
                <a:ext uri="{FF2B5EF4-FFF2-40B4-BE49-F238E27FC236}">
                  <a16:creationId xmlns:a16="http://schemas.microsoft.com/office/drawing/2014/main" id="{590B9076-5E84-FE72-511E-ED6835D6EE1B}"/>
                </a:ext>
              </a:extLst>
            </p:cNvPr>
            <p:cNvGrpSpPr/>
            <p:nvPr/>
          </p:nvGrpSpPr>
          <p:grpSpPr>
            <a:xfrm>
              <a:off x="8573825" y="4139880"/>
              <a:ext cx="2648672" cy="1209798"/>
              <a:chOff x="656542" y="825372"/>
              <a:chExt cx="2648672" cy="1209798"/>
            </a:xfrm>
          </p:grpSpPr>
          <p:sp>
            <p:nvSpPr>
              <p:cNvPr id="30" name="テキスト ボックス 29">
                <a:extLst>
                  <a:ext uri="{FF2B5EF4-FFF2-40B4-BE49-F238E27FC236}">
                    <a16:creationId xmlns:a16="http://schemas.microsoft.com/office/drawing/2014/main" id="{BEA0F747-69F9-A2BF-1C60-6C8353E4D6D2}"/>
                  </a:ext>
                </a:extLst>
              </p:cNvPr>
              <p:cNvSpPr txBox="1"/>
              <p:nvPr/>
            </p:nvSpPr>
            <p:spPr>
              <a:xfrm>
                <a:off x="656542" y="825372"/>
                <a:ext cx="2586680" cy="327526"/>
              </a:xfrm>
              <a:prstGeom prst="rect">
                <a:avLst/>
              </a:prstGeom>
              <a:noFill/>
            </p:spPr>
            <p:txBody>
              <a:bodyPr wrap="square">
                <a:spAutoFit/>
              </a:bodyPr>
              <a:lstStyle/>
              <a:p>
                <a:pPr>
                  <a:lnSpc>
                    <a:spcPts val="2020"/>
                  </a:lnSpc>
                  <a:defRPr/>
                </a:pPr>
                <a:r>
                  <a:rPr kumimoji="1" lang="ja-JP" altLang="en-US" sz="1250" spc="40">
                    <a:solidFill>
                      <a:srgbClr val="CE4D44"/>
                    </a:solidFill>
                    <a:latin typeface="源ノ角ゴシック JP" panose="020B0500000000000000" pitchFamily="34" charset="-128"/>
                    <a:ea typeface="源ノ角ゴシック JP" panose="020B0500000000000000" pitchFamily="34" charset="-128"/>
                  </a:rPr>
                  <a:t>特定された問題</a:t>
                </a:r>
                <a:endParaRPr kumimoji="1" lang="en-US" altLang="ja-JP" sz="1250" spc="40" dirty="0">
                  <a:solidFill>
                    <a:srgbClr val="CE4D44"/>
                  </a:solidFill>
                  <a:latin typeface="源ノ角ゴシック JP" panose="020B0500000000000000" pitchFamily="34" charset="-128"/>
                  <a:ea typeface="源ノ角ゴシック JP" panose="020B0500000000000000" pitchFamily="34" charset="-128"/>
                </a:endParaRPr>
              </a:p>
            </p:txBody>
          </p:sp>
          <p:sp>
            <p:nvSpPr>
              <p:cNvPr id="31" name="テキスト ボックス 30">
                <a:extLst>
                  <a:ext uri="{FF2B5EF4-FFF2-40B4-BE49-F238E27FC236}">
                    <a16:creationId xmlns:a16="http://schemas.microsoft.com/office/drawing/2014/main" id="{BC7999CF-2112-394E-A436-FAE44D3DD692}"/>
                  </a:ext>
                </a:extLst>
              </p:cNvPr>
              <p:cNvSpPr txBox="1"/>
              <p:nvPr/>
            </p:nvSpPr>
            <p:spPr>
              <a:xfrm>
                <a:off x="834232" y="1202313"/>
                <a:ext cx="2470982" cy="832857"/>
              </a:xfrm>
              <a:prstGeom prst="rect">
                <a:avLst/>
              </a:prstGeom>
              <a:noFill/>
            </p:spPr>
            <p:txBody>
              <a:bodyPr wrap="square">
                <a:spAutoFit/>
              </a:bodyPr>
              <a:lstStyle/>
              <a:p>
                <a:pPr>
                  <a:lnSpc>
                    <a:spcPts val="1980"/>
                  </a:lnSpc>
                  <a:defRPr/>
                </a:pPr>
                <a:r>
                  <a:rPr kumimoji="1" lang="ja-JP" altLang="en-US" sz="1150" b="1">
                    <a:solidFill>
                      <a:srgbClr val="DCD8DC">
                        <a:lumMod val="25000"/>
                      </a:srgbClr>
                    </a:solidFill>
                    <a:latin typeface="源ノ角ゴシック JP" panose="020B0500000000000000" pitchFamily="34" charset="-128"/>
                    <a:ea typeface="源ノ角ゴシック JP" panose="020B0500000000000000" pitchFamily="34" charset="-128"/>
                  </a:rPr>
                  <a:t>・栄養バランスへの対応について</a:t>
                </a:r>
                <a:endParaRPr kumimoji="1" lang="en-US" altLang="ja-JP" sz="1150" b="1"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1980"/>
                  </a:lnSpc>
                  <a:defRPr/>
                </a:pPr>
                <a:r>
                  <a:rPr kumimoji="1" lang="ja-JP" altLang="en-US" sz="1150">
                    <a:solidFill>
                      <a:schemeClr val="tx1">
                        <a:lumMod val="65000"/>
                        <a:lumOff val="35000"/>
                        <a:alpha val="60000"/>
                      </a:schemeClr>
                    </a:solidFill>
                    <a:latin typeface="源ノ角ゴシック JP" panose="020B0500000000000000" pitchFamily="34" charset="-128"/>
                    <a:ea typeface="源ノ角ゴシック JP" panose="020B0500000000000000" pitchFamily="34" charset="-128"/>
                  </a:rPr>
                  <a:t>・エネルギーへの対応について</a:t>
                </a:r>
                <a:endParaRPr kumimoji="1" lang="en-US" altLang="ja-JP" sz="1150" dirty="0">
                  <a:solidFill>
                    <a:schemeClr val="tx1">
                      <a:lumMod val="65000"/>
                      <a:lumOff val="35000"/>
                      <a:alpha val="60000"/>
                    </a:schemeClr>
                  </a:solidFill>
                  <a:latin typeface="源ノ角ゴシック JP" panose="020B0500000000000000" pitchFamily="34" charset="-128"/>
                  <a:ea typeface="源ノ角ゴシック JP" panose="020B0500000000000000" pitchFamily="34" charset="-128"/>
                </a:endParaRPr>
              </a:p>
              <a:p>
                <a:pPr>
                  <a:lnSpc>
                    <a:spcPts val="1980"/>
                  </a:lnSpc>
                  <a:defRPr/>
                </a:pPr>
                <a:r>
                  <a:rPr kumimoji="1" lang="ja-JP" altLang="en-US" sz="1150" strike="sngStrike">
                    <a:solidFill>
                      <a:schemeClr val="tx1">
                        <a:lumMod val="65000"/>
                        <a:lumOff val="35000"/>
                        <a:alpha val="60000"/>
                      </a:schemeClr>
                    </a:solidFill>
                    <a:latin typeface="源ノ角ゴシック JP" panose="020B0500000000000000" pitchFamily="34" charset="-128"/>
                    <a:ea typeface="源ノ角ゴシック JP" panose="020B0500000000000000" pitchFamily="34" charset="-128"/>
                  </a:rPr>
                  <a:t>・脂質への対応について</a:t>
                </a:r>
                <a:endParaRPr kumimoji="1" lang="en-US" altLang="ja-JP" sz="1150" strike="sngStrike" dirty="0">
                  <a:solidFill>
                    <a:schemeClr val="tx1">
                      <a:lumMod val="65000"/>
                      <a:lumOff val="35000"/>
                      <a:alpha val="60000"/>
                    </a:schemeClr>
                  </a:solidFill>
                  <a:latin typeface="源ノ角ゴシック JP" panose="020B0500000000000000" pitchFamily="34" charset="-128"/>
                  <a:ea typeface="源ノ角ゴシック JP" panose="020B0500000000000000" pitchFamily="34" charset="-128"/>
                </a:endParaRPr>
              </a:p>
            </p:txBody>
          </p:sp>
        </p:grpSp>
      </p:grpSp>
      <p:sp>
        <p:nvSpPr>
          <p:cNvPr id="3" name="テキスト ボックス 2">
            <a:extLst>
              <a:ext uri="{FF2B5EF4-FFF2-40B4-BE49-F238E27FC236}">
                <a16:creationId xmlns:a16="http://schemas.microsoft.com/office/drawing/2014/main" id="{180F0711-58AC-A63C-5167-862C679C4DF7}"/>
              </a:ext>
            </a:extLst>
          </p:cNvPr>
          <p:cNvSpPr txBox="1"/>
          <p:nvPr/>
        </p:nvSpPr>
        <p:spPr>
          <a:xfrm>
            <a:off x="375338" y="3949488"/>
            <a:ext cx="1493391" cy="533031"/>
          </a:xfrm>
          <a:prstGeom prst="rect">
            <a:avLst/>
          </a:prstGeom>
          <a:noFill/>
        </p:spPr>
        <p:txBody>
          <a:bodyPr wrap="square">
            <a:spAutoFit/>
          </a:bodyPr>
          <a:lstStyle/>
          <a:p>
            <a:pPr>
              <a:lnSpc>
                <a:spcPts val="1840"/>
              </a:lnSpc>
              <a:defRPr/>
            </a:pPr>
            <a:r>
              <a:rPr kumimoji="1" lang="ja-JP" altLang="en-US" sz="1200" spc="20">
                <a:solidFill>
                  <a:schemeClr val="tx1">
                    <a:lumMod val="65000"/>
                    <a:lumOff val="35000"/>
                  </a:schemeClr>
                </a:solidFill>
                <a:latin typeface="源ノ角ゴシック JP" panose="020B0500000000000000" pitchFamily="34" charset="-128"/>
                <a:ea typeface="源ノ角ゴシック JP" panose="020B0500000000000000" pitchFamily="34" charset="-128"/>
              </a:rPr>
              <a:t>ローソン</a:t>
            </a:r>
            <a:endParaRPr kumimoji="1" lang="en-US" altLang="ja-JP" sz="1200" spc="2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840"/>
              </a:lnSpc>
              <a:defRPr/>
            </a:pPr>
            <a:r>
              <a:rPr kumimoji="1" lang="ja-JP" altLang="en-US" sz="1200" spc="20">
                <a:solidFill>
                  <a:schemeClr val="tx1">
                    <a:lumMod val="65000"/>
                    <a:lumOff val="35000"/>
                  </a:schemeClr>
                </a:solidFill>
                <a:latin typeface="源ノ角ゴシック JP" panose="020B0500000000000000" pitchFamily="34" charset="-128"/>
                <a:ea typeface="源ノ角ゴシック JP" panose="020B0500000000000000" pitchFamily="34" charset="-128"/>
              </a:rPr>
              <a:t>ファミリーマート</a:t>
            </a:r>
            <a:endParaRPr kumimoji="1" lang="en-US" altLang="ja-JP" sz="1200" spc="2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p:txBody>
      </p:sp>
      <p:sp>
        <p:nvSpPr>
          <p:cNvPr id="6" name="テキスト ボックス 5">
            <a:extLst>
              <a:ext uri="{FF2B5EF4-FFF2-40B4-BE49-F238E27FC236}">
                <a16:creationId xmlns:a16="http://schemas.microsoft.com/office/drawing/2014/main" id="{434D8CC6-6B7B-D57A-B2B8-ED21FE046075}"/>
              </a:ext>
            </a:extLst>
          </p:cNvPr>
          <p:cNvSpPr txBox="1"/>
          <p:nvPr/>
        </p:nvSpPr>
        <p:spPr>
          <a:xfrm>
            <a:off x="2000371" y="3952752"/>
            <a:ext cx="577885" cy="533031"/>
          </a:xfrm>
          <a:prstGeom prst="rect">
            <a:avLst/>
          </a:prstGeom>
          <a:noFill/>
        </p:spPr>
        <p:txBody>
          <a:bodyPr wrap="square">
            <a:spAutoFit/>
          </a:bodyPr>
          <a:lstStyle/>
          <a:p>
            <a:pPr>
              <a:lnSpc>
                <a:spcPts val="1840"/>
              </a:lnSpc>
              <a:defRPr/>
            </a:pPr>
            <a:r>
              <a:rPr kumimoji="1" lang="en-US" altLang="ja-JP" sz="1200" spc="20" dirty="0">
                <a:solidFill>
                  <a:srgbClr val="E2791C"/>
                </a:solidFill>
                <a:latin typeface="源ノ角ゴシック JP" panose="020B0500000000000000" pitchFamily="34" charset="-128"/>
                <a:ea typeface="源ノ角ゴシック JP" panose="020B0500000000000000" pitchFamily="34" charset="-128"/>
              </a:rPr>
              <a:t>2.27</a:t>
            </a:r>
          </a:p>
          <a:p>
            <a:pPr>
              <a:lnSpc>
                <a:spcPts val="1840"/>
              </a:lnSpc>
              <a:defRPr/>
            </a:pPr>
            <a:r>
              <a:rPr kumimoji="1" lang="en-US" altLang="ja-JP" sz="1200" spc="20" dirty="0">
                <a:solidFill>
                  <a:srgbClr val="599975"/>
                </a:solidFill>
                <a:latin typeface="源ノ角ゴシック JP" panose="020B0500000000000000" pitchFamily="34" charset="-128"/>
                <a:ea typeface="源ノ角ゴシック JP" panose="020B0500000000000000" pitchFamily="34" charset="-128"/>
              </a:rPr>
              <a:t>10.50</a:t>
            </a:r>
          </a:p>
        </p:txBody>
      </p:sp>
      <p:sp>
        <p:nvSpPr>
          <p:cNvPr id="19" name="テキスト ボックス 18">
            <a:extLst>
              <a:ext uri="{FF2B5EF4-FFF2-40B4-BE49-F238E27FC236}">
                <a16:creationId xmlns:a16="http://schemas.microsoft.com/office/drawing/2014/main" id="{9FD78DBC-0657-7EAB-EC32-F8E433CF0D63}"/>
              </a:ext>
            </a:extLst>
          </p:cNvPr>
          <p:cNvSpPr txBox="1"/>
          <p:nvPr/>
        </p:nvSpPr>
        <p:spPr>
          <a:xfrm>
            <a:off x="3114003" y="3949487"/>
            <a:ext cx="577885" cy="533031"/>
          </a:xfrm>
          <a:prstGeom prst="rect">
            <a:avLst/>
          </a:prstGeom>
          <a:noFill/>
        </p:spPr>
        <p:txBody>
          <a:bodyPr wrap="square">
            <a:spAutoFit/>
          </a:bodyPr>
          <a:lstStyle/>
          <a:p>
            <a:pPr>
              <a:lnSpc>
                <a:spcPts val="1840"/>
              </a:lnSpc>
              <a:defRPr/>
            </a:pPr>
            <a:r>
              <a:rPr kumimoji="1" lang="en-US" altLang="ja-JP" sz="1200" spc="20" dirty="0">
                <a:solidFill>
                  <a:srgbClr val="599975"/>
                </a:solidFill>
                <a:latin typeface="源ノ角ゴシック JP" panose="020B0500000000000000" pitchFamily="34" charset="-128"/>
                <a:ea typeface="源ノ角ゴシック JP" panose="020B0500000000000000" pitchFamily="34" charset="-128"/>
              </a:rPr>
              <a:t>5.76</a:t>
            </a:r>
          </a:p>
          <a:p>
            <a:pPr>
              <a:lnSpc>
                <a:spcPts val="1840"/>
              </a:lnSpc>
              <a:defRPr/>
            </a:pPr>
            <a:r>
              <a:rPr kumimoji="1" lang="en-US" altLang="ja-JP" sz="1200" spc="20" dirty="0">
                <a:solidFill>
                  <a:srgbClr val="599975"/>
                </a:solidFill>
                <a:latin typeface="源ノ角ゴシック JP" panose="020B0500000000000000" pitchFamily="34" charset="-128"/>
                <a:ea typeface="源ノ角ゴシック JP" panose="020B0500000000000000" pitchFamily="34" charset="-128"/>
              </a:rPr>
              <a:t>14.93</a:t>
            </a:r>
          </a:p>
        </p:txBody>
      </p:sp>
      <p:sp>
        <p:nvSpPr>
          <p:cNvPr id="20" name="テキスト ボックス 19">
            <a:extLst>
              <a:ext uri="{FF2B5EF4-FFF2-40B4-BE49-F238E27FC236}">
                <a16:creationId xmlns:a16="http://schemas.microsoft.com/office/drawing/2014/main" id="{B1959EF7-F894-56D6-06A1-BEBAD06F2697}"/>
              </a:ext>
            </a:extLst>
          </p:cNvPr>
          <p:cNvSpPr txBox="1"/>
          <p:nvPr/>
        </p:nvSpPr>
        <p:spPr>
          <a:xfrm>
            <a:off x="375337" y="6091437"/>
            <a:ext cx="1493391" cy="533031"/>
          </a:xfrm>
          <a:prstGeom prst="rect">
            <a:avLst/>
          </a:prstGeom>
          <a:noFill/>
        </p:spPr>
        <p:txBody>
          <a:bodyPr wrap="square">
            <a:spAutoFit/>
          </a:bodyPr>
          <a:lstStyle/>
          <a:p>
            <a:pPr>
              <a:lnSpc>
                <a:spcPts val="1840"/>
              </a:lnSpc>
              <a:defRPr/>
            </a:pPr>
            <a:r>
              <a:rPr kumimoji="1" lang="ja-JP" altLang="en-US" sz="1200" spc="20">
                <a:solidFill>
                  <a:schemeClr val="tx1">
                    <a:lumMod val="65000"/>
                    <a:lumOff val="35000"/>
                  </a:schemeClr>
                </a:solidFill>
                <a:latin typeface="源ノ角ゴシック JP" panose="020B0500000000000000" pitchFamily="34" charset="-128"/>
                <a:ea typeface="源ノ角ゴシック JP" panose="020B0500000000000000" pitchFamily="34" charset="-128"/>
              </a:rPr>
              <a:t>ローソン</a:t>
            </a:r>
            <a:endParaRPr kumimoji="1" lang="en-US" altLang="ja-JP" sz="1200" spc="2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840"/>
              </a:lnSpc>
              <a:defRPr/>
            </a:pPr>
            <a:r>
              <a:rPr kumimoji="1" lang="ja-JP" altLang="en-US" sz="1200" spc="20">
                <a:solidFill>
                  <a:schemeClr val="tx1">
                    <a:lumMod val="65000"/>
                    <a:lumOff val="35000"/>
                  </a:schemeClr>
                </a:solidFill>
                <a:latin typeface="源ノ角ゴシック JP" panose="020B0500000000000000" pitchFamily="34" charset="-128"/>
                <a:ea typeface="源ノ角ゴシック JP" panose="020B0500000000000000" pitchFamily="34" charset="-128"/>
              </a:rPr>
              <a:t>ファミリーマート</a:t>
            </a:r>
            <a:endParaRPr kumimoji="1" lang="en-US" altLang="ja-JP" sz="1200" spc="2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p:txBody>
      </p:sp>
      <p:sp>
        <p:nvSpPr>
          <p:cNvPr id="21" name="テキスト ボックス 20">
            <a:extLst>
              <a:ext uri="{FF2B5EF4-FFF2-40B4-BE49-F238E27FC236}">
                <a16:creationId xmlns:a16="http://schemas.microsoft.com/office/drawing/2014/main" id="{9D164AB8-9B71-987D-5C84-DF38A9A2A60B}"/>
              </a:ext>
            </a:extLst>
          </p:cNvPr>
          <p:cNvSpPr txBox="1"/>
          <p:nvPr/>
        </p:nvSpPr>
        <p:spPr>
          <a:xfrm>
            <a:off x="2000371" y="6094874"/>
            <a:ext cx="577885" cy="533031"/>
          </a:xfrm>
          <a:prstGeom prst="rect">
            <a:avLst/>
          </a:prstGeom>
          <a:noFill/>
        </p:spPr>
        <p:txBody>
          <a:bodyPr wrap="square">
            <a:spAutoFit/>
          </a:bodyPr>
          <a:lstStyle/>
          <a:p>
            <a:pPr>
              <a:lnSpc>
                <a:spcPts val="1840"/>
              </a:lnSpc>
              <a:defRPr/>
            </a:pPr>
            <a:r>
              <a:rPr kumimoji="1" lang="en-US" altLang="ja-JP" sz="1200" spc="20" dirty="0">
                <a:solidFill>
                  <a:srgbClr val="E2791C"/>
                </a:solidFill>
                <a:latin typeface="源ノ角ゴシック JP" panose="020B0500000000000000" pitchFamily="34" charset="-128"/>
                <a:ea typeface="源ノ角ゴシック JP" panose="020B0500000000000000" pitchFamily="34" charset="-128"/>
              </a:rPr>
              <a:t>2.93</a:t>
            </a:r>
          </a:p>
          <a:p>
            <a:pPr>
              <a:lnSpc>
                <a:spcPts val="1840"/>
              </a:lnSpc>
              <a:defRPr/>
            </a:pPr>
            <a:r>
              <a:rPr kumimoji="1" lang="en-US" altLang="ja-JP" sz="1200" spc="20" dirty="0">
                <a:solidFill>
                  <a:srgbClr val="599975"/>
                </a:solidFill>
                <a:latin typeface="源ノ角ゴシック JP" panose="020B0500000000000000" pitchFamily="34" charset="-128"/>
                <a:ea typeface="源ノ角ゴシック JP" panose="020B0500000000000000" pitchFamily="34" charset="-128"/>
              </a:rPr>
              <a:t>10.53</a:t>
            </a:r>
          </a:p>
        </p:txBody>
      </p:sp>
      <p:sp>
        <p:nvSpPr>
          <p:cNvPr id="22" name="テキスト ボックス 21">
            <a:extLst>
              <a:ext uri="{FF2B5EF4-FFF2-40B4-BE49-F238E27FC236}">
                <a16:creationId xmlns:a16="http://schemas.microsoft.com/office/drawing/2014/main" id="{373E5065-C81C-BD74-B327-7A6448F1B0CC}"/>
              </a:ext>
            </a:extLst>
          </p:cNvPr>
          <p:cNvSpPr txBox="1"/>
          <p:nvPr/>
        </p:nvSpPr>
        <p:spPr>
          <a:xfrm>
            <a:off x="3114002" y="6091437"/>
            <a:ext cx="577885" cy="533031"/>
          </a:xfrm>
          <a:prstGeom prst="rect">
            <a:avLst/>
          </a:prstGeom>
          <a:noFill/>
        </p:spPr>
        <p:txBody>
          <a:bodyPr wrap="square">
            <a:spAutoFit/>
          </a:bodyPr>
          <a:lstStyle/>
          <a:p>
            <a:pPr>
              <a:lnSpc>
                <a:spcPts val="1840"/>
              </a:lnSpc>
              <a:defRPr/>
            </a:pPr>
            <a:r>
              <a:rPr kumimoji="1" lang="en-US" altLang="ja-JP" sz="1200" spc="20" dirty="0">
                <a:solidFill>
                  <a:srgbClr val="599975"/>
                </a:solidFill>
                <a:latin typeface="源ノ角ゴシック JP" panose="020B0500000000000000" pitchFamily="34" charset="-128"/>
                <a:ea typeface="源ノ角ゴシック JP" panose="020B0500000000000000" pitchFamily="34" charset="-128"/>
              </a:rPr>
              <a:t>3.58</a:t>
            </a:r>
          </a:p>
          <a:p>
            <a:pPr>
              <a:lnSpc>
                <a:spcPts val="1840"/>
              </a:lnSpc>
              <a:defRPr/>
            </a:pPr>
            <a:r>
              <a:rPr kumimoji="1" lang="en-US" altLang="ja-JP" sz="1200" spc="20" dirty="0">
                <a:solidFill>
                  <a:srgbClr val="599975"/>
                </a:solidFill>
                <a:latin typeface="源ノ角ゴシック JP" panose="020B0500000000000000" pitchFamily="34" charset="-128"/>
                <a:ea typeface="源ノ角ゴシック JP" panose="020B0500000000000000" pitchFamily="34" charset="-128"/>
              </a:rPr>
              <a:t>9.90</a:t>
            </a:r>
          </a:p>
        </p:txBody>
      </p:sp>
    </p:spTree>
    <p:extLst>
      <p:ext uri="{BB962C8B-B14F-4D97-AF65-F5344CB8AC3E}">
        <p14:creationId xmlns:p14="http://schemas.microsoft.com/office/powerpoint/2010/main" val="29443840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9"/>
                                        </p:tgtEl>
                                        <p:attrNameLst>
                                          <p:attrName>style.visibility</p:attrName>
                                        </p:attrNameLst>
                                      </p:cBhvr>
                                      <p:to>
                                        <p:strVal val="visible"/>
                                      </p:to>
                                    </p:set>
                                    <p:animEffect transition="in" filter="fade">
                                      <p:cBhvr>
                                        <p:cTn id="13" dur="500"/>
                                        <p:tgtEl>
                                          <p:spTgt spid="1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0"/>
                                        </p:tgtEl>
                                        <p:attrNameLst>
                                          <p:attrName>style.visibility</p:attrName>
                                        </p:attrNameLst>
                                      </p:cBhvr>
                                      <p:to>
                                        <p:strVal val="visible"/>
                                      </p:to>
                                    </p:set>
                                    <p:animEffect transition="in" filter="fade">
                                      <p:cBhvr>
                                        <p:cTn id="16" dur="500"/>
                                        <p:tgtEl>
                                          <p:spTgt spid="2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1"/>
                                        </p:tgtEl>
                                        <p:attrNameLst>
                                          <p:attrName>style.visibility</p:attrName>
                                        </p:attrNameLst>
                                      </p:cBhvr>
                                      <p:to>
                                        <p:strVal val="visible"/>
                                      </p:to>
                                    </p:set>
                                    <p:animEffect transition="in" filter="fade">
                                      <p:cBhvr>
                                        <p:cTn id="19" dur="500"/>
                                        <p:tgtEl>
                                          <p:spTgt spid="2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2"/>
                                        </p:tgtEl>
                                        <p:attrNameLst>
                                          <p:attrName>style.visibility</p:attrName>
                                        </p:attrNameLst>
                                      </p:cBhvr>
                                      <p:to>
                                        <p:strVal val="visible"/>
                                      </p:to>
                                    </p:set>
                                    <p:animEffect transition="in" filter="fade">
                                      <p:cBhvr>
                                        <p:cTn id="22" dur="500"/>
                                        <p:tgtEl>
                                          <p:spTgt spid="22"/>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fade">
                                      <p:cBhvr>
                                        <p:cTn id="25"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p:bldP spid="3" grpId="0"/>
      <p:bldP spid="6" grpId="0"/>
      <p:bldP spid="19" grpId="0"/>
      <p:bldP spid="20" grpId="0"/>
      <p:bldP spid="21" grpId="0"/>
      <p:bldP spid="22"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F026B2-43DE-7B93-B619-9E0C9004C273}"/>
            </a:ext>
          </a:extLst>
        </p:cNvPr>
        <p:cNvGrpSpPr/>
        <p:nvPr/>
      </p:nvGrpSpPr>
      <p:grpSpPr>
        <a:xfrm>
          <a:off x="0" y="0"/>
          <a:ext cx="0" cy="0"/>
          <a:chOff x="0" y="0"/>
          <a:chExt cx="0" cy="0"/>
        </a:xfrm>
      </p:grpSpPr>
      <p:sp>
        <p:nvSpPr>
          <p:cNvPr id="33" name="テキスト ボックス 32">
            <a:extLst>
              <a:ext uri="{FF2B5EF4-FFF2-40B4-BE49-F238E27FC236}">
                <a16:creationId xmlns:a16="http://schemas.microsoft.com/office/drawing/2014/main" id="{731F7947-C227-BD89-023C-322D54FA6019}"/>
              </a:ext>
            </a:extLst>
          </p:cNvPr>
          <p:cNvSpPr txBox="1"/>
          <p:nvPr/>
        </p:nvSpPr>
        <p:spPr>
          <a:xfrm>
            <a:off x="8569408" y="5126341"/>
            <a:ext cx="3523551" cy="699294"/>
          </a:xfrm>
          <a:prstGeom prst="rect">
            <a:avLst/>
          </a:prstGeom>
          <a:noFill/>
        </p:spPr>
        <p:txBody>
          <a:bodyPr wrap="square">
            <a:spAutoFit/>
          </a:bodyPr>
          <a:lstStyle/>
          <a:p>
            <a:pPr>
              <a:lnSpc>
                <a:spcPts val="2480"/>
              </a:lnSpc>
              <a:defRPr/>
            </a:pPr>
            <a:r>
              <a:rPr kumimoji="1" lang="ja-JP" altLang="en-US" sz="1500" spc="40">
                <a:solidFill>
                  <a:srgbClr val="C00000"/>
                </a:solidFill>
                <a:latin typeface="源ノ角ゴシック JP" panose="020B0500000000000000" pitchFamily="34" charset="-128"/>
                <a:ea typeface="源ノ角ゴシック JP" panose="020B0500000000000000" pitchFamily="34" charset="-128"/>
              </a:rPr>
              <a:t>若年男性において適切さが低いという問題は他社においても確認された</a:t>
            </a:r>
            <a:endParaRPr kumimoji="1" lang="en-US" altLang="ja-JP" sz="1500" spc="40" dirty="0">
              <a:solidFill>
                <a:srgbClr val="C00000"/>
              </a:solidFill>
              <a:latin typeface="源ノ角ゴシック JP" panose="020B0500000000000000" pitchFamily="34" charset="-128"/>
              <a:ea typeface="源ノ角ゴシック JP" panose="020B0500000000000000" pitchFamily="34" charset="-128"/>
            </a:endParaRPr>
          </a:p>
        </p:txBody>
      </p:sp>
      <p:graphicFrame>
        <p:nvGraphicFramePr>
          <p:cNvPr id="7" name="表 6">
            <a:extLst>
              <a:ext uri="{FF2B5EF4-FFF2-40B4-BE49-F238E27FC236}">
                <a16:creationId xmlns:a16="http://schemas.microsoft.com/office/drawing/2014/main" id="{5BEA76B7-A2E1-5BE8-6F1A-2C760B774103}"/>
              </a:ext>
            </a:extLst>
          </p:cNvPr>
          <p:cNvGraphicFramePr>
            <a:graphicFrameLocks noGrp="1"/>
          </p:cNvGraphicFramePr>
          <p:nvPr>
            <p:extLst>
              <p:ext uri="{D42A27DB-BD31-4B8C-83A1-F6EECF244321}">
                <p14:modId xmlns:p14="http://schemas.microsoft.com/office/powerpoint/2010/main" val="281660949"/>
              </p:ext>
            </p:extLst>
          </p:nvPr>
        </p:nvGraphicFramePr>
        <p:xfrm>
          <a:off x="435570" y="2738132"/>
          <a:ext cx="7992000" cy="1188000"/>
        </p:xfrm>
        <a:graphic>
          <a:graphicData uri="http://schemas.openxmlformats.org/drawingml/2006/table">
            <a:tbl>
              <a:tblPr>
                <a:tableStyleId>{91EBBBCC-DAD2-459C-BE2E-F6DE35CF9A28}</a:tableStyleId>
              </a:tblPr>
              <a:tblGrid>
                <a:gridCol w="1296000">
                  <a:extLst>
                    <a:ext uri="{9D8B030D-6E8A-4147-A177-3AD203B41FA5}">
                      <a16:colId xmlns:a16="http://schemas.microsoft.com/office/drawing/2014/main" val="97736310"/>
                    </a:ext>
                  </a:extLst>
                </a:gridCol>
                <a:gridCol w="1116000">
                  <a:extLst>
                    <a:ext uri="{9D8B030D-6E8A-4147-A177-3AD203B41FA5}">
                      <a16:colId xmlns:a16="http://schemas.microsoft.com/office/drawing/2014/main" val="438668555"/>
                    </a:ext>
                  </a:extLst>
                </a:gridCol>
                <a:gridCol w="1116000">
                  <a:extLst>
                    <a:ext uri="{9D8B030D-6E8A-4147-A177-3AD203B41FA5}">
                      <a16:colId xmlns:a16="http://schemas.microsoft.com/office/drawing/2014/main" val="3330525109"/>
                    </a:ext>
                  </a:extLst>
                </a:gridCol>
                <a:gridCol w="1116000">
                  <a:extLst>
                    <a:ext uri="{9D8B030D-6E8A-4147-A177-3AD203B41FA5}">
                      <a16:colId xmlns:a16="http://schemas.microsoft.com/office/drawing/2014/main" val="3073032139"/>
                    </a:ext>
                  </a:extLst>
                </a:gridCol>
                <a:gridCol w="1116000">
                  <a:extLst>
                    <a:ext uri="{9D8B030D-6E8A-4147-A177-3AD203B41FA5}">
                      <a16:colId xmlns:a16="http://schemas.microsoft.com/office/drawing/2014/main" val="3799934641"/>
                    </a:ext>
                  </a:extLst>
                </a:gridCol>
                <a:gridCol w="1116000">
                  <a:extLst>
                    <a:ext uri="{9D8B030D-6E8A-4147-A177-3AD203B41FA5}">
                      <a16:colId xmlns:a16="http://schemas.microsoft.com/office/drawing/2014/main" val="1753694010"/>
                    </a:ext>
                  </a:extLst>
                </a:gridCol>
                <a:gridCol w="1116000">
                  <a:extLst>
                    <a:ext uri="{9D8B030D-6E8A-4147-A177-3AD203B41FA5}">
                      <a16:colId xmlns:a16="http://schemas.microsoft.com/office/drawing/2014/main" val="2065399664"/>
                    </a:ext>
                  </a:extLst>
                </a:gridCol>
              </a:tblGrid>
              <a:tr h="468000">
                <a:tc>
                  <a:txBody>
                    <a:bodyPr/>
                    <a:lstStyle/>
                    <a:p>
                      <a:pPr marL="0" marR="0" lvl="0" indent="0" algn="l"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健康ニーズ</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marT="46800" anchor="ctr">
                    <a:lnL w="1270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男性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20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9525" cap="flat" cmpd="sng" algn="ctr">
                      <a:solidFill>
                        <a:srgbClr val="A00000"/>
                      </a:solidFill>
                      <a:prstDash val="solid"/>
                      <a:round/>
                      <a:headEnd type="none" w="med" len="med"/>
                      <a:tailEnd type="none" w="med" len="med"/>
                    </a:lnB>
                    <a:solidFill>
                      <a:srgbClr val="A3BDDF">
                        <a:alpha val="30000"/>
                      </a:srgbClr>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男性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30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9525" cap="flat" cmpd="sng" algn="ctr">
                      <a:solidFill>
                        <a:srgbClr val="A00000"/>
                      </a:solidFill>
                      <a:prstDash val="solid"/>
                      <a:round/>
                      <a:headEnd type="none" w="med" len="med"/>
                      <a:tailEnd type="none" w="med" len="med"/>
                    </a:lnB>
                    <a:solidFill>
                      <a:srgbClr val="A3BDDF">
                        <a:alpha val="30000"/>
                      </a:srgbClr>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男性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40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A3BDDF">
                        <a:alpha val="30000"/>
                      </a:srgbClr>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男性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50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A3BDDF">
                        <a:alpha val="30000"/>
                      </a:srgbClr>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男性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60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A3BDDF">
                        <a:alpha val="30000"/>
                      </a:srgbClr>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男性</a:t>
                      </a:r>
                      <a:r>
                        <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rPr>
                        <a:t>70</a:t>
                      </a:r>
                      <a:r>
                        <a:rPr kumimoji="1" lang="ja-JP" altLang="en-US" sz="1200">
                          <a:solidFill>
                            <a:schemeClr val="tx1">
                              <a:lumMod val="85000"/>
                              <a:lumOff val="15000"/>
                            </a:schemeClr>
                          </a:solidFill>
                          <a:latin typeface="Source Han Sans JP" panose="020B0500000000000000" pitchFamily="34" charset="-128"/>
                          <a:ea typeface="Source Han Sans JP" panose="020B0500000000000000" pitchFamily="34" charset="-128"/>
                        </a:rPr>
                        <a:t>代</a:t>
                      </a:r>
                      <a:endParaRPr kumimoji="1" lang="en-US" altLang="ja-JP" sz="120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nchor="ctr">
                    <a:lnL w="635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A3BDDF">
                        <a:alpha val="30000"/>
                      </a:srgbClr>
                    </a:solidFill>
                  </a:tcPr>
                </a:tc>
                <a:extLst>
                  <a:ext uri="{0D108BD9-81ED-4DB2-BD59-A6C34878D82A}">
                    <a16:rowId xmlns:a16="http://schemas.microsoft.com/office/drawing/2014/main" val="3096550131"/>
                  </a:ext>
                </a:extLst>
              </a:tr>
              <a:tr h="720000">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chemeClr val="tx1">
                              <a:lumMod val="75000"/>
                              <a:lumOff val="25000"/>
                            </a:schemeClr>
                          </a:solidFill>
                          <a:effectLst/>
                          <a:uLnTx/>
                          <a:uFillTx/>
                          <a:latin typeface="Source Han Sans JP" panose="020B0500000000000000" pitchFamily="34" charset="-128"/>
                          <a:ea typeface="Source Han Sans JP" panose="020B0500000000000000" pitchFamily="34" charset="-128"/>
                          <a:cs typeface="+mn-cs"/>
                        </a:rPr>
                        <a:t>エネルギーを</a:t>
                      </a:r>
                    </a:p>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chemeClr val="tx1">
                              <a:lumMod val="75000"/>
                              <a:lumOff val="25000"/>
                            </a:schemeClr>
                          </a:solidFill>
                          <a:effectLst/>
                          <a:uLnTx/>
                          <a:uFillTx/>
                          <a:latin typeface="Source Han Sans JP" panose="020B0500000000000000" pitchFamily="34" charset="-128"/>
                          <a:ea typeface="Source Han Sans JP" panose="020B0500000000000000" pitchFamily="34" charset="-128"/>
                          <a:cs typeface="+mn-cs"/>
                        </a:rPr>
                        <a:t>減らしたい</a:t>
                      </a:r>
                    </a:p>
                  </a:txBody>
                  <a:tcPr anchor="ctr">
                    <a:lnL w="12700" cap="flat" cmpd="sng" algn="ctr">
                      <a:solidFill>
                        <a:schemeClr val="tx1">
                          <a:lumMod val="50000"/>
                          <a:lumOff val="50000"/>
                        </a:schemeClr>
                      </a:solidFill>
                      <a:prstDash val="solid"/>
                      <a:round/>
                      <a:headEnd type="none" w="med" len="med"/>
                      <a:tailEnd type="none" w="med" len="med"/>
                    </a:lnL>
                    <a:lnR w="9525" cap="flat" cmpd="sng" algn="ctr">
                      <a:solidFill>
                        <a:srgbClr val="A00000"/>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t>0.48</a:t>
                      </a:r>
                      <a:br>
                        <a:rPr kumimoji="1" lang="en-US" altLang="ja-JP" sz="1200" b="1"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低い</a:t>
                      </a:r>
                      <a:endPar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endParaRPr>
                    </a:p>
                  </a:txBody>
                  <a:tcPr anchor="ctr">
                    <a:lnL w="9525" cap="flat" cmpd="sng" algn="ctr">
                      <a:solidFill>
                        <a:srgbClr val="A00000"/>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9525" cap="flat" cmpd="sng" algn="ctr">
                      <a:solidFill>
                        <a:srgbClr val="A00000"/>
                      </a:solidFill>
                      <a:prstDash val="solid"/>
                      <a:round/>
                      <a:headEnd type="none" w="med" len="med"/>
                      <a:tailEnd type="none" w="med" len="med"/>
                    </a:lnT>
                    <a:lnB w="9525" cap="flat" cmpd="sng" algn="ctr">
                      <a:solidFill>
                        <a:srgbClr val="A00000"/>
                      </a:solidFill>
                      <a:prstDash val="solid"/>
                      <a:round/>
                      <a:headEnd type="none" w="med" len="med"/>
                      <a:tailEnd type="none" w="med" len="med"/>
                    </a:lnB>
                    <a:solidFill>
                      <a:srgbClr val="DA3E22">
                        <a:alpha val="15000"/>
                      </a:srgbClr>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t>0.90</a:t>
                      </a:r>
                      <a:br>
                        <a:rPr kumimoji="1" lang="en-US" altLang="ja-JP" sz="1200" b="1"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CE4D44"/>
                          </a:solidFill>
                          <a:effectLst/>
                          <a:uLnTx/>
                          <a:uFillTx/>
                          <a:latin typeface="Source Han Sans JP" panose="020B0500000000000000" pitchFamily="34" charset="-128"/>
                          <a:ea typeface="Source Han Sans JP" panose="020B0500000000000000" pitchFamily="34" charset="-128"/>
                          <a:cs typeface="+mn-cs"/>
                        </a:rPr>
                        <a:t>低い</a:t>
                      </a:r>
                      <a:endParaRPr kumimoji="1" lang="en-US" altLang="ja-JP" sz="1200" b="0" i="0" u="none" strike="noStrike" kern="1200" cap="none" spc="0" normalizeH="0" baseline="0" noProof="0" dirty="0">
                        <a:ln>
                          <a:noFill/>
                        </a:ln>
                        <a:solidFill>
                          <a:srgbClr val="CE4D44"/>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9525" cap="flat" cmpd="sng" algn="ctr">
                      <a:solidFill>
                        <a:srgbClr val="A00000"/>
                      </a:solidFill>
                      <a:prstDash val="solid"/>
                      <a:round/>
                      <a:headEnd type="none" w="med" len="med"/>
                      <a:tailEnd type="none" w="med" len="med"/>
                    </a:lnR>
                    <a:lnT w="9525" cap="flat" cmpd="sng" algn="ctr">
                      <a:solidFill>
                        <a:srgbClr val="A00000"/>
                      </a:solidFill>
                      <a:prstDash val="solid"/>
                      <a:round/>
                      <a:headEnd type="none" w="med" len="med"/>
                      <a:tailEnd type="none" w="med" len="med"/>
                    </a:lnT>
                    <a:lnB w="9525" cap="flat" cmpd="sng" algn="ctr">
                      <a:solidFill>
                        <a:srgbClr val="A00000"/>
                      </a:solidFill>
                      <a:prstDash val="solid"/>
                      <a:round/>
                      <a:headEnd type="none" w="med" len="med"/>
                      <a:tailEnd type="none" w="med" len="med"/>
                    </a:lnB>
                    <a:solidFill>
                      <a:srgbClr val="DA3E22">
                        <a:alpha val="15000"/>
                      </a:srgbClr>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t>2.29</a:t>
                      </a:r>
                      <a:br>
                        <a:rPr kumimoji="1" lang="en-US" altLang="ja-JP" sz="1200" b="1"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中程度</a:t>
                      </a:r>
                      <a:endPar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endParaRPr>
                    </a:p>
                  </a:txBody>
                  <a:tcPr anchor="ctr">
                    <a:lnL w="9525" cap="flat" cmpd="sng" algn="ctr">
                      <a:solidFill>
                        <a:srgbClr val="A00000"/>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t>2.01</a:t>
                      </a:r>
                      <a:br>
                        <a:rPr kumimoji="1" lang="en-US" altLang="ja-JP" sz="1200" b="1"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中程度</a:t>
                      </a:r>
                      <a:endPar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rPr>
                        <a:t>1.61</a:t>
                      </a:r>
                      <a:br>
                        <a:rPr kumimoji="1" lang="en-US" altLang="ja-JP" sz="1200" b="1" i="0" u="none" strike="noStrike" kern="1200" cap="none" spc="0" normalizeH="0" baseline="0" noProof="0" dirty="0">
                          <a:ln>
                            <a:noFill/>
                          </a:ln>
                          <a:solidFill>
                            <a:prstClr val="black"/>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E27A1C"/>
                          </a:solidFill>
                          <a:effectLst/>
                          <a:uLnTx/>
                          <a:uFillTx/>
                          <a:latin typeface="Source Han Sans JP" panose="020B0500000000000000" pitchFamily="34" charset="-128"/>
                          <a:ea typeface="Source Han Sans JP" panose="020B0500000000000000" pitchFamily="34" charset="-128"/>
                          <a:cs typeface="+mn-cs"/>
                        </a:rPr>
                        <a:t>中程度</a:t>
                      </a:r>
                      <a:endParaRPr kumimoji="1" lang="en-US" altLang="ja-JP" sz="1200" b="0" i="0" u="none" strike="noStrike" kern="1200" cap="none" spc="0" normalizeH="0" baseline="0" noProof="0" dirty="0">
                        <a:ln>
                          <a:noFill/>
                        </a:ln>
                        <a:solidFill>
                          <a:srgbClr val="E27A1C"/>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2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記録数：</a:t>
                      </a:r>
                      <a:r>
                        <a:rPr kumimoji="1" lang="en-US" altLang="ja-JP" sz="1200" b="0" i="0" u="none" strike="noStrike" kern="1200" cap="none" spc="0" normalizeH="0" baseline="0" noProof="0" dirty="0">
                          <a:ln>
                            <a:noFill/>
                          </a:ln>
                          <a:solidFill>
                            <a:srgbClr val="599975"/>
                          </a:solidFill>
                          <a:effectLst/>
                          <a:uLnTx/>
                          <a:uFillTx/>
                          <a:latin typeface="Source Han Sans JP" panose="020B0500000000000000" pitchFamily="34" charset="-128"/>
                          <a:ea typeface="Source Han Sans JP" panose="020B0500000000000000" pitchFamily="34" charset="-128"/>
                          <a:cs typeface="+mn-cs"/>
                        </a:rPr>
                        <a:t>3.22</a:t>
                      </a:r>
                      <a:br>
                        <a:rPr kumimoji="1" lang="en-US" altLang="ja-JP" sz="1200" b="1" i="0" u="none" strike="noStrike" kern="1200" cap="none" spc="0" normalizeH="0" baseline="0" noProof="0" dirty="0">
                          <a:ln>
                            <a:noFill/>
                          </a:ln>
                          <a:solidFill>
                            <a:srgbClr val="599975"/>
                          </a:solidFill>
                          <a:effectLst/>
                          <a:uLnTx/>
                          <a:uFillTx/>
                          <a:latin typeface="Source Han Sans JP" panose="020B0500000000000000" pitchFamily="34" charset="-128"/>
                          <a:ea typeface="Source Han Sans JP" panose="020B0500000000000000" pitchFamily="34" charset="-128"/>
                          <a:cs typeface="+mn-cs"/>
                        </a:rPr>
                      </a:br>
                      <a:r>
                        <a:rPr kumimoji="1" lang="ja-JP" altLang="en-US" sz="1200" b="0" i="0" u="none" strike="noStrike" kern="1200" cap="none" spc="0" normalizeH="0" baseline="0" noProof="0">
                          <a:ln>
                            <a:noFill/>
                          </a:ln>
                          <a:solidFill>
                            <a:srgbClr val="599975"/>
                          </a:solidFill>
                          <a:effectLst/>
                          <a:uLnTx/>
                          <a:uFillTx/>
                          <a:latin typeface="Source Han Sans JP" panose="020B0500000000000000" pitchFamily="34" charset="-128"/>
                          <a:ea typeface="Source Han Sans JP" panose="020B0500000000000000" pitchFamily="34" charset="-128"/>
                          <a:cs typeface="+mn-cs"/>
                        </a:rPr>
                        <a:t>高い</a:t>
                      </a:r>
                      <a:endParaRPr kumimoji="1" lang="en-US" altLang="ja-JP" sz="1200" b="0" i="0" u="none" strike="noStrike" kern="1200" cap="none" spc="0" normalizeH="0" baseline="0" noProof="0" dirty="0">
                        <a:ln>
                          <a:noFill/>
                        </a:ln>
                        <a:solidFill>
                          <a:srgbClr val="599975"/>
                        </a:solidFill>
                        <a:effectLst/>
                        <a:uLnTx/>
                        <a:uFillTx/>
                        <a:latin typeface="Source Han Sans JP" panose="020B0500000000000000" pitchFamily="34" charset="-128"/>
                        <a:ea typeface="Source Han Sans JP" panose="020B0500000000000000" pitchFamily="34" charset="-128"/>
                        <a:cs typeface="+mn-cs"/>
                      </a:endParaRPr>
                    </a:p>
                  </a:txBody>
                  <a:tcPr anchor="ctr">
                    <a:lnL w="635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1538559344"/>
                  </a:ext>
                </a:extLst>
              </a:tr>
            </a:tbl>
          </a:graphicData>
        </a:graphic>
      </p:graphicFrame>
      <p:grpSp>
        <p:nvGrpSpPr>
          <p:cNvPr id="9" name="グループ化 8">
            <a:extLst>
              <a:ext uri="{FF2B5EF4-FFF2-40B4-BE49-F238E27FC236}">
                <a16:creationId xmlns:a16="http://schemas.microsoft.com/office/drawing/2014/main" id="{1E99E5B3-5E1C-30A3-3B27-307E59667069}"/>
              </a:ext>
            </a:extLst>
          </p:cNvPr>
          <p:cNvGrpSpPr/>
          <p:nvPr/>
        </p:nvGrpSpPr>
        <p:grpSpPr>
          <a:xfrm>
            <a:off x="435570" y="1448563"/>
            <a:ext cx="4129710" cy="842369"/>
            <a:chOff x="408000" y="1066441"/>
            <a:chExt cx="4129710" cy="842369"/>
          </a:xfrm>
        </p:grpSpPr>
        <p:sp>
          <p:nvSpPr>
            <p:cNvPr id="10" name="正方形/長方形 9">
              <a:extLst>
                <a:ext uri="{FF2B5EF4-FFF2-40B4-BE49-F238E27FC236}">
                  <a16:creationId xmlns:a16="http://schemas.microsoft.com/office/drawing/2014/main" id="{D4197F44-FB9A-376D-15C1-E66205B76061}"/>
                </a:ext>
              </a:extLst>
            </p:cNvPr>
            <p:cNvSpPr/>
            <p:nvPr/>
          </p:nvSpPr>
          <p:spPr>
            <a:xfrm>
              <a:off x="408000" y="1066441"/>
              <a:ext cx="4129710" cy="842369"/>
            </a:xfrm>
            <a:prstGeom prst="rect">
              <a:avLst/>
            </a:prstGeom>
            <a:solidFill>
              <a:schemeClr val="bg1">
                <a:lumMod val="95000"/>
                <a:alpha val="30000"/>
              </a:schemeClr>
            </a:solidFill>
            <a:ln w="12700">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n>
                  <a:solidFill>
                    <a:schemeClr val="tx1">
                      <a:lumMod val="50000"/>
                      <a:lumOff val="50000"/>
                    </a:schemeClr>
                  </a:solidFill>
                </a:ln>
              </a:endParaRPr>
            </a:p>
          </p:txBody>
        </p:sp>
        <p:sp>
          <p:nvSpPr>
            <p:cNvPr id="11" name="テキスト ボックス 10">
              <a:extLst>
                <a:ext uri="{FF2B5EF4-FFF2-40B4-BE49-F238E27FC236}">
                  <a16:creationId xmlns:a16="http://schemas.microsoft.com/office/drawing/2014/main" id="{20373E5B-75C0-0B0A-F9E3-F60ABCED2D85}"/>
                </a:ext>
              </a:extLst>
            </p:cNvPr>
            <p:cNvSpPr txBox="1"/>
            <p:nvPr/>
          </p:nvSpPr>
          <p:spPr>
            <a:xfrm>
              <a:off x="477988" y="1183807"/>
              <a:ext cx="3956852" cy="300082"/>
            </a:xfrm>
            <a:prstGeom prst="rect">
              <a:avLst/>
            </a:prstGeom>
            <a:noFill/>
          </p:spPr>
          <p:txBody>
            <a:bodyPr wrap="square">
              <a:spAutoFit/>
            </a:bodyPr>
            <a:lstStyle/>
            <a:p>
              <a:pPr>
                <a:defRPr/>
              </a:pPr>
              <a:r>
                <a:rPr kumimoji="1" lang="ja-JP" altLang="en-US" sz="1350">
                  <a:solidFill>
                    <a:srgbClr val="DCD8DC">
                      <a:lumMod val="25000"/>
                    </a:srgbClr>
                  </a:solidFill>
                  <a:latin typeface="源ノ角ゴシック JP" panose="020B0500000000000000" pitchFamily="34" charset="-128"/>
                  <a:ea typeface="源ノ角ゴシック JP" panose="020B0500000000000000" pitchFamily="34" charset="-128"/>
                </a:rPr>
                <a:t>購買記録数（件</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 1000</a:t>
              </a:r>
              <a:r>
                <a:rPr kumimoji="1" lang="ja-JP" altLang="en-US" sz="1350">
                  <a:solidFill>
                    <a:srgbClr val="DCD8DC">
                      <a:lumMod val="25000"/>
                    </a:srgbClr>
                  </a:solidFill>
                  <a:latin typeface="源ノ角ゴシック JP" panose="020B0500000000000000" pitchFamily="34" charset="-128"/>
                  <a:ea typeface="源ノ角ゴシック JP" panose="020B0500000000000000" pitchFamily="34" charset="-128"/>
                </a:rPr>
                <a:t>人）：</a:t>
              </a:r>
              <a:endPar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2" name="テキスト ボックス 11">
              <a:extLst>
                <a:ext uri="{FF2B5EF4-FFF2-40B4-BE49-F238E27FC236}">
                  <a16:creationId xmlns:a16="http://schemas.microsoft.com/office/drawing/2014/main" id="{3F87B751-AC70-3538-394A-83445715975B}"/>
                </a:ext>
              </a:extLst>
            </p:cNvPr>
            <p:cNvSpPr txBox="1"/>
            <p:nvPr/>
          </p:nvSpPr>
          <p:spPr>
            <a:xfrm>
              <a:off x="477988" y="1515745"/>
              <a:ext cx="3808262" cy="300082"/>
            </a:xfrm>
            <a:prstGeom prst="rect">
              <a:avLst/>
            </a:prstGeom>
            <a:noFill/>
          </p:spPr>
          <p:txBody>
            <a:bodyPr wrap="square">
              <a:spAutoFit/>
            </a:bodyPr>
            <a:lstStyle/>
            <a:p>
              <a:pPr>
                <a:defRPr/>
              </a:pPr>
              <a:r>
                <a:rPr kumimoji="1" lang="ja-JP" altLang="en-US" sz="1350">
                  <a:solidFill>
                    <a:srgbClr val="DCD8DC">
                      <a:lumMod val="25000"/>
                    </a:srgbClr>
                  </a:solidFill>
                  <a:latin typeface="源ノ角ゴシック JP" panose="020B0500000000000000" pitchFamily="34" charset="-128"/>
                  <a:ea typeface="源ノ角ゴシック JP" panose="020B0500000000000000" pitchFamily="34" charset="-128"/>
                </a:rPr>
                <a:t>適切さの評価：</a:t>
              </a:r>
              <a:r>
                <a:rPr kumimoji="1" lang="ja-JP" altLang="en-US" sz="1350">
                  <a:solidFill>
                    <a:srgbClr val="599975"/>
                  </a:solidFill>
                  <a:latin typeface="源ノ角ゴシック JP" panose="020B0500000000000000" pitchFamily="34" charset="-128"/>
                  <a:ea typeface="源ノ角ゴシック JP" panose="020B0500000000000000" pitchFamily="34" charset="-128"/>
                </a:rPr>
                <a:t>高い</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350">
                  <a:solidFill>
                    <a:srgbClr val="E27A1C"/>
                  </a:solidFill>
                  <a:latin typeface="源ノ角ゴシック JP" panose="020B0500000000000000" pitchFamily="34" charset="-128"/>
                  <a:ea typeface="源ノ角ゴシック JP" panose="020B0500000000000000" pitchFamily="34" charset="-128"/>
                </a:rPr>
                <a:t>中程度</a:t>
              </a:r>
              <a:r>
                <a:rPr kumimoji="1" lang="en-US" altLang="ja-JP" sz="1350" dirty="0">
                  <a:solidFill>
                    <a:srgbClr val="E27A1C"/>
                  </a:solidFill>
                  <a:latin typeface="源ノ角ゴシック JP" panose="020B0500000000000000" pitchFamily="34" charset="-128"/>
                  <a:ea typeface="源ノ角ゴシック JP" panose="020B0500000000000000" pitchFamily="34" charset="-128"/>
                </a:rPr>
                <a:t> </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350">
                  <a:solidFill>
                    <a:srgbClr val="CE4D44"/>
                  </a:solidFill>
                  <a:latin typeface="源ノ角ゴシック JP" panose="020B0500000000000000" pitchFamily="34" charset="-128"/>
                  <a:ea typeface="源ノ角ゴシック JP" panose="020B0500000000000000" pitchFamily="34" charset="-128"/>
                </a:rPr>
                <a:t>低い</a:t>
              </a:r>
              <a:r>
                <a:rPr kumimoji="1" lang="en-US" altLang="ja-JP" sz="1350" dirty="0">
                  <a:solidFill>
                    <a:srgbClr val="DCD8DC">
                      <a:lumMod val="25000"/>
                    </a:srgbClr>
                  </a:solidFill>
                  <a:latin typeface="源ノ角ゴシック JP" panose="020B0500000000000000" pitchFamily="34" charset="-128"/>
                  <a:ea typeface="源ノ角ゴシック JP" panose="020B0500000000000000" pitchFamily="34" charset="-128"/>
                </a:rPr>
                <a:t> </a:t>
              </a:r>
            </a:p>
          </p:txBody>
        </p:sp>
      </p:grpSp>
      <p:grpSp>
        <p:nvGrpSpPr>
          <p:cNvPr id="13" name="グループ化 12">
            <a:extLst>
              <a:ext uri="{FF2B5EF4-FFF2-40B4-BE49-F238E27FC236}">
                <a16:creationId xmlns:a16="http://schemas.microsoft.com/office/drawing/2014/main" id="{A03BD8EF-5A5C-3143-A257-DED546BE9C41}"/>
              </a:ext>
            </a:extLst>
          </p:cNvPr>
          <p:cNvGrpSpPr/>
          <p:nvPr/>
        </p:nvGrpSpPr>
        <p:grpSpPr>
          <a:xfrm>
            <a:off x="8683161" y="2647871"/>
            <a:ext cx="3308742" cy="1824442"/>
            <a:chOff x="7368506" y="1263715"/>
            <a:chExt cx="3308742" cy="1824442"/>
          </a:xfrm>
        </p:grpSpPr>
        <p:sp>
          <p:nvSpPr>
            <p:cNvPr id="14" name="テキスト ボックス 13">
              <a:extLst>
                <a:ext uri="{FF2B5EF4-FFF2-40B4-BE49-F238E27FC236}">
                  <a16:creationId xmlns:a16="http://schemas.microsoft.com/office/drawing/2014/main" id="{6F427D5C-9653-A669-9A8C-6CFE0BCC2414}"/>
                </a:ext>
              </a:extLst>
            </p:cNvPr>
            <p:cNvSpPr txBox="1"/>
            <p:nvPr/>
          </p:nvSpPr>
          <p:spPr>
            <a:xfrm>
              <a:off x="7368506" y="1263715"/>
              <a:ext cx="3308742" cy="652871"/>
            </a:xfrm>
            <a:prstGeom prst="rect">
              <a:avLst/>
            </a:prstGeom>
            <a:noFill/>
          </p:spPr>
          <p:txBody>
            <a:bodyPr wrap="square">
              <a:spAutoFit/>
            </a:bodyPr>
            <a:lstStyle/>
            <a:p>
              <a:pPr>
                <a:lnSpc>
                  <a:spcPts val="2280"/>
                </a:lnSpc>
                <a:defRPr/>
              </a:pP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購買記録数に基づき、適切さを</a:t>
              </a:r>
              <a:b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b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450" spc="20">
                  <a:solidFill>
                    <a:srgbClr val="599975"/>
                  </a:solidFill>
                  <a:latin typeface="源ノ角ゴシック JP" panose="020B0500000000000000" pitchFamily="34" charset="-128"/>
                  <a:ea typeface="源ノ角ゴシック JP" panose="020B0500000000000000" pitchFamily="34" charset="-128"/>
                </a:rPr>
                <a:t>高い</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 </a:t>
              </a:r>
              <a:r>
                <a:rPr kumimoji="1" lang="ja-JP" altLang="en-US" sz="1450" spc="20">
                  <a:solidFill>
                    <a:srgbClr val="E27A1C"/>
                  </a:solidFill>
                  <a:latin typeface="源ノ角ゴシック JP" panose="020B0500000000000000" pitchFamily="34" charset="-128"/>
                  <a:ea typeface="源ノ角ゴシック JP" panose="020B0500000000000000" pitchFamily="34" charset="-128"/>
                </a:rPr>
                <a:t>中程度</a:t>
              </a:r>
              <a:r>
                <a:rPr kumimoji="1" lang="en-US" altLang="ja-JP" sz="1450" spc="20" dirty="0">
                  <a:solidFill>
                    <a:srgbClr val="E27A1C"/>
                  </a:solidFill>
                  <a:latin typeface="源ノ角ゴシック JP" panose="020B0500000000000000" pitchFamily="34" charset="-128"/>
                  <a:ea typeface="源ノ角ゴシック JP" panose="020B0500000000000000" pitchFamily="34" charset="-128"/>
                </a:rPr>
                <a:t> </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450" spc="20">
                  <a:solidFill>
                    <a:srgbClr val="CE4D44"/>
                  </a:solidFill>
                  <a:latin typeface="源ノ角ゴシック JP" panose="020B0500000000000000" pitchFamily="34" charset="-128"/>
                  <a:ea typeface="源ノ角ゴシック JP" panose="020B0500000000000000" pitchFamily="34" charset="-128"/>
                </a:rPr>
                <a:t>低い</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）で評価した</a:t>
              </a:r>
              <a:endPar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5" name="テキスト ボックス 14">
              <a:extLst>
                <a:ext uri="{FF2B5EF4-FFF2-40B4-BE49-F238E27FC236}">
                  <a16:creationId xmlns:a16="http://schemas.microsoft.com/office/drawing/2014/main" id="{B34D97B5-112C-F059-22F8-05A9770239AE}"/>
                </a:ext>
              </a:extLst>
            </p:cNvPr>
            <p:cNvSpPr txBox="1"/>
            <p:nvPr/>
          </p:nvSpPr>
          <p:spPr>
            <a:xfrm>
              <a:off x="7471715" y="2034535"/>
              <a:ext cx="2196360" cy="1053622"/>
            </a:xfrm>
            <a:prstGeom prst="rect">
              <a:avLst/>
            </a:prstGeom>
            <a:noFill/>
          </p:spPr>
          <p:txBody>
            <a:bodyPr wrap="square">
              <a:spAutoFit/>
            </a:bodyPr>
            <a:lstStyle/>
            <a:p>
              <a:pPr>
                <a:lnSpc>
                  <a:spcPts val="2580"/>
                </a:lnSpc>
                <a:defRPr/>
              </a:pPr>
              <a:r>
                <a:rPr kumimoji="1" lang="ja-JP" altLang="en-US" sz="1450" spc="20">
                  <a:solidFill>
                    <a:srgbClr val="599975"/>
                  </a:solidFill>
                  <a:latin typeface="源ノ角ゴシック JP" panose="020B0500000000000000" pitchFamily="34" charset="-128"/>
                  <a:ea typeface="源ノ角ゴシック JP" panose="020B0500000000000000" pitchFamily="34" charset="-128"/>
                </a:rPr>
                <a:t>高い</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3.01 </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以上</a:t>
              </a:r>
              <a:endPar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580"/>
                </a:lnSpc>
                <a:defRPr/>
              </a:pPr>
              <a:r>
                <a:rPr kumimoji="1" lang="ja-JP" altLang="en-US" sz="1450" spc="20">
                  <a:solidFill>
                    <a:srgbClr val="E27A1C"/>
                  </a:solidFill>
                  <a:latin typeface="源ノ角ゴシック JP" panose="020B0500000000000000" pitchFamily="34" charset="-128"/>
                  <a:ea typeface="源ノ角ゴシック JP" panose="020B0500000000000000" pitchFamily="34" charset="-128"/>
                </a:rPr>
                <a:t>中程度</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1.04–3.00</a:t>
              </a:r>
            </a:p>
            <a:p>
              <a:pPr>
                <a:lnSpc>
                  <a:spcPts val="2580"/>
                </a:lnSpc>
                <a:defRPr/>
              </a:pPr>
              <a:r>
                <a:rPr kumimoji="1" lang="ja-JP" altLang="en-US" sz="1450" spc="20">
                  <a:solidFill>
                    <a:srgbClr val="CE4D44"/>
                  </a:solidFill>
                  <a:latin typeface="源ノ角ゴシック JP" panose="020B0500000000000000" pitchFamily="34" charset="-128"/>
                  <a:ea typeface="源ノ角ゴシック JP" panose="020B0500000000000000" pitchFamily="34" charset="-128"/>
                </a:rPr>
                <a:t>低い</a:t>
              </a: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rPr>
                <a:t>0–1.03</a:t>
              </a:r>
            </a:p>
          </p:txBody>
        </p:sp>
      </p:grpSp>
      <p:sp>
        <p:nvSpPr>
          <p:cNvPr id="16" name="テキスト ボックス 15">
            <a:extLst>
              <a:ext uri="{FF2B5EF4-FFF2-40B4-BE49-F238E27FC236}">
                <a16:creationId xmlns:a16="http://schemas.microsoft.com/office/drawing/2014/main" id="{C36FD629-F76D-6779-96CB-B0817C6549BC}"/>
              </a:ext>
            </a:extLst>
          </p:cNvPr>
          <p:cNvSpPr txBox="1"/>
          <p:nvPr/>
        </p:nvSpPr>
        <p:spPr>
          <a:xfrm>
            <a:off x="4766268" y="2337539"/>
            <a:ext cx="3771925" cy="362920"/>
          </a:xfrm>
          <a:prstGeom prst="rect">
            <a:avLst/>
          </a:prstGeom>
          <a:noFill/>
        </p:spPr>
        <p:txBody>
          <a:bodyPr wrap="square">
            <a:spAutoFit/>
          </a:bodyPr>
          <a:lstStyle/>
          <a:p>
            <a:pPr>
              <a:lnSpc>
                <a:spcPts val="2380"/>
              </a:lnSpc>
              <a:defRPr/>
            </a:pPr>
            <a:r>
              <a:rPr kumimoji="1" lang="en-US" altLang="ja-JP" sz="1300" spc="2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300" spc="20">
                <a:solidFill>
                  <a:srgbClr val="DCD8DC">
                    <a:lumMod val="25000"/>
                  </a:srgbClr>
                </a:solidFill>
                <a:latin typeface="源ノ角ゴシック JP" panose="020B0500000000000000" pitchFamily="34" charset="-128"/>
                <a:ea typeface="源ノ角ゴシック JP" panose="020B0500000000000000" pitchFamily="34" charset="-128"/>
              </a:rPr>
              <a:t> 属性ごとに、商品間で購買記録数を平均した</a:t>
            </a:r>
            <a:endParaRPr kumimoji="1" lang="en-US" altLang="ja-JP" sz="1300" spc="2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7" name="テキスト ボックス 16">
            <a:extLst>
              <a:ext uri="{FF2B5EF4-FFF2-40B4-BE49-F238E27FC236}">
                <a16:creationId xmlns:a16="http://schemas.microsoft.com/office/drawing/2014/main" id="{1FAC2BB7-5EC0-A114-A2E0-998B73809B83}"/>
              </a:ext>
            </a:extLst>
          </p:cNvPr>
          <p:cNvSpPr txBox="1"/>
          <p:nvPr/>
        </p:nvSpPr>
        <p:spPr>
          <a:xfrm>
            <a:off x="388590" y="2350570"/>
            <a:ext cx="577884" cy="377155"/>
          </a:xfrm>
          <a:prstGeom prst="rect">
            <a:avLst/>
          </a:prstGeom>
          <a:noFill/>
        </p:spPr>
        <p:txBody>
          <a:bodyPr wrap="square">
            <a:spAutoFit/>
          </a:bodyPr>
          <a:lstStyle/>
          <a:p>
            <a:pPr>
              <a:lnSpc>
                <a:spcPts val="2480"/>
              </a:lnSpc>
              <a:defRPr/>
            </a:pPr>
            <a:r>
              <a:rPr kumimoji="1" lang="ja-JP" altLang="en-US" sz="1450" spc="20">
                <a:solidFill>
                  <a:srgbClr val="DCD8DC">
                    <a:lumMod val="25000"/>
                  </a:srgbClr>
                </a:solidFill>
                <a:latin typeface="源ノ角ゴシック JP" panose="020B0500000000000000" pitchFamily="34" charset="-128"/>
                <a:ea typeface="源ノ角ゴシック JP" panose="020B0500000000000000" pitchFamily="34" charset="-128"/>
              </a:rPr>
              <a:t>男性</a:t>
            </a:r>
            <a:endParaRPr kumimoji="1" lang="en-US" altLang="ja-JP" sz="1450" spc="2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3" name="テキスト ボックス 2">
            <a:extLst>
              <a:ext uri="{FF2B5EF4-FFF2-40B4-BE49-F238E27FC236}">
                <a16:creationId xmlns:a16="http://schemas.microsoft.com/office/drawing/2014/main" id="{B1C13AA3-99D4-35E5-2CDF-356C1A0CDB89}"/>
              </a:ext>
            </a:extLst>
          </p:cNvPr>
          <p:cNvSpPr txBox="1"/>
          <p:nvPr/>
        </p:nvSpPr>
        <p:spPr>
          <a:xfrm>
            <a:off x="375338" y="3949488"/>
            <a:ext cx="1493391" cy="533031"/>
          </a:xfrm>
          <a:prstGeom prst="rect">
            <a:avLst/>
          </a:prstGeom>
          <a:noFill/>
        </p:spPr>
        <p:txBody>
          <a:bodyPr wrap="square">
            <a:spAutoFit/>
          </a:bodyPr>
          <a:lstStyle/>
          <a:p>
            <a:pPr>
              <a:lnSpc>
                <a:spcPts val="1840"/>
              </a:lnSpc>
              <a:defRPr/>
            </a:pPr>
            <a:r>
              <a:rPr kumimoji="1" lang="ja-JP" altLang="en-US" sz="1200" spc="20">
                <a:solidFill>
                  <a:schemeClr val="tx1">
                    <a:lumMod val="65000"/>
                    <a:lumOff val="35000"/>
                  </a:schemeClr>
                </a:solidFill>
                <a:latin typeface="源ノ角ゴシック JP" panose="020B0500000000000000" pitchFamily="34" charset="-128"/>
                <a:ea typeface="源ノ角ゴシック JP" panose="020B0500000000000000" pitchFamily="34" charset="-128"/>
              </a:rPr>
              <a:t>ローソン</a:t>
            </a:r>
            <a:endParaRPr kumimoji="1" lang="en-US" altLang="ja-JP" sz="1200" spc="2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840"/>
              </a:lnSpc>
              <a:defRPr/>
            </a:pPr>
            <a:r>
              <a:rPr kumimoji="1" lang="ja-JP" altLang="en-US" sz="1200" spc="20">
                <a:solidFill>
                  <a:schemeClr val="tx1">
                    <a:lumMod val="65000"/>
                    <a:lumOff val="35000"/>
                  </a:schemeClr>
                </a:solidFill>
                <a:latin typeface="源ノ角ゴシック JP" panose="020B0500000000000000" pitchFamily="34" charset="-128"/>
                <a:ea typeface="源ノ角ゴシック JP" panose="020B0500000000000000" pitchFamily="34" charset="-128"/>
              </a:rPr>
              <a:t>ファミリーマート</a:t>
            </a:r>
            <a:endParaRPr kumimoji="1" lang="en-US" altLang="ja-JP" sz="1200" spc="2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p:txBody>
      </p:sp>
      <p:sp>
        <p:nvSpPr>
          <p:cNvPr id="6" name="テキスト ボックス 5">
            <a:extLst>
              <a:ext uri="{FF2B5EF4-FFF2-40B4-BE49-F238E27FC236}">
                <a16:creationId xmlns:a16="http://schemas.microsoft.com/office/drawing/2014/main" id="{CF28D1B6-D099-2198-DEFE-3A7203D89AB6}"/>
              </a:ext>
            </a:extLst>
          </p:cNvPr>
          <p:cNvSpPr txBox="1"/>
          <p:nvPr/>
        </p:nvSpPr>
        <p:spPr>
          <a:xfrm>
            <a:off x="2000371" y="3952752"/>
            <a:ext cx="577885" cy="533031"/>
          </a:xfrm>
          <a:prstGeom prst="rect">
            <a:avLst/>
          </a:prstGeom>
          <a:noFill/>
        </p:spPr>
        <p:txBody>
          <a:bodyPr wrap="square">
            <a:spAutoFit/>
          </a:bodyPr>
          <a:lstStyle/>
          <a:p>
            <a:pPr>
              <a:lnSpc>
                <a:spcPts val="1840"/>
              </a:lnSpc>
              <a:defRPr/>
            </a:pPr>
            <a:r>
              <a:rPr kumimoji="1" lang="en-US" altLang="ja-JP" sz="1200" spc="20" dirty="0">
                <a:solidFill>
                  <a:srgbClr val="CE4D44"/>
                </a:solidFill>
                <a:latin typeface="源ノ角ゴシック JP" panose="020B0500000000000000" pitchFamily="34" charset="-128"/>
                <a:ea typeface="源ノ角ゴシック JP" panose="020B0500000000000000" pitchFamily="34" charset="-128"/>
              </a:rPr>
              <a:t>0.33</a:t>
            </a:r>
          </a:p>
          <a:p>
            <a:pPr>
              <a:lnSpc>
                <a:spcPts val="1840"/>
              </a:lnSpc>
              <a:defRPr/>
            </a:pPr>
            <a:r>
              <a:rPr kumimoji="1" lang="en-US" altLang="ja-JP" sz="1200" spc="20" dirty="0">
                <a:solidFill>
                  <a:srgbClr val="CE4D44"/>
                </a:solidFill>
                <a:latin typeface="源ノ角ゴシック JP" panose="020B0500000000000000" pitchFamily="34" charset="-128"/>
                <a:ea typeface="源ノ角ゴシック JP" panose="020B0500000000000000" pitchFamily="34" charset="-128"/>
              </a:rPr>
              <a:t>0.96</a:t>
            </a:r>
          </a:p>
        </p:txBody>
      </p:sp>
      <p:sp>
        <p:nvSpPr>
          <p:cNvPr id="19" name="テキスト ボックス 18">
            <a:extLst>
              <a:ext uri="{FF2B5EF4-FFF2-40B4-BE49-F238E27FC236}">
                <a16:creationId xmlns:a16="http://schemas.microsoft.com/office/drawing/2014/main" id="{F622256F-1D1E-4550-1EB6-39CD64E7EAC4}"/>
              </a:ext>
            </a:extLst>
          </p:cNvPr>
          <p:cNvSpPr txBox="1"/>
          <p:nvPr/>
        </p:nvSpPr>
        <p:spPr>
          <a:xfrm>
            <a:off x="3114003" y="3949487"/>
            <a:ext cx="577885" cy="533031"/>
          </a:xfrm>
          <a:prstGeom prst="rect">
            <a:avLst/>
          </a:prstGeom>
          <a:noFill/>
        </p:spPr>
        <p:txBody>
          <a:bodyPr wrap="square">
            <a:spAutoFit/>
          </a:bodyPr>
          <a:lstStyle/>
          <a:p>
            <a:pPr>
              <a:lnSpc>
                <a:spcPts val="1840"/>
              </a:lnSpc>
              <a:defRPr/>
            </a:pPr>
            <a:r>
              <a:rPr kumimoji="1" lang="en-US" altLang="ja-JP" sz="1200" spc="20" dirty="0">
                <a:solidFill>
                  <a:srgbClr val="CE4D44"/>
                </a:solidFill>
                <a:latin typeface="源ノ角ゴシック JP" panose="020B0500000000000000" pitchFamily="34" charset="-128"/>
                <a:ea typeface="源ノ角ゴシック JP" panose="020B0500000000000000" pitchFamily="34" charset="-128"/>
              </a:rPr>
              <a:t>0.52</a:t>
            </a:r>
          </a:p>
          <a:p>
            <a:pPr>
              <a:lnSpc>
                <a:spcPts val="1840"/>
              </a:lnSpc>
              <a:defRPr/>
            </a:pPr>
            <a:r>
              <a:rPr kumimoji="1" lang="en-US" altLang="ja-JP" sz="1200" spc="20" dirty="0">
                <a:solidFill>
                  <a:srgbClr val="CE4D44"/>
                </a:solidFill>
                <a:latin typeface="源ノ角ゴシック JP" panose="020B0500000000000000" pitchFamily="34" charset="-128"/>
                <a:ea typeface="源ノ角ゴシック JP" panose="020B0500000000000000" pitchFamily="34" charset="-128"/>
              </a:rPr>
              <a:t>0.75</a:t>
            </a:r>
          </a:p>
        </p:txBody>
      </p:sp>
      <p:sp>
        <p:nvSpPr>
          <p:cNvPr id="4" name="テキスト ボックス 3">
            <a:extLst>
              <a:ext uri="{FF2B5EF4-FFF2-40B4-BE49-F238E27FC236}">
                <a16:creationId xmlns:a16="http://schemas.microsoft.com/office/drawing/2014/main" id="{2A7212BB-4D84-31E1-362D-F67ADB42D68D}"/>
              </a:ext>
            </a:extLst>
          </p:cNvPr>
          <p:cNvSpPr txBox="1"/>
          <p:nvPr/>
        </p:nvSpPr>
        <p:spPr>
          <a:xfrm>
            <a:off x="223842" y="479786"/>
            <a:ext cx="8504320" cy="887210"/>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lnSpc>
                <a:spcPts val="2820"/>
              </a:lnSpc>
              <a:defRPr/>
            </a:pPr>
            <a:r>
              <a:rPr lang="ja-JP" altLang="en-US" sz="2100" b="1" spc="50">
                <a:solidFill>
                  <a:srgbClr val="42557A"/>
                </a:solidFill>
                <a:latin typeface="源ノ角ゴシック JP" panose="020B0500000000000000" pitchFamily="34" charset="-128"/>
                <a:ea typeface="源ノ角ゴシック JP" panose="020B0500000000000000" pitchFamily="34" charset="-128"/>
              </a:rPr>
              <a:t>セブンイレブンでは、若年男性においてエネルギーへの「対応」の</a:t>
            </a:r>
            <a:endParaRPr lang="en-US" altLang="ja-JP" sz="2100" b="1" spc="50" dirty="0">
              <a:solidFill>
                <a:srgbClr val="42557A"/>
              </a:solidFill>
              <a:latin typeface="源ノ角ゴシック JP" panose="020B0500000000000000" pitchFamily="34" charset="-128"/>
              <a:ea typeface="源ノ角ゴシック JP" panose="020B0500000000000000" pitchFamily="34" charset="-128"/>
            </a:endParaRPr>
          </a:p>
          <a:p>
            <a:pPr indent="66714" defTabSz="438410" hangingPunct="0">
              <a:lnSpc>
                <a:spcPts val="2820"/>
              </a:lnSpc>
              <a:defRPr/>
            </a:pPr>
            <a:r>
              <a:rPr lang="ja-JP" altLang="en-US" sz="2100" b="1" spc="50">
                <a:solidFill>
                  <a:srgbClr val="42557A"/>
                </a:solidFill>
                <a:latin typeface="源ノ角ゴシック JP" panose="020B0500000000000000" pitchFamily="34" charset="-128"/>
                <a:ea typeface="源ノ角ゴシック JP" panose="020B0500000000000000" pitchFamily="34" charset="-128"/>
              </a:rPr>
              <a:t>適切さが低い</a:t>
            </a:r>
            <a:endParaRPr lang="en-US" altLang="ja-JP" sz="2100" b="1" spc="50" dirty="0">
              <a:solidFill>
                <a:srgbClr val="42557A"/>
              </a:solidFill>
              <a:latin typeface="源ノ角ゴシック JP" panose="020B0500000000000000" pitchFamily="34" charset="-128"/>
              <a:ea typeface="源ノ角ゴシック JP" panose="020B0500000000000000" pitchFamily="34" charset="-128"/>
            </a:endParaRPr>
          </a:p>
        </p:txBody>
      </p:sp>
      <p:grpSp>
        <p:nvGrpSpPr>
          <p:cNvPr id="5" name="グループ化 4">
            <a:extLst>
              <a:ext uri="{FF2B5EF4-FFF2-40B4-BE49-F238E27FC236}">
                <a16:creationId xmlns:a16="http://schemas.microsoft.com/office/drawing/2014/main" id="{623343CD-C648-9584-1534-A298628EBE83}"/>
              </a:ext>
            </a:extLst>
          </p:cNvPr>
          <p:cNvGrpSpPr/>
          <p:nvPr/>
        </p:nvGrpSpPr>
        <p:grpSpPr>
          <a:xfrm>
            <a:off x="9071299" y="485067"/>
            <a:ext cx="2732813" cy="1296599"/>
            <a:chOff x="8573825" y="4139880"/>
            <a:chExt cx="2732813" cy="1296599"/>
          </a:xfrm>
        </p:grpSpPr>
        <p:sp>
          <p:nvSpPr>
            <p:cNvPr id="23" name="角丸四角形 22">
              <a:extLst>
                <a:ext uri="{FF2B5EF4-FFF2-40B4-BE49-F238E27FC236}">
                  <a16:creationId xmlns:a16="http://schemas.microsoft.com/office/drawing/2014/main" id="{1825FA4A-C720-97F2-B38C-0E4E5E37711A}"/>
                </a:ext>
              </a:extLst>
            </p:cNvPr>
            <p:cNvSpPr/>
            <p:nvPr/>
          </p:nvSpPr>
          <p:spPr>
            <a:xfrm>
              <a:off x="8649817" y="4463479"/>
              <a:ext cx="2656821" cy="973000"/>
            </a:xfrm>
            <a:prstGeom prst="roundRect">
              <a:avLst/>
            </a:prstGeom>
            <a:solidFill>
              <a:srgbClr val="CE4D44">
                <a:alpha val="1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4" name="グループ化 23">
              <a:extLst>
                <a:ext uri="{FF2B5EF4-FFF2-40B4-BE49-F238E27FC236}">
                  <a16:creationId xmlns:a16="http://schemas.microsoft.com/office/drawing/2014/main" id="{CA930279-E337-72A6-CBC3-01ABCBBDF97F}"/>
                </a:ext>
              </a:extLst>
            </p:cNvPr>
            <p:cNvGrpSpPr/>
            <p:nvPr/>
          </p:nvGrpSpPr>
          <p:grpSpPr>
            <a:xfrm>
              <a:off x="8573825" y="4139880"/>
              <a:ext cx="2648672" cy="1209798"/>
              <a:chOff x="656542" y="825372"/>
              <a:chExt cx="2648672" cy="1209798"/>
            </a:xfrm>
          </p:grpSpPr>
          <p:sp>
            <p:nvSpPr>
              <p:cNvPr id="25" name="テキスト ボックス 24">
                <a:extLst>
                  <a:ext uri="{FF2B5EF4-FFF2-40B4-BE49-F238E27FC236}">
                    <a16:creationId xmlns:a16="http://schemas.microsoft.com/office/drawing/2014/main" id="{14672703-F43C-6FC2-8FFE-F4CFBE16C230}"/>
                  </a:ext>
                </a:extLst>
              </p:cNvPr>
              <p:cNvSpPr txBox="1"/>
              <p:nvPr/>
            </p:nvSpPr>
            <p:spPr>
              <a:xfrm>
                <a:off x="656542" y="825372"/>
                <a:ext cx="2586680" cy="327526"/>
              </a:xfrm>
              <a:prstGeom prst="rect">
                <a:avLst/>
              </a:prstGeom>
              <a:noFill/>
            </p:spPr>
            <p:txBody>
              <a:bodyPr wrap="square">
                <a:spAutoFit/>
              </a:bodyPr>
              <a:lstStyle/>
              <a:p>
                <a:pPr>
                  <a:lnSpc>
                    <a:spcPts val="2020"/>
                  </a:lnSpc>
                  <a:defRPr/>
                </a:pPr>
                <a:r>
                  <a:rPr kumimoji="1" lang="ja-JP" altLang="en-US" sz="1250" spc="40">
                    <a:solidFill>
                      <a:srgbClr val="CE4D44"/>
                    </a:solidFill>
                    <a:latin typeface="源ノ角ゴシック JP" panose="020B0500000000000000" pitchFamily="34" charset="-128"/>
                    <a:ea typeface="源ノ角ゴシック JP" panose="020B0500000000000000" pitchFamily="34" charset="-128"/>
                  </a:rPr>
                  <a:t>特定された問題</a:t>
                </a:r>
                <a:endParaRPr kumimoji="1" lang="en-US" altLang="ja-JP" sz="1250" spc="40" dirty="0">
                  <a:solidFill>
                    <a:srgbClr val="CE4D44"/>
                  </a:solidFill>
                  <a:latin typeface="源ノ角ゴシック JP" panose="020B0500000000000000" pitchFamily="34" charset="-128"/>
                  <a:ea typeface="源ノ角ゴシック JP" panose="020B0500000000000000" pitchFamily="34" charset="-128"/>
                </a:endParaRPr>
              </a:p>
            </p:txBody>
          </p:sp>
          <p:sp>
            <p:nvSpPr>
              <p:cNvPr id="32" name="テキスト ボックス 31">
                <a:extLst>
                  <a:ext uri="{FF2B5EF4-FFF2-40B4-BE49-F238E27FC236}">
                    <a16:creationId xmlns:a16="http://schemas.microsoft.com/office/drawing/2014/main" id="{A37E42E5-340E-7729-1581-9C5E9B5ABEB7}"/>
                  </a:ext>
                </a:extLst>
              </p:cNvPr>
              <p:cNvSpPr txBox="1"/>
              <p:nvPr/>
            </p:nvSpPr>
            <p:spPr>
              <a:xfrm>
                <a:off x="834232" y="1202313"/>
                <a:ext cx="2470982" cy="832857"/>
              </a:xfrm>
              <a:prstGeom prst="rect">
                <a:avLst/>
              </a:prstGeom>
              <a:noFill/>
            </p:spPr>
            <p:txBody>
              <a:bodyPr wrap="square">
                <a:spAutoFit/>
              </a:bodyPr>
              <a:lstStyle/>
              <a:p>
                <a:pPr>
                  <a:lnSpc>
                    <a:spcPts val="1980"/>
                  </a:lnSpc>
                  <a:defRPr/>
                </a:pPr>
                <a:r>
                  <a:rPr kumimoji="1" lang="ja-JP" altLang="en-US" sz="1150" strike="sngStrike">
                    <a:solidFill>
                      <a:schemeClr val="tx1">
                        <a:lumMod val="65000"/>
                        <a:lumOff val="35000"/>
                        <a:alpha val="60000"/>
                      </a:schemeClr>
                    </a:solidFill>
                    <a:latin typeface="源ノ角ゴシック JP" panose="020B0500000000000000" pitchFamily="34" charset="-128"/>
                    <a:ea typeface="源ノ角ゴシック JP" panose="020B0500000000000000" pitchFamily="34" charset="-128"/>
                  </a:rPr>
                  <a:t>・栄養バランスへの対応について</a:t>
                </a:r>
                <a:endParaRPr kumimoji="1" lang="en-US" altLang="ja-JP" sz="1150" strike="sngStrike" dirty="0">
                  <a:solidFill>
                    <a:schemeClr val="tx1">
                      <a:lumMod val="65000"/>
                      <a:lumOff val="35000"/>
                      <a:alpha val="60000"/>
                    </a:schemeClr>
                  </a:solidFill>
                  <a:latin typeface="源ノ角ゴシック JP" panose="020B0500000000000000" pitchFamily="34" charset="-128"/>
                  <a:ea typeface="源ノ角ゴシック JP" panose="020B0500000000000000" pitchFamily="34" charset="-128"/>
                </a:endParaRPr>
              </a:p>
              <a:p>
                <a:pPr>
                  <a:lnSpc>
                    <a:spcPts val="1980"/>
                  </a:lnSpc>
                  <a:defRPr/>
                </a:pPr>
                <a:r>
                  <a:rPr kumimoji="1" lang="ja-JP" altLang="en-US" sz="1150" b="1">
                    <a:solidFill>
                      <a:schemeClr val="tx1">
                        <a:lumMod val="75000"/>
                        <a:lumOff val="25000"/>
                      </a:schemeClr>
                    </a:solidFill>
                    <a:latin typeface="源ノ角ゴシック JP" panose="020B0500000000000000" pitchFamily="34" charset="-128"/>
                    <a:ea typeface="源ノ角ゴシック JP" panose="020B0500000000000000" pitchFamily="34" charset="-128"/>
                  </a:rPr>
                  <a:t>・エネルギーへの対応について</a:t>
                </a:r>
                <a:endParaRPr kumimoji="1" lang="en-US" altLang="ja-JP" sz="1150" b="1"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a:p>
                <a:pPr>
                  <a:lnSpc>
                    <a:spcPts val="1980"/>
                  </a:lnSpc>
                  <a:defRPr/>
                </a:pPr>
                <a:r>
                  <a:rPr kumimoji="1" lang="ja-JP" altLang="en-US" sz="1150" strike="sngStrike">
                    <a:solidFill>
                      <a:schemeClr val="tx1">
                        <a:lumMod val="65000"/>
                        <a:lumOff val="35000"/>
                        <a:alpha val="60000"/>
                      </a:schemeClr>
                    </a:solidFill>
                    <a:latin typeface="源ノ角ゴシック JP" panose="020B0500000000000000" pitchFamily="34" charset="-128"/>
                    <a:ea typeface="源ノ角ゴシック JP" panose="020B0500000000000000" pitchFamily="34" charset="-128"/>
                  </a:rPr>
                  <a:t>・脂質への対応について</a:t>
                </a:r>
                <a:endParaRPr kumimoji="1" lang="en-US" altLang="ja-JP" sz="1150" strike="sngStrike" dirty="0">
                  <a:solidFill>
                    <a:schemeClr val="tx1">
                      <a:lumMod val="65000"/>
                      <a:lumOff val="35000"/>
                      <a:alpha val="60000"/>
                    </a:schemeClr>
                  </a:solidFill>
                  <a:latin typeface="源ノ角ゴシック JP" panose="020B0500000000000000" pitchFamily="34" charset="-128"/>
                  <a:ea typeface="源ノ角ゴシック JP" panose="020B0500000000000000" pitchFamily="34" charset="-128"/>
                </a:endParaRPr>
              </a:p>
            </p:txBody>
          </p:sp>
        </p:grpSp>
      </p:grpSp>
    </p:spTree>
    <p:extLst>
      <p:ext uri="{BB962C8B-B14F-4D97-AF65-F5344CB8AC3E}">
        <p14:creationId xmlns:p14="http://schemas.microsoft.com/office/powerpoint/2010/main" val="30872857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9"/>
                                        </p:tgtEl>
                                        <p:attrNameLst>
                                          <p:attrName>style.visibility</p:attrName>
                                        </p:attrNameLst>
                                      </p:cBhvr>
                                      <p:to>
                                        <p:strVal val="visible"/>
                                      </p:to>
                                    </p:set>
                                    <p:animEffect transition="in" filter="fade">
                                      <p:cBhvr>
                                        <p:cTn id="13" dur="500"/>
                                        <p:tgtEl>
                                          <p:spTgt spid="1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33"/>
                                        </p:tgtEl>
                                        <p:attrNameLst>
                                          <p:attrName>style.visibility</p:attrName>
                                        </p:attrNameLst>
                                      </p:cBhvr>
                                      <p:to>
                                        <p:strVal val="visible"/>
                                      </p:to>
                                    </p:set>
                                    <p:animEffect transition="in" filter="fade">
                                      <p:cBhvr>
                                        <p:cTn id="16" dur="5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p:bldP spid="3" grpId="0"/>
      <p:bldP spid="6" grpId="0"/>
      <p:bldP spid="19"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B2A6D37A-0794-157A-EE17-7F03905AE52A}"/>
              </a:ext>
            </a:extLst>
          </p:cNvPr>
          <p:cNvSpPr txBox="1"/>
          <p:nvPr/>
        </p:nvSpPr>
        <p:spPr>
          <a:xfrm>
            <a:off x="223842" y="485067"/>
            <a:ext cx="10624972" cy="507619"/>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defRPr/>
            </a:pPr>
            <a:r>
              <a:rPr lang="ja-JP" altLang="en-US" sz="2200" b="1" spc="50">
                <a:solidFill>
                  <a:srgbClr val="42557A"/>
                </a:solidFill>
                <a:latin typeface="源ノ角ゴシック JP" panose="020B0500000000000000" pitchFamily="34" charset="-128"/>
                <a:ea typeface="源ノ角ゴシック JP" panose="020B0500000000000000" pitchFamily="34" charset="-128"/>
              </a:rPr>
              <a:t>健康ニーズに対するセブンイレブンの「対応」について３つの問題が特定された</a:t>
            </a:r>
            <a:endParaRPr lang="en-US" altLang="ja-JP" sz="2200" b="1" spc="50" dirty="0">
              <a:solidFill>
                <a:srgbClr val="42557A"/>
              </a:solidFill>
              <a:latin typeface="源ノ角ゴシック JP" panose="020B0500000000000000" pitchFamily="34" charset="-128"/>
              <a:ea typeface="源ノ角ゴシック JP" panose="020B0500000000000000" pitchFamily="34" charset="-128"/>
            </a:endParaRPr>
          </a:p>
        </p:txBody>
      </p:sp>
      <p:grpSp>
        <p:nvGrpSpPr>
          <p:cNvPr id="24" name="グループ化 23">
            <a:extLst>
              <a:ext uri="{FF2B5EF4-FFF2-40B4-BE49-F238E27FC236}">
                <a16:creationId xmlns:a16="http://schemas.microsoft.com/office/drawing/2014/main" id="{86596D47-7B60-A30B-9AB5-CECC5018A229}"/>
              </a:ext>
            </a:extLst>
          </p:cNvPr>
          <p:cNvGrpSpPr/>
          <p:nvPr/>
        </p:nvGrpSpPr>
        <p:grpSpPr>
          <a:xfrm>
            <a:off x="967527" y="1104734"/>
            <a:ext cx="9937772" cy="1650074"/>
            <a:chOff x="967527" y="1144490"/>
            <a:chExt cx="9937772" cy="1650074"/>
          </a:xfrm>
        </p:grpSpPr>
        <p:grpSp>
          <p:nvGrpSpPr>
            <p:cNvPr id="18" name="グループ化 17">
              <a:extLst>
                <a:ext uri="{FF2B5EF4-FFF2-40B4-BE49-F238E27FC236}">
                  <a16:creationId xmlns:a16="http://schemas.microsoft.com/office/drawing/2014/main" id="{2B5F7048-6DDC-9592-7049-11F29581CCA0}"/>
                </a:ext>
              </a:extLst>
            </p:cNvPr>
            <p:cNvGrpSpPr/>
            <p:nvPr/>
          </p:nvGrpSpPr>
          <p:grpSpPr>
            <a:xfrm>
              <a:off x="1286701" y="1532027"/>
              <a:ext cx="9618598" cy="1262537"/>
              <a:chOff x="1286701" y="1569475"/>
              <a:chExt cx="9618598" cy="1262537"/>
            </a:xfrm>
          </p:grpSpPr>
          <p:sp>
            <p:nvSpPr>
              <p:cNvPr id="4" name="テキスト ボックス 3">
                <a:extLst>
                  <a:ext uri="{FF2B5EF4-FFF2-40B4-BE49-F238E27FC236}">
                    <a16:creationId xmlns:a16="http://schemas.microsoft.com/office/drawing/2014/main" id="{B4816487-7B0C-CEAA-8529-30E810EE04D6}"/>
                  </a:ext>
                </a:extLst>
              </p:cNvPr>
              <p:cNvSpPr txBox="1"/>
              <p:nvPr/>
            </p:nvSpPr>
            <p:spPr>
              <a:xfrm>
                <a:off x="1286701" y="1569475"/>
                <a:ext cx="9618598" cy="435953"/>
              </a:xfrm>
              <a:prstGeom prst="rect">
                <a:avLst/>
              </a:prstGeom>
              <a:noFill/>
            </p:spPr>
            <p:txBody>
              <a:bodyPr wrap="square">
                <a:spAutoFit/>
              </a:bodyPr>
              <a:lstStyle/>
              <a:p>
                <a:pPr>
                  <a:lnSpc>
                    <a:spcPts val="2980"/>
                  </a:lnSpc>
                  <a:defRPr/>
                </a:pPr>
                <a:r>
                  <a:rPr kumimoji="1" lang="ja-JP" altLang="en-US" spc="30">
                    <a:solidFill>
                      <a:srgbClr val="DCD8DC">
                        <a:lumMod val="25000"/>
                      </a:srgbClr>
                    </a:solidFill>
                    <a:latin typeface="源ノ角ゴシック JP" panose="020B0500000000000000" pitchFamily="34" charset="-128"/>
                    <a:ea typeface="源ノ角ゴシック JP" panose="020B0500000000000000" pitchFamily="34" charset="-128"/>
                  </a:rPr>
                  <a:t>・若年層を中心に「栄養バランスを</a:t>
                </a:r>
                <a:r>
                  <a:rPr kumimoji="1" lang="ja-JP" altLang="en-US" spc="30">
                    <a:solidFill>
                      <a:srgbClr val="599975"/>
                    </a:solidFill>
                    <a:latin typeface="源ノ角ゴシック JP" panose="020B0500000000000000" pitchFamily="34" charset="-128"/>
                    <a:ea typeface="源ノ角ゴシック JP" panose="020B0500000000000000" pitchFamily="34" charset="-128"/>
                  </a:rPr>
                  <a:t>調整したい</a:t>
                </a:r>
                <a:r>
                  <a:rPr kumimoji="1" lang="ja-JP" altLang="en-US" spc="30">
                    <a:solidFill>
                      <a:srgbClr val="DCD8DC">
                        <a:lumMod val="25000"/>
                      </a:srgbClr>
                    </a:solidFill>
                    <a:latin typeface="源ノ角ゴシック JP" panose="020B0500000000000000" pitchFamily="34" charset="-128"/>
                    <a:ea typeface="源ノ角ゴシック JP" panose="020B0500000000000000" pitchFamily="34" charset="-128"/>
                  </a:rPr>
                  <a:t>」ニーズに対する「対応」の</a:t>
                </a:r>
                <a:r>
                  <a:rPr kumimoji="1" lang="ja-JP" altLang="en-US" u="sng" spc="30">
                    <a:solidFill>
                      <a:srgbClr val="DCD8DC">
                        <a:lumMod val="25000"/>
                      </a:srgbClr>
                    </a:solidFill>
                    <a:latin typeface="源ノ角ゴシック JP" panose="020B0500000000000000" pitchFamily="34" charset="-128"/>
                    <a:ea typeface="源ノ角ゴシック JP" panose="020B0500000000000000" pitchFamily="34" charset="-128"/>
                  </a:rPr>
                  <a:t>適切さが低い</a:t>
                </a:r>
                <a:endParaRPr kumimoji="1" lang="en-US" altLang="ja-JP" u="sng"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7" name="テキスト ボックス 6">
                <a:extLst>
                  <a:ext uri="{FF2B5EF4-FFF2-40B4-BE49-F238E27FC236}">
                    <a16:creationId xmlns:a16="http://schemas.microsoft.com/office/drawing/2014/main" id="{8D1DAC61-AAAA-3E61-3D1F-4BB4C2D2D928}"/>
                  </a:ext>
                </a:extLst>
              </p:cNvPr>
              <p:cNvSpPr txBox="1"/>
              <p:nvPr/>
            </p:nvSpPr>
            <p:spPr>
              <a:xfrm>
                <a:off x="1286701" y="2042344"/>
                <a:ext cx="6503522" cy="368627"/>
              </a:xfrm>
              <a:prstGeom prst="rect">
                <a:avLst/>
              </a:prstGeom>
              <a:noFill/>
            </p:spPr>
            <p:txBody>
              <a:bodyPr wrap="square">
                <a:spAutoFit/>
              </a:bodyPr>
              <a:lstStyle/>
              <a:p>
                <a:pPr>
                  <a:lnSpc>
                    <a:spcPts val="2280"/>
                  </a:lnSpc>
                  <a:defRPr/>
                </a:pPr>
                <a:r>
                  <a:rPr kumimoji="1" lang="ja-JP" altLang="en-US"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・一方で、他社では若年層における「対応」の適切さは高い</a:t>
                </a:r>
                <a:endParaRPr kumimoji="1" lang="en-US" altLang="ja-JP"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p:txBody>
          </p:sp>
          <p:sp>
            <p:nvSpPr>
              <p:cNvPr id="8" name="テキスト ボックス 7">
                <a:extLst>
                  <a:ext uri="{FF2B5EF4-FFF2-40B4-BE49-F238E27FC236}">
                    <a16:creationId xmlns:a16="http://schemas.microsoft.com/office/drawing/2014/main" id="{97461F15-C905-3C70-5EB3-1BAB03CED7A8}"/>
                  </a:ext>
                </a:extLst>
              </p:cNvPr>
              <p:cNvSpPr txBox="1"/>
              <p:nvPr/>
            </p:nvSpPr>
            <p:spPr>
              <a:xfrm>
                <a:off x="1532368" y="2463385"/>
                <a:ext cx="7945927" cy="368627"/>
              </a:xfrm>
              <a:prstGeom prst="rect">
                <a:avLst/>
              </a:prstGeom>
              <a:noFill/>
            </p:spPr>
            <p:txBody>
              <a:bodyPr wrap="square">
                <a:spAutoFit/>
              </a:bodyPr>
              <a:lstStyle/>
              <a:p>
                <a:pPr>
                  <a:lnSpc>
                    <a:spcPts val="2280"/>
                  </a:lnSpc>
                  <a:defRPr/>
                </a:pPr>
                <a:r>
                  <a:rPr kumimoji="1" lang="ja-JP" altLang="en-US" spc="30">
                    <a:solidFill>
                      <a:srgbClr val="C00000"/>
                    </a:solidFill>
                    <a:latin typeface="源ノ角ゴシック JP" panose="020B0500000000000000" pitchFamily="34" charset="-128"/>
                    <a:ea typeface="源ノ角ゴシック JP" panose="020B0500000000000000" pitchFamily="34" charset="-128"/>
                  </a:rPr>
                  <a:t>→</a:t>
                </a:r>
                <a:r>
                  <a:rPr kumimoji="1" lang="en-US" altLang="ja-JP" spc="30" dirty="0">
                    <a:solidFill>
                      <a:srgbClr val="C00000"/>
                    </a:solidFill>
                    <a:latin typeface="源ノ角ゴシック JP" panose="020B0500000000000000" pitchFamily="34" charset="-128"/>
                    <a:ea typeface="源ノ角ゴシック JP" panose="020B0500000000000000" pitchFamily="34" charset="-128"/>
                  </a:rPr>
                  <a:t> </a:t>
                </a:r>
                <a:r>
                  <a:rPr kumimoji="1" lang="ja-JP" altLang="en-US" spc="30">
                    <a:solidFill>
                      <a:srgbClr val="C00000"/>
                    </a:solidFill>
                    <a:latin typeface="源ノ角ゴシック JP" panose="020B0500000000000000" pitchFamily="34" charset="-128"/>
                    <a:ea typeface="源ノ角ゴシック JP" panose="020B0500000000000000" pitchFamily="34" charset="-128"/>
                  </a:rPr>
                  <a:t>「対応」の適切さを改善し、他社と同程度の水準に追いつく必要がある</a:t>
                </a:r>
                <a:endParaRPr kumimoji="1" lang="en-US" altLang="ja-JP" spc="30" dirty="0">
                  <a:solidFill>
                    <a:srgbClr val="C00000"/>
                  </a:solidFill>
                  <a:latin typeface="源ノ角ゴシック JP" panose="020B0500000000000000" pitchFamily="34" charset="-128"/>
                  <a:ea typeface="源ノ角ゴシック JP" panose="020B0500000000000000" pitchFamily="34" charset="-128"/>
                </a:endParaRPr>
              </a:p>
            </p:txBody>
          </p:sp>
        </p:grpSp>
        <p:sp>
          <p:nvSpPr>
            <p:cNvPr id="11" name="テキスト ボックス 10">
              <a:extLst>
                <a:ext uri="{FF2B5EF4-FFF2-40B4-BE49-F238E27FC236}">
                  <a16:creationId xmlns:a16="http://schemas.microsoft.com/office/drawing/2014/main" id="{16323EE7-ADF3-291A-7257-785C1584E240}"/>
                </a:ext>
              </a:extLst>
            </p:cNvPr>
            <p:cNvSpPr txBox="1"/>
            <p:nvPr/>
          </p:nvSpPr>
          <p:spPr>
            <a:xfrm>
              <a:off x="967527" y="1144490"/>
              <a:ext cx="1245586" cy="394019"/>
            </a:xfrm>
            <a:prstGeom prst="rect">
              <a:avLst/>
            </a:prstGeom>
            <a:noFill/>
          </p:spPr>
          <p:txBody>
            <a:bodyPr wrap="square">
              <a:spAutoFit/>
            </a:bodyPr>
            <a:lstStyle/>
            <a:p>
              <a:pPr>
                <a:lnSpc>
                  <a:spcPts val="2480"/>
                </a:lnSpc>
                <a:defRPr/>
              </a:pPr>
              <a:r>
                <a:rPr kumimoji="1" lang="ja-JP" altLang="en-US" sz="2000" b="1" spc="40">
                  <a:solidFill>
                    <a:srgbClr val="DCD8DC">
                      <a:lumMod val="25000"/>
                    </a:srgbClr>
                  </a:solidFill>
                  <a:latin typeface="源ノ角ゴシック JP" panose="020B0500000000000000" pitchFamily="34" charset="-128"/>
                  <a:ea typeface="源ノ角ゴシック JP" panose="020B0500000000000000" pitchFamily="34" charset="-128"/>
                </a:rPr>
                <a:t>問題</a:t>
              </a:r>
              <a:r>
                <a:rPr kumimoji="1" lang="en-US" altLang="ja-JP" sz="2000" b="1" spc="40" dirty="0">
                  <a:solidFill>
                    <a:srgbClr val="DCD8DC">
                      <a:lumMod val="25000"/>
                    </a:srgbClr>
                  </a:solidFill>
                  <a:latin typeface="源ノ角ゴシック JP" panose="020B0500000000000000" pitchFamily="34" charset="-128"/>
                  <a:ea typeface="源ノ角ゴシック JP" panose="020B0500000000000000" pitchFamily="34" charset="-128"/>
                </a:rPr>
                <a:t>①</a:t>
              </a:r>
              <a:r>
                <a:rPr kumimoji="1" lang="ja-JP" altLang="en-US" sz="2000" b="1" spc="40">
                  <a:solidFill>
                    <a:srgbClr val="DCD8DC">
                      <a:lumMod val="25000"/>
                    </a:srgbClr>
                  </a:solidFill>
                  <a:latin typeface="源ノ角ゴシック JP" panose="020B0500000000000000" pitchFamily="34" charset="-128"/>
                  <a:ea typeface="源ノ角ゴシック JP" panose="020B0500000000000000" pitchFamily="34" charset="-128"/>
                </a:rPr>
                <a:t>：</a:t>
              </a:r>
              <a:endParaRPr kumimoji="1" lang="en-US" altLang="ja-JP" sz="2000" b="1" spc="4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grpSp>
        <p:nvGrpSpPr>
          <p:cNvPr id="20" name="グループ化 19">
            <a:extLst>
              <a:ext uri="{FF2B5EF4-FFF2-40B4-BE49-F238E27FC236}">
                <a16:creationId xmlns:a16="http://schemas.microsoft.com/office/drawing/2014/main" id="{B79DC190-DF7B-BE1F-2048-55B4AE5AFFD1}"/>
              </a:ext>
            </a:extLst>
          </p:cNvPr>
          <p:cNvGrpSpPr/>
          <p:nvPr/>
        </p:nvGrpSpPr>
        <p:grpSpPr>
          <a:xfrm>
            <a:off x="967527" y="2914036"/>
            <a:ext cx="9937772" cy="1656556"/>
            <a:chOff x="967527" y="3226017"/>
            <a:chExt cx="9937772" cy="1656556"/>
          </a:xfrm>
        </p:grpSpPr>
        <p:sp>
          <p:nvSpPr>
            <p:cNvPr id="12" name="テキスト ボックス 11">
              <a:extLst>
                <a:ext uri="{FF2B5EF4-FFF2-40B4-BE49-F238E27FC236}">
                  <a16:creationId xmlns:a16="http://schemas.microsoft.com/office/drawing/2014/main" id="{07A24E42-9D9B-7400-3B93-C168A07B6AD1}"/>
                </a:ext>
              </a:extLst>
            </p:cNvPr>
            <p:cNvSpPr txBox="1"/>
            <p:nvPr/>
          </p:nvSpPr>
          <p:spPr>
            <a:xfrm>
              <a:off x="967527" y="3226017"/>
              <a:ext cx="1245586" cy="394019"/>
            </a:xfrm>
            <a:prstGeom prst="rect">
              <a:avLst/>
            </a:prstGeom>
            <a:noFill/>
          </p:spPr>
          <p:txBody>
            <a:bodyPr wrap="square">
              <a:spAutoFit/>
            </a:bodyPr>
            <a:lstStyle/>
            <a:p>
              <a:pPr>
                <a:lnSpc>
                  <a:spcPts val="2480"/>
                </a:lnSpc>
                <a:defRPr/>
              </a:pPr>
              <a:r>
                <a:rPr kumimoji="1" lang="ja-JP" altLang="en-US" sz="2000" b="1" spc="40">
                  <a:solidFill>
                    <a:srgbClr val="DCD8DC">
                      <a:lumMod val="25000"/>
                    </a:srgbClr>
                  </a:solidFill>
                  <a:latin typeface="源ノ角ゴシック JP" panose="020B0500000000000000" pitchFamily="34" charset="-128"/>
                  <a:ea typeface="源ノ角ゴシック JP" panose="020B0500000000000000" pitchFamily="34" charset="-128"/>
                </a:rPr>
                <a:t>問題</a:t>
              </a:r>
              <a:r>
                <a:rPr kumimoji="1" lang="en-US" altLang="ja-JP" sz="2000" b="1" spc="40" dirty="0">
                  <a:solidFill>
                    <a:srgbClr val="DCD8DC">
                      <a:lumMod val="25000"/>
                    </a:srgbClr>
                  </a:solidFill>
                  <a:latin typeface="源ノ角ゴシック JP" panose="020B0500000000000000" pitchFamily="34" charset="-128"/>
                  <a:ea typeface="源ノ角ゴシック JP" panose="020B0500000000000000" pitchFamily="34" charset="-128"/>
                </a:rPr>
                <a:t>②</a:t>
              </a:r>
              <a:r>
                <a:rPr kumimoji="1" lang="ja-JP" altLang="en-US" sz="2000" b="1" spc="40">
                  <a:solidFill>
                    <a:srgbClr val="DCD8DC">
                      <a:lumMod val="25000"/>
                    </a:srgbClr>
                  </a:solidFill>
                  <a:latin typeface="源ノ角ゴシック JP" panose="020B0500000000000000" pitchFamily="34" charset="-128"/>
                  <a:ea typeface="源ノ角ゴシック JP" panose="020B0500000000000000" pitchFamily="34" charset="-128"/>
                </a:rPr>
                <a:t>：</a:t>
              </a:r>
              <a:endParaRPr kumimoji="1" lang="en-US" altLang="ja-JP" sz="2000" b="1" spc="4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nvGrpSpPr>
            <p:cNvPr id="19" name="グループ化 18">
              <a:extLst>
                <a:ext uri="{FF2B5EF4-FFF2-40B4-BE49-F238E27FC236}">
                  <a16:creationId xmlns:a16="http://schemas.microsoft.com/office/drawing/2014/main" id="{29B3A24D-1AAF-4E2D-B351-217B0458F1AF}"/>
                </a:ext>
              </a:extLst>
            </p:cNvPr>
            <p:cNvGrpSpPr/>
            <p:nvPr/>
          </p:nvGrpSpPr>
          <p:grpSpPr>
            <a:xfrm>
              <a:off x="1286701" y="3620036"/>
              <a:ext cx="9618598" cy="1262537"/>
              <a:chOff x="1286701" y="3502284"/>
              <a:chExt cx="9618598" cy="1262537"/>
            </a:xfrm>
          </p:grpSpPr>
          <p:sp>
            <p:nvSpPr>
              <p:cNvPr id="5" name="テキスト ボックス 4">
                <a:extLst>
                  <a:ext uri="{FF2B5EF4-FFF2-40B4-BE49-F238E27FC236}">
                    <a16:creationId xmlns:a16="http://schemas.microsoft.com/office/drawing/2014/main" id="{6FFECFE2-14CE-7C50-AADB-2AA94C789FF2}"/>
                  </a:ext>
                </a:extLst>
              </p:cNvPr>
              <p:cNvSpPr txBox="1"/>
              <p:nvPr/>
            </p:nvSpPr>
            <p:spPr>
              <a:xfrm>
                <a:off x="1286701" y="3502284"/>
                <a:ext cx="9618598" cy="435953"/>
              </a:xfrm>
              <a:prstGeom prst="rect">
                <a:avLst/>
              </a:prstGeom>
              <a:noFill/>
            </p:spPr>
            <p:txBody>
              <a:bodyPr wrap="square">
                <a:spAutoFit/>
              </a:bodyPr>
              <a:lstStyle/>
              <a:p>
                <a:pPr>
                  <a:lnSpc>
                    <a:spcPts val="2980"/>
                  </a:lnSpc>
                  <a:defRPr/>
                </a:pPr>
                <a:r>
                  <a:rPr kumimoji="1" lang="ja-JP" altLang="en-US" spc="30">
                    <a:solidFill>
                      <a:srgbClr val="DCD8DC">
                        <a:lumMod val="25000"/>
                      </a:srgbClr>
                    </a:solidFill>
                    <a:latin typeface="源ノ角ゴシック JP" panose="020B0500000000000000" pitchFamily="34" charset="-128"/>
                    <a:ea typeface="源ノ角ゴシック JP" panose="020B0500000000000000" pitchFamily="34" charset="-128"/>
                  </a:rPr>
                  <a:t>・若年男性において「エネルギーを</a:t>
                </a:r>
                <a:r>
                  <a:rPr kumimoji="1" lang="ja-JP" altLang="en-US" spc="30">
                    <a:solidFill>
                      <a:srgbClr val="CE4D44"/>
                    </a:solidFill>
                    <a:latin typeface="源ノ角ゴシック JP" panose="020B0500000000000000" pitchFamily="34" charset="-128"/>
                    <a:ea typeface="源ノ角ゴシック JP" panose="020B0500000000000000" pitchFamily="34" charset="-128"/>
                  </a:rPr>
                  <a:t>減らしたい</a:t>
                </a:r>
                <a:r>
                  <a:rPr kumimoji="1" lang="ja-JP" altLang="en-US" spc="30">
                    <a:solidFill>
                      <a:srgbClr val="DCD8DC">
                        <a:lumMod val="25000"/>
                      </a:srgbClr>
                    </a:solidFill>
                    <a:latin typeface="源ノ角ゴシック JP" panose="020B0500000000000000" pitchFamily="34" charset="-128"/>
                    <a:ea typeface="源ノ角ゴシック JP" panose="020B0500000000000000" pitchFamily="34" charset="-128"/>
                  </a:rPr>
                  <a:t>」ニーズに対する「対応」の</a:t>
                </a:r>
                <a:r>
                  <a:rPr kumimoji="1" lang="ja-JP" altLang="en-US" u="sng" spc="30">
                    <a:solidFill>
                      <a:srgbClr val="DCD8DC">
                        <a:lumMod val="25000"/>
                      </a:srgbClr>
                    </a:solidFill>
                    <a:latin typeface="源ノ角ゴシック JP" panose="020B0500000000000000" pitchFamily="34" charset="-128"/>
                    <a:ea typeface="源ノ角ゴシック JP" panose="020B0500000000000000" pitchFamily="34" charset="-128"/>
                  </a:rPr>
                  <a:t>適切さが低い</a:t>
                </a:r>
                <a:endParaRPr kumimoji="1" lang="en-US" altLang="ja-JP" u="sng"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3" name="テキスト ボックス 12">
                <a:extLst>
                  <a:ext uri="{FF2B5EF4-FFF2-40B4-BE49-F238E27FC236}">
                    <a16:creationId xmlns:a16="http://schemas.microsoft.com/office/drawing/2014/main" id="{CE416477-103D-9B4E-060B-2A56AC43521F}"/>
                  </a:ext>
                </a:extLst>
              </p:cNvPr>
              <p:cNvSpPr txBox="1"/>
              <p:nvPr/>
            </p:nvSpPr>
            <p:spPr>
              <a:xfrm>
                <a:off x="1286701" y="3975153"/>
                <a:ext cx="6503522" cy="368627"/>
              </a:xfrm>
              <a:prstGeom prst="rect">
                <a:avLst/>
              </a:prstGeom>
              <a:noFill/>
            </p:spPr>
            <p:txBody>
              <a:bodyPr wrap="square">
                <a:spAutoFit/>
              </a:bodyPr>
              <a:lstStyle/>
              <a:p>
                <a:pPr>
                  <a:lnSpc>
                    <a:spcPts val="2280"/>
                  </a:lnSpc>
                  <a:defRPr/>
                </a:pPr>
                <a:r>
                  <a:rPr kumimoji="1" lang="ja-JP" altLang="en-US"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・同様の問題は、他社でも確認された</a:t>
                </a:r>
                <a:endParaRPr kumimoji="1" lang="en-US" altLang="ja-JP"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p:txBody>
          </p:sp>
          <p:sp>
            <p:nvSpPr>
              <p:cNvPr id="14" name="テキスト ボックス 13">
                <a:extLst>
                  <a:ext uri="{FF2B5EF4-FFF2-40B4-BE49-F238E27FC236}">
                    <a16:creationId xmlns:a16="http://schemas.microsoft.com/office/drawing/2014/main" id="{AAD59BAD-210F-5681-A5F9-2386137412F4}"/>
                  </a:ext>
                </a:extLst>
              </p:cNvPr>
              <p:cNvSpPr txBox="1"/>
              <p:nvPr/>
            </p:nvSpPr>
            <p:spPr>
              <a:xfrm>
                <a:off x="1532368" y="4396194"/>
                <a:ext cx="8923597" cy="368627"/>
              </a:xfrm>
              <a:prstGeom prst="rect">
                <a:avLst/>
              </a:prstGeom>
              <a:noFill/>
            </p:spPr>
            <p:txBody>
              <a:bodyPr wrap="square">
                <a:spAutoFit/>
              </a:bodyPr>
              <a:lstStyle/>
              <a:p>
                <a:pPr>
                  <a:lnSpc>
                    <a:spcPts val="2280"/>
                  </a:lnSpc>
                  <a:defRPr/>
                </a:pPr>
                <a:r>
                  <a:rPr kumimoji="1" lang="ja-JP" altLang="en-US" spc="30">
                    <a:solidFill>
                      <a:schemeClr val="accent1">
                        <a:lumMod val="75000"/>
                      </a:schemeClr>
                    </a:solidFill>
                    <a:latin typeface="源ノ角ゴシック JP" panose="020B0500000000000000" pitchFamily="34" charset="-128"/>
                    <a:ea typeface="源ノ角ゴシック JP" panose="020B0500000000000000" pitchFamily="34" charset="-128"/>
                  </a:rPr>
                  <a:t>→</a:t>
                </a:r>
                <a:r>
                  <a:rPr kumimoji="1" lang="en-US" altLang="ja-JP" spc="30" dirty="0">
                    <a:solidFill>
                      <a:schemeClr val="accent1">
                        <a:lumMod val="75000"/>
                      </a:schemeClr>
                    </a:solidFill>
                    <a:latin typeface="源ノ角ゴシック JP" panose="020B0500000000000000" pitchFamily="34" charset="-128"/>
                    <a:ea typeface="源ノ角ゴシック JP" panose="020B0500000000000000" pitchFamily="34" charset="-128"/>
                  </a:rPr>
                  <a:t> </a:t>
                </a:r>
                <a:r>
                  <a:rPr kumimoji="1" lang="ja-JP" altLang="en-US" spc="30">
                    <a:solidFill>
                      <a:schemeClr val="accent1">
                        <a:lumMod val="75000"/>
                      </a:schemeClr>
                    </a:solidFill>
                    <a:latin typeface="源ノ角ゴシック JP" panose="020B0500000000000000" pitchFamily="34" charset="-128"/>
                    <a:ea typeface="源ノ角ゴシック JP" panose="020B0500000000000000" pitchFamily="34" charset="-128"/>
                  </a:rPr>
                  <a:t>先駆けて「対応」の適切さを改善することで、他社に一歩先行することができる</a:t>
                </a:r>
                <a:endParaRPr kumimoji="1" lang="en-US" altLang="ja-JP" spc="30" dirty="0">
                  <a:solidFill>
                    <a:schemeClr val="accent1">
                      <a:lumMod val="75000"/>
                    </a:schemeClr>
                  </a:solidFill>
                  <a:latin typeface="源ノ角ゴシック JP" panose="020B0500000000000000" pitchFamily="34" charset="-128"/>
                  <a:ea typeface="源ノ角ゴシック JP" panose="020B0500000000000000" pitchFamily="34" charset="-128"/>
                </a:endParaRPr>
              </a:p>
            </p:txBody>
          </p:sp>
        </p:grpSp>
      </p:grpSp>
      <p:grpSp>
        <p:nvGrpSpPr>
          <p:cNvPr id="23" name="グループ化 22">
            <a:extLst>
              <a:ext uri="{FF2B5EF4-FFF2-40B4-BE49-F238E27FC236}">
                <a16:creationId xmlns:a16="http://schemas.microsoft.com/office/drawing/2014/main" id="{D1024234-AB18-A84B-23C6-ECBF808B465B}"/>
              </a:ext>
            </a:extLst>
          </p:cNvPr>
          <p:cNvGrpSpPr/>
          <p:nvPr/>
        </p:nvGrpSpPr>
        <p:grpSpPr>
          <a:xfrm>
            <a:off x="967527" y="4805720"/>
            <a:ext cx="9937772" cy="1656556"/>
            <a:chOff x="967527" y="5242152"/>
            <a:chExt cx="9937772" cy="1656556"/>
          </a:xfrm>
        </p:grpSpPr>
        <p:sp>
          <p:nvSpPr>
            <p:cNvPr id="15" name="テキスト ボックス 14">
              <a:extLst>
                <a:ext uri="{FF2B5EF4-FFF2-40B4-BE49-F238E27FC236}">
                  <a16:creationId xmlns:a16="http://schemas.microsoft.com/office/drawing/2014/main" id="{402A823C-6D2C-4797-4396-2D38D6FE35B0}"/>
                </a:ext>
              </a:extLst>
            </p:cNvPr>
            <p:cNvSpPr txBox="1"/>
            <p:nvPr/>
          </p:nvSpPr>
          <p:spPr>
            <a:xfrm>
              <a:off x="967527" y="5242152"/>
              <a:ext cx="1245586" cy="394019"/>
            </a:xfrm>
            <a:prstGeom prst="rect">
              <a:avLst/>
            </a:prstGeom>
            <a:noFill/>
          </p:spPr>
          <p:txBody>
            <a:bodyPr wrap="square">
              <a:spAutoFit/>
            </a:bodyPr>
            <a:lstStyle/>
            <a:p>
              <a:pPr>
                <a:lnSpc>
                  <a:spcPts val="2480"/>
                </a:lnSpc>
                <a:defRPr/>
              </a:pPr>
              <a:r>
                <a:rPr kumimoji="1" lang="ja-JP" altLang="en-US" sz="2000" b="1" spc="40">
                  <a:solidFill>
                    <a:srgbClr val="DCD8DC">
                      <a:lumMod val="25000"/>
                    </a:srgbClr>
                  </a:solidFill>
                  <a:latin typeface="源ノ角ゴシック JP" panose="020B0500000000000000" pitchFamily="34" charset="-128"/>
                  <a:ea typeface="源ノ角ゴシック JP" panose="020B0500000000000000" pitchFamily="34" charset="-128"/>
                </a:rPr>
                <a:t>問題</a:t>
              </a:r>
              <a:r>
                <a:rPr kumimoji="1" lang="en-US" altLang="ja-JP" sz="2000" b="1" spc="40" dirty="0">
                  <a:solidFill>
                    <a:srgbClr val="DCD8DC">
                      <a:lumMod val="25000"/>
                    </a:srgbClr>
                  </a:solidFill>
                  <a:latin typeface="源ノ角ゴシック JP" panose="020B0500000000000000" pitchFamily="34" charset="-128"/>
                  <a:ea typeface="源ノ角ゴシック JP" panose="020B0500000000000000" pitchFamily="34" charset="-128"/>
                </a:rPr>
                <a:t>③</a:t>
              </a:r>
              <a:r>
                <a:rPr kumimoji="1" lang="ja-JP" altLang="en-US" sz="2000" b="1" spc="40">
                  <a:solidFill>
                    <a:srgbClr val="DCD8DC">
                      <a:lumMod val="25000"/>
                    </a:srgbClr>
                  </a:solidFill>
                  <a:latin typeface="源ノ角ゴシック JP" panose="020B0500000000000000" pitchFamily="34" charset="-128"/>
                  <a:ea typeface="源ノ角ゴシック JP" panose="020B0500000000000000" pitchFamily="34" charset="-128"/>
                </a:rPr>
                <a:t>：</a:t>
              </a:r>
              <a:endParaRPr kumimoji="1" lang="en-US" altLang="ja-JP" sz="2000" b="1" spc="4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nvGrpSpPr>
            <p:cNvPr id="22" name="グループ化 21">
              <a:extLst>
                <a:ext uri="{FF2B5EF4-FFF2-40B4-BE49-F238E27FC236}">
                  <a16:creationId xmlns:a16="http://schemas.microsoft.com/office/drawing/2014/main" id="{23BA5A20-CB45-651D-3B34-66683CB1BB50}"/>
                </a:ext>
              </a:extLst>
            </p:cNvPr>
            <p:cNvGrpSpPr/>
            <p:nvPr/>
          </p:nvGrpSpPr>
          <p:grpSpPr>
            <a:xfrm>
              <a:off x="1286701" y="5636171"/>
              <a:ext cx="9618598" cy="1262537"/>
              <a:chOff x="1286701" y="5672132"/>
              <a:chExt cx="9618598" cy="1262537"/>
            </a:xfrm>
          </p:grpSpPr>
          <p:sp>
            <p:nvSpPr>
              <p:cNvPr id="6" name="テキスト ボックス 5">
                <a:extLst>
                  <a:ext uri="{FF2B5EF4-FFF2-40B4-BE49-F238E27FC236}">
                    <a16:creationId xmlns:a16="http://schemas.microsoft.com/office/drawing/2014/main" id="{C4CBA6AF-F184-C66E-4542-D1DBAEF3E499}"/>
                  </a:ext>
                </a:extLst>
              </p:cNvPr>
              <p:cNvSpPr txBox="1"/>
              <p:nvPr/>
            </p:nvSpPr>
            <p:spPr>
              <a:xfrm>
                <a:off x="1286701" y="5672132"/>
                <a:ext cx="9618598" cy="435953"/>
              </a:xfrm>
              <a:prstGeom prst="rect">
                <a:avLst/>
              </a:prstGeom>
              <a:noFill/>
            </p:spPr>
            <p:txBody>
              <a:bodyPr wrap="square">
                <a:spAutoFit/>
              </a:bodyPr>
              <a:lstStyle/>
              <a:p>
                <a:pPr>
                  <a:lnSpc>
                    <a:spcPts val="2980"/>
                  </a:lnSpc>
                  <a:defRPr/>
                </a:pPr>
                <a:r>
                  <a:rPr kumimoji="1" lang="ja-JP" altLang="en-US" spc="30">
                    <a:solidFill>
                      <a:srgbClr val="DCD8DC">
                        <a:lumMod val="25000"/>
                      </a:srgbClr>
                    </a:solidFill>
                    <a:latin typeface="源ノ角ゴシック JP" panose="020B0500000000000000" pitchFamily="34" charset="-128"/>
                    <a:ea typeface="源ノ角ゴシック JP" panose="020B0500000000000000" pitchFamily="34" charset="-128"/>
                  </a:rPr>
                  <a:t>・属性を問わず「脂質を</a:t>
                </a:r>
                <a:r>
                  <a:rPr kumimoji="1" lang="ja-JP" altLang="en-US" spc="30">
                    <a:solidFill>
                      <a:srgbClr val="CE4D44"/>
                    </a:solidFill>
                    <a:latin typeface="源ノ角ゴシック JP" panose="020B0500000000000000" pitchFamily="34" charset="-128"/>
                    <a:ea typeface="源ノ角ゴシック JP" panose="020B0500000000000000" pitchFamily="34" charset="-128"/>
                  </a:rPr>
                  <a:t>減らしたい</a:t>
                </a:r>
                <a:r>
                  <a:rPr kumimoji="1" lang="ja-JP" altLang="en-US" spc="30">
                    <a:solidFill>
                      <a:srgbClr val="DCD8DC">
                        <a:lumMod val="25000"/>
                      </a:srgbClr>
                    </a:solidFill>
                    <a:latin typeface="源ノ角ゴシック JP" panose="020B0500000000000000" pitchFamily="34" charset="-128"/>
                    <a:ea typeface="源ノ角ゴシック JP" panose="020B0500000000000000" pitchFamily="34" charset="-128"/>
                  </a:rPr>
                  <a:t>」ニーズに対する「対応」の</a:t>
                </a:r>
                <a:r>
                  <a:rPr kumimoji="1" lang="ja-JP" altLang="en-US" u="sng" spc="30">
                    <a:solidFill>
                      <a:srgbClr val="DCD8DC">
                        <a:lumMod val="25000"/>
                      </a:srgbClr>
                    </a:solidFill>
                    <a:latin typeface="源ノ角ゴシック JP" panose="020B0500000000000000" pitchFamily="34" charset="-128"/>
                    <a:ea typeface="源ノ角ゴシック JP" panose="020B0500000000000000" pitchFamily="34" charset="-128"/>
                  </a:rPr>
                  <a:t>実施量が不十分である</a:t>
                </a:r>
                <a:endParaRPr kumimoji="1" lang="en-US" altLang="ja-JP" u="sng"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6" name="テキスト ボックス 15">
                <a:extLst>
                  <a:ext uri="{FF2B5EF4-FFF2-40B4-BE49-F238E27FC236}">
                    <a16:creationId xmlns:a16="http://schemas.microsoft.com/office/drawing/2014/main" id="{F1079343-EF4E-FB58-9842-6EEE00189DDB}"/>
                  </a:ext>
                </a:extLst>
              </p:cNvPr>
              <p:cNvSpPr txBox="1"/>
              <p:nvPr/>
            </p:nvSpPr>
            <p:spPr>
              <a:xfrm>
                <a:off x="1286701" y="6145001"/>
                <a:ext cx="6503522" cy="368627"/>
              </a:xfrm>
              <a:prstGeom prst="rect">
                <a:avLst/>
              </a:prstGeom>
              <a:noFill/>
            </p:spPr>
            <p:txBody>
              <a:bodyPr wrap="square">
                <a:spAutoFit/>
              </a:bodyPr>
              <a:lstStyle/>
              <a:p>
                <a:pPr>
                  <a:lnSpc>
                    <a:spcPts val="2280"/>
                  </a:lnSpc>
                  <a:defRPr/>
                </a:pPr>
                <a:r>
                  <a:rPr kumimoji="1" lang="ja-JP" altLang="en-US"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・同様の問題は、他社でも確認された</a:t>
                </a:r>
                <a:endParaRPr kumimoji="1" lang="en-US" altLang="ja-JP"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p:txBody>
          </p:sp>
          <p:sp>
            <p:nvSpPr>
              <p:cNvPr id="17" name="テキスト ボックス 16">
                <a:extLst>
                  <a:ext uri="{FF2B5EF4-FFF2-40B4-BE49-F238E27FC236}">
                    <a16:creationId xmlns:a16="http://schemas.microsoft.com/office/drawing/2014/main" id="{981160EA-9B64-8340-EC55-BC4411BE1CE9}"/>
                  </a:ext>
                </a:extLst>
              </p:cNvPr>
              <p:cNvSpPr txBox="1"/>
              <p:nvPr/>
            </p:nvSpPr>
            <p:spPr>
              <a:xfrm>
                <a:off x="1532368" y="6566042"/>
                <a:ext cx="8923597" cy="368627"/>
              </a:xfrm>
              <a:prstGeom prst="rect">
                <a:avLst/>
              </a:prstGeom>
              <a:noFill/>
            </p:spPr>
            <p:txBody>
              <a:bodyPr wrap="square">
                <a:spAutoFit/>
              </a:bodyPr>
              <a:lstStyle/>
              <a:p>
                <a:pPr>
                  <a:lnSpc>
                    <a:spcPts val="2280"/>
                  </a:lnSpc>
                  <a:defRPr/>
                </a:pPr>
                <a:r>
                  <a:rPr kumimoji="1" lang="ja-JP" altLang="en-US" spc="30">
                    <a:solidFill>
                      <a:schemeClr val="accent1">
                        <a:lumMod val="75000"/>
                      </a:schemeClr>
                    </a:solidFill>
                    <a:latin typeface="源ノ角ゴシック JP" panose="020B0500000000000000" pitchFamily="34" charset="-128"/>
                    <a:ea typeface="源ノ角ゴシック JP" panose="020B0500000000000000" pitchFamily="34" charset="-128"/>
                  </a:rPr>
                  <a:t>→</a:t>
                </a:r>
                <a:r>
                  <a:rPr kumimoji="1" lang="en-US" altLang="ja-JP" spc="30" dirty="0">
                    <a:solidFill>
                      <a:schemeClr val="accent1">
                        <a:lumMod val="75000"/>
                      </a:schemeClr>
                    </a:solidFill>
                    <a:latin typeface="源ノ角ゴシック JP" panose="020B0500000000000000" pitchFamily="34" charset="-128"/>
                    <a:ea typeface="源ノ角ゴシック JP" panose="020B0500000000000000" pitchFamily="34" charset="-128"/>
                  </a:rPr>
                  <a:t> </a:t>
                </a:r>
                <a:r>
                  <a:rPr kumimoji="1" lang="ja-JP" altLang="en-US" spc="30">
                    <a:solidFill>
                      <a:schemeClr val="accent1">
                        <a:lumMod val="75000"/>
                      </a:schemeClr>
                    </a:solidFill>
                    <a:latin typeface="源ノ角ゴシック JP" panose="020B0500000000000000" pitchFamily="34" charset="-128"/>
                    <a:ea typeface="源ノ角ゴシック JP" panose="020B0500000000000000" pitchFamily="34" charset="-128"/>
                  </a:rPr>
                  <a:t>先駆けて「対応」の適切さを改善することで、他社に一歩先行することができる</a:t>
                </a:r>
                <a:endParaRPr kumimoji="1" lang="en-US" altLang="ja-JP" spc="30" dirty="0">
                  <a:solidFill>
                    <a:schemeClr val="accent1">
                      <a:lumMod val="75000"/>
                    </a:schemeClr>
                  </a:solidFill>
                  <a:latin typeface="源ノ角ゴシック JP" panose="020B0500000000000000" pitchFamily="34" charset="-128"/>
                  <a:ea typeface="源ノ角ゴシック JP" panose="020B0500000000000000" pitchFamily="34" charset="-128"/>
                </a:endParaRPr>
              </a:p>
            </p:txBody>
          </p:sp>
        </p:grpSp>
      </p:grpSp>
      <p:sp>
        <p:nvSpPr>
          <p:cNvPr id="25" name="正方形/長方形 24">
            <a:extLst>
              <a:ext uri="{FF2B5EF4-FFF2-40B4-BE49-F238E27FC236}">
                <a16:creationId xmlns:a16="http://schemas.microsoft.com/office/drawing/2014/main" id="{F48BA646-F454-232D-4F71-AC1C77EE1F5A}"/>
              </a:ext>
            </a:extLst>
          </p:cNvPr>
          <p:cNvSpPr/>
          <p:nvPr/>
        </p:nvSpPr>
        <p:spPr>
          <a:xfrm>
            <a:off x="728870" y="2754808"/>
            <a:ext cx="10349947" cy="3844775"/>
          </a:xfrm>
          <a:prstGeom prst="rect">
            <a:avLst/>
          </a:prstGeom>
          <a:solidFill>
            <a:srgbClr val="FFFFFF">
              <a:alpha val="7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8760367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7C296F68-BB08-57C7-579B-27A3C187EE5A}"/>
              </a:ext>
            </a:extLst>
          </p:cNvPr>
          <p:cNvSpPr txBox="1"/>
          <p:nvPr/>
        </p:nvSpPr>
        <p:spPr>
          <a:xfrm>
            <a:off x="223842" y="485067"/>
            <a:ext cx="10624972" cy="507619"/>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defRPr/>
            </a:pPr>
            <a:r>
              <a:rPr lang="ja-JP" altLang="en-US" sz="2200" b="1" spc="50">
                <a:solidFill>
                  <a:srgbClr val="42557A"/>
                </a:solidFill>
                <a:latin typeface="源ノ角ゴシック JP" panose="020B0500000000000000" pitchFamily="34" charset="-128"/>
                <a:ea typeface="源ノ角ゴシック JP" panose="020B0500000000000000" pitchFamily="34" charset="-128"/>
              </a:rPr>
              <a:t>「対応」商品を購入した経験のある人が少ないことが、ボトルネックである</a:t>
            </a:r>
            <a:endParaRPr lang="en-US" altLang="ja-JP" sz="2200" b="1" spc="50" dirty="0">
              <a:solidFill>
                <a:srgbClr val="42557A"/>
              </a:solidFill>
              <a:latin typeface="源ノ角ゴシック JP" panose="020B0500000000000000" pitchFamily="34" charset="-128"/>
              <a:ea typeface="源ノ角ゴシック JP" panose="020B0500000000000000" pitchFamily="34" charset="-128"/>
            </a:endParaRPr>
          </a:p>
        </p:txBody>
      </p:sp>
      <p:sp>
        <p:nvSpPr>
          <p:cNvPr id="3" name="テキスト ボックス 2">
            <a:extLst>
              <a:ext uri="{FF2B5EF4-FFF2-40B4-BE49-F238E27FC236}">
                <a16:creationId xmlns:a16="http://schemas.microsoft.com/office/drawing/2014/main" id="{39EACB03-8682-9E01-2627-BF70B8FD7854}"/>
              </a:ext>
            </a:extLst>
          </p:cNvPr>
          <p:cNvSpPr txBox="1"/>
          <p:nvPr/>
        </p:nvSpPr>
        <p:spPr>
          <a:xfrm>
            <a:off x="658631" y="1091280"/>
            <a:ext cx="10073557" cy="699294"/>
          </a:xfrm>
          <a:prstGeom prst="rect">
            <a:avLst/>
          </a:prstGeom>
          <a:noFill/>
        </p:spPr>
        <p:txBody>
          <a:bodyPr wrap="square">
            <a:spAutoFit/>
          </a:bodyPr>
          <a:lstStyle/>
          <a:p>
            <a:pPr>
              <a:lnSpc>
                <a:spcPts val="2480"/>
              </a:lnSpc>
              <a:defRPr/>
            </a:pPr>
            <a:r>
              <a:rPr kumimoji="1" lang="ja-JP" altLang="en-US" sz="1500" spc="30">
                <a:solidFill>
                  <a:srgbClr val="DCD8DC">
                    <a:lumMod val="25000"/>
                  </a:srgbClr>
                </a:solidFill>
                <a:latin typeface="源ノ角ゴシック JP" panose="020B0500000000000000" pitchFamily="34" charset="-128"/>
                <a:ea typeface="源ノ角ゴシック JP" panose="020B0500000000000000" pitchFamily="34" charset="-128"/>
              </a:rPr>
              <a:t>なぜ、若年層において「栄養バランスを</a:t>
            </a:r>
            <a:r>
              <a:rPr kumimoji="1" lang="ja-JP" altLang="en-US" sz="1500" spc="30">
                <a:solidFill>
                  <a:srgbClr val="599975"/>
                </a:solidFill>
                <a:latin typeface="源ノ角ゴシック JP" panose="020B0500000000000000" pitchFamily="34" charset="-128"/>
                <a:ea typeface="源ノ角ゴシック JP" panose="020B0500000000000000" pitchFamily="34" charset="-128"/>
              </a:rPr>
              <a:t>調整したい</a:t>
            </a:r>
            <a:r>
              <a:rPr kumimoji="1" lang="ja-JP" altLang="en-US" sz="1500" spc="30">
                <a:solidFill>
                  <a:srgbClr val="DCD8DC">
                    <a:lumMod val="25000"/>
                  </a:srgbClr>
                </a:solidFill>
                <a:latin typeface="源ノ角ゴシック JP" panose="020B0500000000000000" pitchFamily="34" charset="-128"/>
                <a:ea typeface="源ノ角ゴシック JP" panose="020B0500000000000000" pitchFamily="34" charset="-128"/>
              </a:rPr>
              <a:t>」ニーズに対する「対応」の</a:t>
            </a:r>
            <a:r>
              <a:rPr kumimoji="1" lang="ja-JP" altLang="en-US" sz="1500" u="sng" spc="30">
                <a:solidFill>
                  <a:srgbClr val="DCD8DC">
                    <a:lumMod val="25000"/>
                  </a:srgbClr>
                </a:solidFill>
                <a:latin typeface="源ノ角ゴシック JP" panose="020B0500000000000000" pitchFamily="34" charset="-128"/>
                <a:ea typeface="源ノ角ゴシック JP" panose="020B0500000000000000" pitchFamily="34" charset="-128"/>
              </a:rPr>
              <a:t>適切さが低いのか</a:t>
            </a:r>
            <a:r>
              <a:rPr kumimoji="1" lang="ja-JP" altLang="en-US" sz="1500" spc="30">
                <a:solidFill>
                  <a:srgbClr val="DCD8DC">
                    <a:lumMod val="25000"/>
                  </a:srgbClr>
                </a:solidFill>
                <a:latin typeface="源ノ角ゴシック JP" panose="020B0500000000000000" pitchFamily="34" charset="-128"/>
                <a:ea typeface="源ノ角ゴシック JP" panose="020B0500000000000000" pitchFamily="34" charset="-128"/>
              </a:rPr>
              <a:t>？</a:t>
            </a:r>
            <a:endParaRPr kumimoji="1" lang="en-US" altLang="ja-JP" sz="1500" spc="3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480"/>
              </a:lnSpc>
              <a:defRPr/>
            </a:pPr>
            <a:r>
              <a:rPr kumimoji="1" lang="ja-JP" altLang="en-US" sz="1500" spc="30">
                <a:solidFill>
                  <a:srgbClr val="DCD8DC">
                    <a:lumMod val="25000"/>
                  </a:srgbClr>
                </a:solidFill>
                <a:latin typeface="源ノ角ゴシック JP" panose="020B0500000000000000" pitchFamily="34" charset="-128"/>
                <a:ea typeface="源ノ角ゴシック JP" panose="020B0500000000000000" pitchFamily="34" charset="-128"/>
              </a:rPr>
              <a:t>→ 購買記録数を構成する２つの要素に分けて、ボトルネックを特定する</a:t>
            </a:r>
            <a:endParaRPr kumimoji="1" lang="en-US" altLang="ja-JP" sz="150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nvGrpSpPr>
          <p:cNvPr id="30" name="グループ化 29">
            <a:extLst>
              <a:ext uri="{FF2B5EF4-FFF2-40B4-BE49-F238E27FC236}">
                <a16:creationId xmlns:a16="http://schemas.microsoft.com/office/drawing/2014/main" id="{53278605-6E03-E854-FC8F-73E7CC52B992}"/>
              </a:ext>
            </a:extLst>
          </p:cNvPr>
          <p:cNvGrpSpPr/>
          <p:nvPr/>
        </p:nvGrpSpPr>
        <p:grpSpPr>
          <a:xfrm>
            <a:off x="843324" y="2090614"/>
            <a:ext cx="10505352" cy="2168609"/>
            <a:chOff x="843324" y="2110616"/>
            <a:chExt cx="10505352" cy="2168609"/>
          </a:xfrm>
        </p:grpSpPr>
        <p:sp>
          <p:nvSpPr>
            <p:cNvPr id="25" name="正方形/長方形 24">
              <a:extLst>
                <a:ext uri="{FF2B5EF4-FFF2-40B4-BE49-F238E27FC236}">
                  <a16:creationId xmlns:a16="http://schemas.microsoft.com/office/drawing/2014/main" id="{A76ABE6E-8A32-2CBF-1114-981EB34522E0}"/>
                </a:ext>
              </a:extLst>
            </p:cNvPr>
            <p:cNvSpPr/>
            <p:nvPr/>
          </p:nvSpPr>
          <p:spPr>
            <a:xfrm>
              <a:off x="4439372" y="2110616"/>
              <a:ext cx="2482589" cy="1740947"/>
            </a:xfrm>
            <a:prstGeom prst="rect">
              <a:avLst/>
            </a:prstGeom>
            <a:solidFill>
              <a:srgbClr val="5485C4">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正方形/長方形 25">
              <a:extLst>
                <a:ext uri="{FF2B5EF4-FFF2-40B4-BE49-F238E27FC236}">
                  <a16:creationId xmlns:a16="http://schemas.microsoft.com/office/drawing/2014/main" id="{E4600818-35B6-987B-CE79-20BF602A2D90}"/>
                </a:ext>
              </a:extLst>
            </p:cNvPr>
            <p:cNvSpPr/>
            <p:nvPr/>
          </p:nvSpPr>
          <p:spPr>
            <a:xfrm>
              <a:off x="7380100" y="2110616"/>
              <a:ext cx="2482589" cy="1740947"/>
            </a:xfrm>
            <a:prstGeom prst="rect">
              <a:avLst/>
            </a:prstGeom>
            <a:solidFill>
              <a:srgbClr val="C675A6">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9" name="グループ化 28">
              <a:extLst>
                <a:ext uri="{FF2B5EF4-FFF2-40B4-BE49-F238E27FC236}">
                  <a16:creationId xmlns:a16="http://schemas.microsoft.com/office/drawing/2014/main" id="{8BD53D45-E9FF-F7F6-3BAB-BBFDF0FBD101}"/>
                </a:ext>
              </a:extLst>
            </p:cNvPr>
            <p:cNvGrpSpPr/>
            <p:nvPr/>
          </p:nvGrpSpPr>
          <p:grpSpPr>
            <a:xfrm>
              <a:off x="843324" y="2237984"/>
              <a:ext cx="10505352" cy="2041241"/>
              <a:chOff x="843324" y="2237984"/>
              <a:chExt cx="10505352" cy="2041241"/>
            </a:xfrm>
          </p:grpSpPr>
          <p:grpSp>
            <p:nvGrpSpPr>
              <p:cNvPr id="24" name="グループ化 23">
                <a:extLst>
                  <a:ext uri="{FF2B5EF4-FFF2-40B4-BE49-F238E27FC236}">
                    <a16:creationId xmlns:a16="http://schemas.microsoft.com/office/drawing/2014/main" id="{01C8F9D9-AA4B-6225-53DF-F7499B756F89}"/>
                  </a:ext>
                </a:extLst>
              </p:cNvPr>
              <p:cNvGrpSpPr/>
              <p:nvPr/>
            </p:nvGrpSpPr>
            <p:grpSpPr>
              <a:xfrm>
                <a:off x="843324" y="2237984"/>
                <a:ext cx="10505352" cy="1508694"/>
                <a:chOff x="351256" y="2309236"/>
                <a:chExt cx="10505352" cy="1508694"/>
              </a:xfrm>
            </p:grpSpPr>
            <p:sp>
              <p:nvSpPr>
                <p:cNvPr id="6" name="テキスト ボックス 5">
                  <a:extLst>
                    <a:ext uri="{FF2B5EF4-FFF2-40B4-BE49-F238E27FC236}">
                      <a16:creationId xmlns:a16="http://schemas.microsoft.com/office/drawing/2014/main" id="{BD77A734-2324-5837-76E0-64C72C6CE79E}"/>
                    </a:ext>
                  </a:extLst>
                </p:cNvPr>
                <p:cNvSpPr txBox="1"/>
                <p:nvPr/>
              </p:nvSpPr>
              <p:spPr>
                <a:xfrm>
                  <a:off x="351256" y="2872356"/>
                  <a:ext cx="3596048" cy="352019"/>
                </a:xfrm>
                <a:prstGeom prst="rect">
                  <a:avLst/>
                </a:prstGeom>
                <a:noFill/>
              </p:spPr>
              <p:txBody>
                <a:bodyPr wrap="square">
                  <a:spAutoFit/>
                </a:bodyPr>
                <a:lstStyle/>
                <a:p>
                  <a:pPr>
                    <a:lnSpc>
                      <a:spcPts val="2020"/>
                    </a:lnSpc>
                    <a:defRPr/>
                  </a:pPr>
                  <a:r>
                    <a:rPr kumimoji="1" lang="ja-JP" altLang="en-US" sz="2000" b="1">
                      <a:solidFill>
                        <a:schemeClr val="tx1">
                          <a:lumMod val="65000"/>
                          <a:lumOff val="35000"/>
                        </a:schemeClr>
                      </a:solidFill>
                      <a:latin typeface="源ノ角ゴシック JP" panose="020B0500000000000000" pitchFamily="34" charset="-128"/>
                      <a:ea typeface="源ノ角ゴシック JP" panose="020B0500000000000000" pitchFamily="34" charset="-128"/>
                    </a:rPr>
                    <a:t>購買記録数（件</a:t>
                  </a:r>
                  <a:r>
                    <a:rPr kumimoji="1" lang="en-US" altLang="ja-JP" sz="2000" b="1"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 / 1000</a:t>
                  </a:r>
                  <a:r>
                    <a:rPr kumimoji="1" lang="ja-JP" altLang="en-US" sz="2000" b="1">
                      <a:solidFill>
                        <a:schemeClr val="tx1">
                          <a:lumMod val="65000"/>
                          <a:lumOff val="35000"/>
                        </a:schemeClr>
                      </a:solidFill>
                      <a:latin typeface="源ノ角ゴシック JP" panose="020B0500000000000000" pitchFamily="34" charset="-128"/>
                      <a:ea typeface="源ノ角ゴシック JP" panose="020B0500000000000000" pitchFamily="34" charset="-128"/>
                    </a:rPr>
                    <a:t>人）</a:t>
                  </a:r>
                  <a:endParaRPr kumimoji="1" lang="en-US" altLang="ja-JP" sz="2000" b="1"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p:txBody>
            </p:sp>
            <p:sp>
              <p:nvSpPr>
                <p:cNvPr id="9" name="テキスト ボックス 8">
                  <a:extLst>
                    <a:ext uri="{FF2B5EF4-FFF2-40B4-BE49-F238E27FC236}">
                      <a16:creationId xmlns:a16="http://schemas.microsoft.com/office/drawing/2014/main" id="{BCFF2B7A-7D87-224F-8565-8C411B0AB13A}"/>
                    </a:ext>
                  </a:extLst>
                </p:cNvPr>
                <p:cNvSpPr txBox="1"/>
                <p:nvPr/>
              </p:nvSpPr>
              <p:spPr>
                <a:xfrm>
                  <a:off x="3534342" y="2910240"/>
                  <a:ext cx="451562" cy="361189"/>
                </a:xfrm>
                <a:prstGeom prst="rect">
                  <a:avLst/>
                </a:prstGeom>
                <a:noFill/>
              </p:spPr>
              <p:txBody>
                <a:bodyPr wrap="square">
                  <a:spAutoFit/>
                </a:bodyPr>
                <a:lstStyle/>
                <a:p>
                  <a:pPr>
                    <a:lnSpc>
                      <a:spcPts val="2020"/>
                    </a:lnSpc>
                    <a:defRPr/>
                  </a:pPr>
                  <a:r>
                    <a:rPr kumimoji="1" lang="en-US" altLang="ja-JP" sz="2200" b="1"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p>
              </p:txBody>
            </p:sp>
            <p:grpSp>
              <p:nvGrpSpPr>
                <p:cNvPr id="22" name="グループ化 21">
                  <a:extLst>
                    <a:ext uri="{FF2B5EF4-FFF2-40B4-BE49-F238E27FC236}">
                      <a16:creationId xmlns:a16="http://schemas.microsoft.com/office/drawing/2014/main" id="{5F0930C7-77C3-EBA4-8E6F-BCB20E47E4AD}"/>
                    </a:ext>
                  </a:extLst>
                </p:cNvPr>
                <p:cNvGrpSpPr/>
                <p:nvPr/>
              </p:nvGrpSpPr>
              <p:grpSpPr>
                <a:xfrm>
                  <a:off x="4030917" y="2309236"/>
                  <a:ext cx="2417428" cy="1503425"/>
                  <a:chOff x="4078417" y="2309236"/>
                  <a:chExt cx="2417428" cy="1503425"/>
                </a:xfrm>
              </p:grpSpPr>
              <p:sp>
                <p:nvSpPr>
                  <p:cNvPr id="7" name="テキスト ボックス 6">
                    <a:extLst>
                      <a:ext uri="{FF2B5EF4-FFF2-40B4-BE49-F238E27FC236}">
                        <a16:creationId xmlns:a16="http://schemas.microsoft.com/office/drawing/2014/main" id="{693DD059-1E20-7FF6-37AA-1CA6C24F560C}"/>
                      </a:ext>
                    </a:extLst>
                  </p:cNvPr>
                  <p:cNvSpPr txBox="1"/>
                  <p:nvPr/>
                </p:nvSpPr>
                <p:spPr>
                  <a:xfrm>
                    <a:off x="4204416" y="2309236"/>
                    <a:ext cx="2129963" cy="638060"/>
                  </a:xfrm>
                  <a:prstGeom prst="rect">
                    <a:avLst/>
                  </a:prstGeom>
                  <a:noFill/>
                </p:spPr>
                <p:txBody>
                  <a:bodyPr wrap="square">
                    <a:spAutoFit/>
                  </a:bodyPr>
                  <a:lstStyle/>
                  <a:p>
                    <a:pPr>
                      <a:lnSpc>
                        <a:spcPts val="2220"/>
                      </a:lnSpc>
                      <a:defRPr/>
                    </a:pPr>
                    <a:r>
                      <a:rPr kumimoji="1" lang="ja-JP" altLang="en-US" sz="1600" spc="30">
                        <a:solidFill>
                          <a:schemeClr val="tx1">
                            <a:lumMod val="65000"/>
                            <a:lumOff val="35000"/>
                          </a:schemeClr>
                        </a:solidFill>
                        <a:latin typeface="源ノ角ゴシック JP" panose="020B0500000000000000" pitchFamily="34" charset="-128"/>
                        <a:ea typeface="源ノ角ゴシック JP" panose="020B0500000000000000" pitchFamily="34" charset="-128"/>
                      </a:rPr>
                      <a:t>商品を購入した</a:t>
                    </a:r>
                    <a:br>
                      <a:rPr kumimoji="1" lang="en-US" altLang="ja-JP" sz="1600" spc="3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br>
                    <a:r>
                      <a:rPr kumimoji="1" lang="ja-JP" altLang="en-US" sz="1600" spc="30">
                        <a:solidFill>
                          <a:schemeClr val="tx1">
                            <a:lumMod val="65000"/>
                            <a:lumOff val="35000"/>
                          </a:schemeClr>
                        </a:solidFill>
                        <a:latin typeface="源ノ角ゴシック JP" panose="020B0500000000000000" pitchFamily="34" charset="-128"/>
                        <a:ea typeface="源ノ角ゴシック JP" panose="020B0500000000000000" pitchFamily="34" charset="-128"/>
                      </a:rPr>
                      <a:t>経験のある人（人）</a:t>
                    </a:r>
                    <a:endParaRPr kumimoji="1" lang="en-US" altLang="ja-JP" sz="1600" spc="3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p:txBody>
              </p:sp>
              <p:sp>
                <p:nvSpPr>
                  <p:cNvPr id="8" name="テキスト ボックス 7">
                    <a:extLst>
                      <a:ext uri="{FF2B5EF4-FFF2-40B4-BE49-F238E27FC236}">
                        <a16:creationId xmlns:a16="http://schemas.microsoft.com/office/drawing/2014/main" id="{8F68096F-6552-6AB2-0BCA-6B13C4819271}"/>
                      </a:ext>
                    </a:extLst>
                  </p:cNvPr>
                  <p:cNvSpPr txBox="1"/>
                  <p:nvPr/>
                </p:nvSpPr>
                <p:spPr>
                  <a:xfrm>
                    <a:off x="4133335" y="3174601"/>
                    <a:ext cx="2362510" cy="638060"/>
                  </a:xfrm>
                  <a:prstGeom prst="rect">
                    <a:avLst/>
                  </a:prstGeom>
                  <a:noFill/>
                </p:spPr>
                <p:txBody>
                  <a:bodyPr wrap="square">
                    <a:spAutoFit/>
                  </a:bodyPr>
                  <a:lstStyle/>
                  <a:p>
                    <a:pPr>
                      <a:lnSpc>
                        <a:spcPts val="2220"/>
                      </a:lnSpc>
                      <a:defRPr/>
                    </a:pPr>
                    <a:r>
                      <a:rPr kumimoji="1" lang="ja-JP" altLang="en-US" sz="1600" spc="30">
                        <a:solidFill>
                          <a:schemeClr val="tx1">
                            <a:lumMod val="65000"/>
                            <a:lumOff val="35000"/>
                          </a:schemeClr>
                        </a:solidFill>
                        <a:latin typeface="源ノ角ゴシック JP" panose="020B0500000000000000" pitchFamily="34" charset="-128"/>
                        <a:ea typeface="源ノ角ゴシック JP" panose="020B0500000000000000" pitchFamily="34" charset="-128"/>
                      </a:rPr>
                      <a:t>対象属性の</a:t>
                    </a:r>
                    <a:br>
                      <a:rPr kumimoji="1" lang="en-US" altLang="ja-JP" sz="1600" spc="3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br>
                    <a:r>
                      <a:rPr kumimoji="1" lang="ja-JP" altLang="en-US" sz="1600" spc="30">
                        <a:solidFill>
                          <a:schemeClr val="tx1">
                            <a:lumMod val="65000"/>
                            <a:lumOff val="35000"/>
                          </a:schemeClr>
                        </a:solidFill>
                        <a:latin typeface="源ノ角ゴシック JP" panose="020B0500000000000000" pitchFamily="34" charset="-128"/>
                        <a:ea typeface="源ノ角ゴシック JP" panose="020B0500000000000000" pitchFamily="34" charset="-128"/>
                      </a:rPr>
                      <a:t>セブン利用者数（人）</a:t>
                    </a:r>
                    <a:endParaRPr kumimoji="1" lang="en-US" altLang="ja-JP" sz="1600" spc="3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p:txBody>
              </p:sp>
              <p:cxnSp>
                <p:nvCxnSpPr>
                  <p:cNvPr id="10" name="直線コネクタ 9">
                    <a:extLst>
                      <a:ext uri="{FF2B5EF4-FFF2-40B4-BE49-F238E27FC236}">
                        <a16:creationId xmlns:a16="http://schemas.microsoft.com/office/drawing/2014/main" id="{20780F4C-F537-1788-C037-EF4A08F8CA95}"/>
                      </a:ext>
                    </a:extLst>
                  </p:cNvPr>
                  <p:cNvCxnSpPr>
                    <a:cxnSpLocks/>
                  </p:cNvCxnSpPr>
                  <p:nvPr/>
                </p:nvCxnSpPr>
                <p:spPr>
                  <a:xfrm>
                    <a:off x="4078417" y="3048365"/>
                    <a:ext cx="2289432" cy="0"/>
                  </a:xfrm>
                  <a:prstGeom prst="line">
                    <a:avLst/>
                  </a:prstGeom>
                  <a:ln w="381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grpSp>
            <p:sp>
              <p:nvSpPr>
                <p:cNvPr id="11" name="テキスト ボックス 10">
                  <a:extLst>
                    <a:ext uri="{FF2B5EF4-FFF2-40B4-BE49-F238E27FC236}">
                      <a16:creationId xmlns:a16="http://schemas.microsoft.com/office/drawing/2014/main" id="{EC600932-4662-FE95-FDC0-1F2E22202972}"/>
                    </a:ext>
                  </a:extLst>
                </p:cNvPr>
                <p:cNvSpPr txBox="1"/>
                <p:nvPr/>
              </p:nvSpPr>
              <p:spPr>
                <a:xfrm>
                  <a:off x="9417093" y="2910239"/>
                  <a:ext cx="451562" cy="361189"/>
                </a:xfrm>
                <a:prstGeom prst="rect">
                  <a:avLst/>
                </a:prstGeom>
                <a:noFill/>
              </p:spPr>
              <p:txBody>
                <a:bodyPr wrap="square">
                  <a:spAutoFit/>
                </a:bodyPr>
                <a:lstStyle/>
                <a:p>
                  <a:pPr>
                    <a:lnSpc>
                      <a:spcPts val="2020"/>
                    </a:lnSpc>
                    <a:defRPr/>
                  </a:pPr>
                  <a:r>
                    <a:rPr kumimoji="1" lang="en-US" altLang="ja-JP" sz="2200" b="1"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p>
              </p:txBody>
            </p:sp>
            <p:sp>
              <p:nvSpPr>
                <p:cNvPr id="12" name="テキスト ボックス 11">
                  <a:extLst>
                    <a:ext uri="{FF2B5EF4-FFF2-40B4-BE49-F238E27FC236}">
                      <a16:creationId xmlns:a16="http://schemas.microsoft.com/office/drawing/2014/main" id="{6D57B2E8-78A7-6485-F392-65034F967C23}"/>
                    </a:ext>
                  </a:extLst>
                </p:cNvPr>
                <p:cNvSpPr txBox="1"/>
                <p:nvPr/>
              </p:nvSpPr>
              <p:spPr>
                <a:xfrm>
                  <a:off x="9856780" y="2902268"/>
                  <a:ext cx="999828" cy="361189"/>
                </a:xfrm>
                <a:prstGeom prst="rect">
                  <a:avLst/>
                </a:prstGeom>
                <a:noFill/>
              </p:spPr>
              <p:txBody>
                <a:bodyPr wrap="square">
                  <a:spAutoFit/>
                </a:bodyPr>
                <a:lstStyle/>
                <a:p>
                  <a:pPr>
                    <a:lnSpc>
                      <a:spcPts val="2020"/>
                    </a:lnSpc>
                    <a:defRPr/>
                  </a:pPr>
                  <a:r>
                    <a:rPr kumimoji="1" lang="en-US" altLang="ja-JP" sz="2200" b="1"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1000</a:t>
                  </a:r>
                </a:p>
              </p:txBody>
            </p:sp>
            <p:grpSp>
              <p:nvGrpSpPr>
                <p:cNvPr id="23" name="グループ化 22">
                  <a:extLst>
                    <a:ext uri="{FF2B5EF4-FFF2-40B4-BE49-F238E27FC236}">
                      <a16:creationId xmlns:a16="http://schemas.microsoft.com/office/drawing/2014/main" id="{700ADC1B-3C67-05C6-EAEB-A6B3703E6DAC}"/>
                    </a:ext>
                  </a:extLst>
                </p:cNvPr>
                <p:cNvGrpSpPr/>
                <p:nvPr/>
              </p:nvGrpSpPr>
              <p:grpSpPr>
                <a:xfrm>
                  <a:off x="6988844" y="2310743"/>
                  <a:ext cx="2289432" cy="1507187"/>
                  <a:chOff x="6936455" y="2305474"/>
                  <a:chExt cx="2289432" cy="1507187"/>
                </a:xfrm>
              </p:grpSpPr>
              <p:cxnSp>
                <p:nvCxnSpPr>
                  <p:cNvPr id="17" name="直線コネクタ 16">
                    <a:extLst>
                      <a:ext uri="{FF2B5EF4-FFF2-40B4-BE49-F238E27FC236}">
                        <a16:creationId xmlns:a16="http://schemas.microsoft.com/office/drawing/2014/main" id="{72DA5EBD-16F9-D72A-7EE1-BE25CED165AD}"/>
                      </a:ext>
                    </a:extLst>
                  </p:cNvPr>
                  <p:cNvCxnSpPr>
                    <a:cxnSpLocks/>
                  </p:cNvCxnSpPr>
                  <p:nvPr/>
                </p:nvCxnSpPr>
                <p:spPr>
                  <a:xfrm>
                    <a:off x="6936455" y="3048364"/>
                    <a:ext cx="2289432" cy="0"/>
                  </a:xfrm>
                  <a:prstGeom prst="line">
                    <a:avLst/>
                  </a:prstGeom>
                  <a:ln w="381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sp>
                <p:nvSpPr>
                  <p:cNvPr id="19" name="テキスト ボックス 18">
                    <a:extLst>
                      <a:ext uri="{FF2B5EF4-FFF2-40B4-BE49-F238E27FC236}">
                        <a16:creationId xmlns:a16="http://schemas.microsoft.com/office/drawing/2014/main" id="{DA8333A4-B8B8-D93A-83D7-A2559E486B5D}"/>
                      </a:ext>
                    </a:extLst>
                  </p:cNvPr>
                  <p:cNvSpPr txBox="1"/>
                  <p:nvPr/>
                </p:nvSpPr>
                <p:spPr>
                  <a:xfrm>
                    <a:off x="7095924" y="3174601"/>
                    <a:ext cx="2129963" cy="638060"/>
                  </a:xfrm>
                  <a:prstGeom prst="rect">
                    <a:avLst/>
                  </a:prstGeom>
                  <a:noFill/>
                </p:spPr>
                <p:txBody>
                  <a:bodyPr wrap="square">
                    <a:spAutoFit/>
                  </a:bodyPr>
                  <a:lstStyle/>
                  <a:p>
                    <a:pPr>
                      <a:lnSpc>
                        <a:spcPts val="2220"/>
                      </a:lnSpc>
                      <a:defRPr/>
                    </a:pPr>
                    <a:r>
                      <a:rPr kumimoji="1" lang="ja-JP" altLang="en-US" sz="1600" spc="30">
                        <a:solidFill>
                          <a:schemeClr val="tx1">
                            <a:lumMod val="65000"/>
                            <a:lumOff val="35000"/>
                          </a:schemeClr>
                        </a:solidFill>
                        <a:latin typeface="源ノ角ゴシック JP" panose="020B0500000000000000" pitchFamily="34" charset="-128"/>
                        <a:ea typeface="源ノ角ゴシック JP" panose="020B0500000000000000" pitchFamily="34" charset="-128"/>
                      </a:rPr>
                      <a:t>商品を購入した</a:t>
                    </a:r>
                    <a:br>
                      <a:rPr kumimoji="1" lang="en-US" altLang="ja-JP" sz="1600" spc="3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br>
                    <a:r>
                      <a:rPr kumimoji="1" lang="ja-JP" altLang="en-US" sz="1600" spc="30">
                        <a:solidFill>
                          <a:schemeClr val="tx1">
                            <a:lumMod val="65000"/>
                            <a:lumOff val="35000"/>
                          </a:schemeClr>
                        </a:solidFill>
                        <a:latin typeface="源ノ角ゴシック JP" panose="020B0500000000000000" pitchFamily="34" charset="-128"/>
                        <a:ea typeface="源ノ角ゴシック JP" panose="020B0500000000000000" pitchFamily="34" charset="-128"/>
                      </a:rPr>
                      <a:t>経験のある人（人）</a:t>
                    </a:r>
                    <a:endParaRPr kumimoji="1" lang="en-US" altLang="ja-JP" sz="1600" spc="3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p:txBody>
              </p:sp>
              <p:sp>
                <p:nvSpPr>
                  <p:cNvPr id="20" name="テキスト ボックス 19">
                    <a:extLst>
                      <a:ext uri="{FF2B5EF4-FFF2-40B4-BE49-F238E27FC236}">
                        <a16:creationId xmlns:a16="http://schemas.microsoft.com/office/drawing/2014/main" id="{6DA98066-14CD-0CB4-75EB-2C118171121E}"/>
                      </a:ext>
                    </a:extLst>
                  </p:cNvPr>
                  <p:cNvSpPr txBox="1"/>
                  <p:nvPr/>
                </p:nvSpPr>
                <p:spPr>
                  <a:xfrm>
                    <a:off x="7134418" y="2305474"/>
                    <a:ext cx="1885038" cy="635046"/>
                  </a:xfrm>
                  <a:prstGeom prst="rect">
                    <a:avLst/>
                  </a:prstGeom>
                  <a:noFill/>
                </p:spPr>
                <p:txBody>
                  <a:bodyPr wrap="square">
                    <a:spAutoFit/>
                  </a:bodyPr>
                  <a:lstStyle/>
                  <a:p>
                    <a:pPr>
                      <a:lnSpc>
                        <a:spcPts val="2220"/>
                      </a:lnSpc>
                      <a:defRPr/>
                    </a:pPr>
                    <a:r>
                      <a:rPr kumimoji="1" lang="ja-JP" altLang="en-US" sz="1600" spc="30">
                        <a:solidFill>
                          <a:schemeClr val="tx1">
                            <a:lumMod val="65000"/>
                            <a:lumOff val="35000"/>
                          </a:schemeClr>
                        </a:solidFill>
                        <a:latin typeface="源ノ角ゴシック JP" panose="020B0500000000000000" pitchFamily="34" charset="-128"/>
                        <a:ea typeface="源ノ角ゴシック JP" panose="020B0500000000000000" pitchFamily="34" charset="-128"/>
                      </a:rPr>
                      <a:t>商品の購買記録の</a:t>
                    </a:r>
                    <a:endParaRPr kumimoji="1" lang="en-US" altLang="ja-JP" sz="1600" spc="3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2220"/>
                      </a:lnSpc>
                      <a:defRPr/>
                    </a:pPr>
                    <a:r>
                      <a:rPr kumimoji="1" lang="ja-JP" altLang="en-US" sz="1600" spc="30">
                        <a:solidFill>
                          <a:schemeClr val="tx1">
                            <a:lumMod val="65000"/>
                            <a:lumOff val="35000"/>
                          </a:schemeClr>
                        </a:solidFill>
                        <a:latin typeface="源ノ角ゴシック JP" panose="020B0500000000000000" pitchFamily="34" charset="-128"/>
                        <a:ea typeface="源ノ角ゴシック JP" panose="020B0500000000000000" pitchFamily="34" charset="-128"/>
                      </a:rPr>
                      <a:t>総数（件）</a:t>
                    </a:r>
                    <a:endParaRPr kumimoji="1" lang="en-US" altLang="ja-JP" sz="1600" spc="3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p:txBody>
              </p:sp>
            </p:grpSp>
            <p:sp>
              <p:nvSpPr>
                <p:cNvPr id="21" name="テキスト ボックス 20">
                  <a:extLst>
                    <a:ext uri="{FF2B5EF4-FFF2-40B4-BE49-F238E27FC236}">
                      <a16:creationId xmlns:a16="http://schemas.microsoft.com/office/drawing/2014/main" id="{EDC65FE8-F026-504F-87BA-BC14B2CE1057}"/>
                    </a:ext>
                  </a:extLst>
                </p:cNvPr>
                <p:cNvSpPr txBox="1"/>
                <p:nvPr/>
              </p:nvSpPr>
              <p:spPr>
                <a:xfrm>
                  <a:off x="6429893" y="2920975"/>
                  <a:ext cx="451562" cy="361189"/>
                </a:xfrm>
                <a:prstGeom prst="rect">
                  <a:avLst/>
                </a:prstGeom>
                <a:noFill/>
              </p:spPr>
              <p:txBody>
                <a:bodyPr wrap="square">
                  <a:spAutoFit/>
                </a:bodyPr>
                <a:lstStyle/>
                <a:p>
                  <a:pPr>
                    <a:lnSpc>
                      <a:spcPts val="2020"/>
                    </a:lnSpc>
                    <a:defRPr/>
                  </a:pPr>
                  <a:r>
                    <a:rPr kumimoji="1" lang="en-US" altLang="ja-JP" sz="2200" b="1"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p>
              </p:txBody>
            </p:sp>
          </p:grpSp>
          <p:sp>
            <p:nvSpPr>
              <p:cNvPr id="27" name="テキスト ボックス 26">
                <a:extLst>
                  <a:ext uri="{FF2B5EF4-FFF2-40B4-BE49-F238E27FC236}">
                    <a16:creationId xmlns:a16="http://schemas.microsoft.com/office/drawing/2014/main" id="{A0BC605B-3069-0F0E-3E40-DF4CD0490AAC}"/>
                  </a:ext>
                </a:extLst>
              </p:cNvPr>
              <p:cNvSpPr txBox="1"/>
              <p:nvPr/>
            </p:nvSpPr>
            <p:spPr>
              <a:xfrm>
                <a:off x="4684822" y="3865586"/>
                <a:ext cx="1991687" cy="413639"/>
              </a:xfrm>
              <a:prstGeom prst="rect">
                <a:avLst/>
              </a:prstGeom>
              <a:noFill/>
            </p:spPr>
            <p:txBody>
              <a:bodyPr wrap="square">
                <a:spAutoFit/>
              </a:bodyPr>
              <a:lstStyle/>
              <a:p>
                <a:pPr algn="ctr">
                  <a:lnSpc>
                    <a:spcPts val="2780"/>
                  </a:lnSpc>
                  <a:defRPr/>
                </a:pPr>
                <a:r>
                  <a:rPr kumimoji="1" lang="ja-JP" altLang="en-US" sz="1600" spc="30">
                    <a:solidFill>
                      <a:srgbClr val="5485C4"/>
                    </a:solidFill>
                    <a:latin typeface="源ノ角ゴシック JP" panose="020B0500000000000000" pitchFamily="34" charset="-128"/>
                    <a:ea typeface="源ノ角ゴシック JP" panose="020B0500000000000000" pitchFamily="34" charset="-128"/>
                  </a:rPr>
                  <a:t>購入経験者の割合</a:t>
                </a:r>
                <a:endParaRPr kumimoji="1" lang="en-US" altLang="ja-JP" sz="1600" spc="30" dirty="0">
                  <a:solidFill>
                    <a:srgbClr val="5485C4"/>
                  </a:solidFill>
                  <a:latin typeface="源ノ角ゴシック JP" panose="020B0500000000000000" pitchFamily="34" charset="-128"/>
                  <a:ea typeface="源ノ角ゴシック JP" panose="020B0500000000000000" pitchFamily="34" charset="-128"/>
                </a:endParaRPr>
              </a:p>
            </p:txBody>
          </p:sp>
          <p:sp>
            <p:nvSpPr>
              <p:cNvPr id="28" name="テキスト ボックス 27">
                <a:extLst>
                  <a:ext uri="{FF2B5EF4-FFF2-40B4-BE49-F238E27FC236}">
                    <a16:creationId xmlns:a16="http://schemas.microsoft.com/office/drawing/2014/main" id="{1833560C-C447-0347-6EA6-072B70B42BB5}"/>
                  </a:ext>
                </a:extLst>
              </p:cNvPr>
              <p:cNvSpPr txBox="1"/>
              <p:nvPr/>
            </p:nvSpPr>
            <p:spPr>
              <a:xfrm>
                <a:off x="7211617" y="3865586"/>
                <a:ext cx="2819554" cy="413639"/>
              </a:xfrm>
              <a:prstGeom prst="rect">
                <a:avLst/>
              </a:prstGeom>
              <a:noFill/>
            </p:spPr>
            <p:txBody>
              <a:bodyPr wrap="square">
                <a:spAutoFit/>
              </a:bodyPr>
              <a:lstStyle/>
              <a:p>
                <a:pPr algn="ctr">
                  <a:lnSpc>
                    <a:spcPts val="2780"/>
                  </a:lnSpc>
                  <a:defRPr/>
                </a:pPr>
                <a:r>
                  <a:rPr kumimoji="1" lang="ja-JP" altLang="en-US" sz="1600" spc="30">
                    <a:solidFill>
                      <a:srgbClr val="C675A6"/>
                    </a:solidFill>
                    <a:latin typeface="源ノ角ゴシック JP" panose="020B0500000000000000" pitchFamily="34" charset="-128"/>
                    <a:ea typeface="源ノ角ゴシック JP" panose="020B0500000000000000" pitchFamily="34" charset="-128"/>
                  </a:rPr>
                  <a:t>購入者</a:t>
                </a:r>
                <a:r>
                  <a:rPr kumimoji="1" lang="en-US" altLang="ja-JP" sz="1600" spc="30" dirty="0">
                    <a:solidFill>
                      <a:srgbClr val="C675A6"/>
                    </a:solidFill>
                    <a:latin typeface="源ノ角ゴシック JP" panose="020B0500000000000000" pitchFamily="34" charset="-128"/>
                    <a:ea typeface="源ノ角ゴシック JP" panose="020B0500000000000000" pitchFamily="34" charset="-128"/>
                  </a:rPr>
                  <a:t>1</a:t>
                </a:r>
                <a:r>
                  <a:rPr kumimoji="1" lang="ja-JP" altLang="en-US" sz="1600" spc="30">
                    <a:solidFill>
                      <a:srgbClr val="C675A6"/>
                    </a:solidFill>
                    <a:latin typeface="源ノ角ゴシック JP" panose="020B0500000000000000" pitchFamily="34" charset="-128"/>
                    <a:ea typeface="源ノ角ゴシック JP" panose="020B0500000000000000" pitchFamily="34" charset="-128"/>
                  </a:rPr>
                  <a:t>人あたりの購入回数</a:t>
                </a:r>
                <a:endParaRPr kumimoji="1" lang="en-US" altLang="ja-JP" sz="1600" spc="30" dirty="0">
                  <a:solidFill>
                    <a:srgbClr val="C675A6"/>
                  </a:solidFill>
                  <a:latin typeface="源ノ角ゴシック JP" panose="020B0500000000000000" pitchFamily="34" charset="-128"/>
                  <a:ea typeface="源ノ角ゴシック JP" panose="020B0500000000000000" pitchFamily="34" charset="-128"/>
                </a:endParaRPr>
              </a:p>
            </p:txBody>
          </p:sp>
        </p:grpSp>
      </p:grpSp>
      <p:grpSp>
        <p:nvGrpSpPr>
          <p:cNvPr id="38" name="グループ化 37">
            <a:extLst>
              <a:ext uri="{FF2B5EF4-FFF2-40B4-BE49-F238E27FC236}">
                <a16:creationId xmlns:a16="http://schemas.microsoft.com/office/drawing/2014/main" id="{A1113CF1-3B1F-7ACD-144D-FF6C54ABAD34}"/>
              </a:ext>
            </a:extLst>
          </p:cNvPr>
          <p:cNvGrpSpPr/>
          <p:nvPr/>
        </p:nvGrpSpPr>
        <p:grpSpPr>
          <a:xfrm>
            <a:off x="6428300" y="4677859"/>
            <a:ext cx="5180867" cy="1700234"/>
            <a:chOff x="6676509" y="4275694"/>
            <a:chExt cx="5180867" cy="1700234"/>
          </a:xfrm>
        </p:grpSpPr>
        <p:sp>
          <p:nvSpPr>
            <p:cNvPr id="32" name="正方形/長方形 31">
              <a:extLst>
                <a:ext uri="{FF2B5EF4-FFF2-40B4-BE49-F238E27FC236}">
                  <a16:creationId xmlns:a16="http://schemas.microsoft.com/office/drawing/2014/main" id="{9286DD98-9853-43BF-8FFE-208E4E4D9C5A}"/>
                </a:ext>
              </a:extLst>
            </p:cNvPr>
            <p:cNvSpPr/>
            <p:nvPr/>
          </p:nvSpPr>
          <p:spPr>
            <a:xfrm>
              <a:off x="6676509" y="4696210"/>
              <a:ext cx="2751496" cy="901026"/>
            </a:xfrm>
            <a:prstGeom prst="rect">
              <a:avLst/>
            </a:prstGeom>
            <a:solidFill>
              <a:srgbClr val="5485C4">
                <a:alpha val="90037"/>
              </a:srgbClr>
            </a:solidFill>
            <a:ln>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正方形/長方形 32">
              <a:extLst>
                <a:ext uri="{FF2B5EF4-FFF2-40B4-BE49-F238E27FC236}">
                  <a16:creationId xmlns:a16="http://schemas.microsoft.com/office/drawing/2014/main" id="{7DE72FFE-65DD-CDD8-DA38-F23AE08E61B6}"/>
                </a:ext>
              </a:extLst>
            </p:cNvPr>
            <p:cNvSpPr/>
            <p:nvPr/>
          </p:nvSpPr>
          <p:spPr>
            <a:xfrm>
              <a:off x="9428005" y="4696690"/>
              <a:ext cx="1135736" cy="900545"/>
            </a:xfrm>
            <a:prstGeom prst="rect">
              <a:avLst/>
            </a:prstGeom>
            <a:solidFill>
              <a:srgbClr val="C675A6">
                <a:alpha val="90037"/>
              </a:srgbClr>
            </a:solidFill>
            <a:ln>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テキスト ボックス 33">
              <a:extLst>
                <a:ext uri="{FF2B5EF4-FFF2-40B4-BE49-F238E27FC236}">
                  <a16:creationId xmlns:a16="http://schemas.microsoft.com/office/drawing/2014/main" id="{0F22BBC9-4A26-2A25-4A0C-3F8921991064}"/>
                </a:ext>
              </a:extLst>
            </p:cNvPr>
            <p:cNvSpPr txBox="1"/>
            <p:nvPr/>
          </p:nvSpPr>
          <p:spPr>
            <a:xfrm>
              <a:off x="6688661" y="5597235"/>
              <a:ext cx="2727191" cy="378693"/>
            </a:xfrm>
            <a:prstGeom prst="rect">
              <a:avLst/>
            </a:prstGeom>
            <a:noFill/>
          </p:spPr>
          <p:txBody>
            <a:bodyPr wrap="square">
              <a:spAutoFit/>
            </a:bodyPr>
            <a:lstStyle/>
            <a:p>
              <a:pPr algn="ctr">
                <a:lnSpc>
                  <a:spcPts val="2480"/>
                </a:lnSpc>
                <a:defRPr/>
              </a:pPr>
              <a:r>
                <a:rPr kumimoji="1" lang="ja-JP" altLang="en-US" sz="1500" spc="30">
                  <a:solidFill>
                    <a:srgbClr val="5485C4"/>
                  </a:solidFill>
                  <a:latin typeface="源ノ角ゴシック JP" panose="020B0500000000000000" pitchFamily="34" charset="-128"/>
                  <a:ea typeface="源ノ角ゴシック JP" panose="020B0500000000000000" pitchFamily="34" charset="-128"/>
                </a:rPr>
                <a:t>購入経験者の割合</a:t>
              </a:r>
              <a:r>
                <a:rPr kumimoji="1" lang="ja-JP" altLang="en-US" sz="1500" spc="30">
                  <a:solidFill>
                    <a:srgbClr val="DCD8DC">
                      <a:lumMod val="25000"/>
                    </a:srgbClr>
                  </a:solidFill>
                  <a:latin typeface="源ノ角ゴシック JP" panose="020B0500000000000000" pitchFamily="34" charset="-128"/>
                  <a:ea typeface="源ノ角ゴシック JP" panose="020B0500000000000000" pitchFamily="34" charset="-128"/>
                </a:rPr>
                <a:t>による寄与</a:t>
              </a:r>
              <a:endParaRPr kumimoji="1" lang="en-US" altLang="ja-JP" sz="150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35" name="テキスト ボックス 34">
              <a:extLst>
                <a:ext uri="{FF2B5EF4-FFF2-40B4-BE49-F238E27FC236}">
                  <a16:creationId xmlns:a16="http://schemas.microsoft.com/office/drawing/2014/main" id="{27325B1A-3C88-F957-3180-427896679FB5}"/>
                </a:ext>
              </a:extLst>
            </p:cNvPr>
            <p:cNvSpPr txBox="1"/>
            <p:nvPr/>
          </p:nvSpPr>
          <p:spPr>
            <a:xfrm>
              <a:off x="8134370" y="4275694"/>
              <a:ext cx="3723006" cy="378693"/>
            </a:xfrm>
            <a:prstGeom prst="rect">
              <a:avLst/>
            </a:prstGeom>
            <a:noFill/>
          </p:spPr>
          <p:txBody>
            <a:bodyPr wrap="square">
              <a:spAutoFit/>
            </a:bodyPr>
            <a:lstStyle/>
            <a:p>
              <a:pPr algn="ctr">
                <a:lnSpc>
                  <a:spcPts val="2480"/>
                </a:lnSpc>
                <a:defRPr/>
              </a:pPr>
              <a:r>
                <a:rPr kumimoji="1" lang="ja-JP" altLang="en-US" sz="1500" spc="30">
                  <a:solidFill>
                    <a:srgbClr val="C675A6"/>
                  </a:solidFill>
                  <a:latin typeface="源ノ角ゴシック JP" panose="020B0500000000000000" pitchFamily="34" charset="-128"/>
                  <a:ea typeface="源ノ角ゴシック JP" panose="020B0500000000000000" pitchFamily="34" charset="-128"/>
                </a:rPr>
                <a:t>購入者</a:t>
              </a:r>
              <a:r>
                <a:rPr kumimoji="1" lang="en-US" altLang="ja-JP" sz="1500" spc="30" dirty="0">
                  <a:solidFill>
                    <a:srgbClr val="C675A6"/>
                  </a:solidFill>
                  <a:latin typeface="源ノ角ゴシック JP" panose="020B0500000000000000" pitchFamily="34" charset="-128"/>
                  <a:ea typeface="源ノ角ゴシック JP" panose="020B0500000000000000" pitchFamily="34" charset="-128"/>
                </a:rPr>
                <a:t>1</a:t>
              </a:r>
              <a:r>
                <a:rPr kumimoji="1" lang="ja-JP" altLang="en-US" sz="1500" spc="30">
                  <a:solidFill>
                    <a:srgbClr val="C675A6"/>
                  </a:solidFill>
                  <a:latin typeface="源ノ角ゴシック JP" panose="020B0500000000000000" pitchFamily="34" charset="-128"/>
                  <a:ea typeface="源ノ角ゴシック JP" panose="020B0500000000000000" pitchFamily="34" charset="-128"/>
                </a:rPr>
                <a:t>人あたりの購入回数</a:t>
              </a:r>
              <a:r>
                <a:rPr kumimoji="1" lang="ja-JP" altLang="en-US" sz="1500" spc="30">
                  <a:solidFill>
                    <a:srgbClr val="DCD8DC">
                      <a:lumMod val="25000"/>
                    </a:srgbClr>
                  </a:solidFill>
                  <a:latin typeface="源ノ角ゴシック JP" panose="020B0500000000000000" pitchFamily="34" charset="-128"/>
                  <a:ea typeface="源ノ角ゴシック JP" panose="020B0500000000000000" pitchFamily="34" charset="-128"/>
                </a:rPr>
                <a:t>による寄与</a:t>
              </a:r>
              <a:endParaRPr kumimoji="1" lang="en-US" altLang="ja-JP" sz="150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36" name="テキスト ボックス 35">
              <a:extLst>
                <a:ext uri="{FF2B5EF4-FFF2-40B4-BE49-F238E27FC236}">
                  <a16:creationId xmlns:a16="http://schemas.microsoft.com/office/drawing/2014/main" id="{9742110C-7F5E-1E3D-AC26-7128545477B1}"/>
                </a:ext>
              </a:extLst>
            </p:cNvPr>
            <p:cNvSpPr txBox="1"/>
            <p:nvPr/>
          </p:nvSpPr>
          <p:spPr>
            <a:xfrm>
              <a:off x="7656103" y="4954791"/>
              <a:ext cx="950894" cy="378693"/>
            </a:xfrm>
            <a:prstGeom prst="rect">
              <a:avLst/>
            </a:prstGeom>
            <a:noFill/>
          </p:spPr>
          <p:txBody>
            <a:bodyPr wrap="square">
              <a:spAutoFit/>
            </a:bodyPr>
            <a:lstStyle/>
            <a:p>
              <a:pPr algn="ctr">
                <a:lnSpc>
                  <a:spcPts val="2480"/>
                </a:lnSpc>
                <a:defRPr/>
              </a:pPr>
              <a:r>
                <a:rPr kumimoji="1" lang="en-US" altLang="ja-JP" sz="1500" spc="30" dirty="0">
                  <a:solidFill>
                    <a:schemeClr val="bg1"/>
                  </a:solidFill>
                  <a:latin typeface="源ノ角ゴシック JP" panose="020B0500000000000000" pitchFamily="34" charset="-128"/>
                  <a:ea typeface="源ノ角ゴシック JP" panose="020B0500000000000000" pitchFamily="34" charset="-128"/>
                </a:rPr>
                <a:t>66.9 %</a:t>
              </a:r>
            </a:p>
          </p:txBody>
        </p:sp>
        <p:sp>
          <p:nvSpPr>
            <p:cNvPr id="37" name="テキスト ボックス 36">
              <a:extLst>
                <a:ext uri="{FF2B5EF4-FFF2-40B4-BE49-F238E27FC236}">
                  <a16:creationId xmlns:a16="http://schemas.microsoft.com/office/drawing/2014/main" id="{5A1BD439-1EBD-A2F7-34FB-565F7B203E12}"/>
                </a:ext>
              </a:extLst>
            </p:cNvPr>
            <p:cNvSpPr txBox="1"/>
            <p:nvPr/>
          </p:nvSpPr>
          <p:spPr>
            <a:xfrm>
              <a:off x="9555724" y="4954791"/>
              <a:ext cx="950894" cy="378693"/>
            </a:xfrm>
            <a:prstGeom prst="rect">
              <a:avLst/>
            </a:prstGeom>
            <a:noFill/>
          </p:spPr>
          <p:txBody>
            <a:bodyPr wrap="square">
              <a:spAutoFit/>
            </a:bodyPr>
            <a:lstStyle/>
            <a:p>
              <a:pPr algn="ctr">
                <a:lnSpc>
                  <a:spcPts val="2480"/>
                </a:lnSpc>
                <a:defRPr/>
              </a:pPr>
              <a:r>
                <a:rPr kumimoji="1" lang="en-US" altLang="ja-JP" sz="1500" spc="30" dirty="0">
                  <a:solidFill>
                    <a:schemeClr val="bg1"/>
                  </a:solidFill>
                  <a:latin typeface="源ノ角ゴシック JP" panose="020B0500000000000000" pitchFamily="34" charset="-128"/>
                  <a:ea typeface="源ノ角ゴシック JP" panose="020B0500000000000000" pitchFamily="34" charset="-128"/>
                </a:rPr>
                <a:t>33.1 %</a:t>
              </a:r>
            </a:p>
          </p:txBody>
        </p:sp>
      </p:grpSp>
      <p:grpSp>
        <p:nvGrpSpPr>
          <p:cNvPr id="40" name="グループ化 39">
            <a:extLst>
              <a:ext uri="{FF2B5EF4-FFF2-40B4-BE49-F238E27FC236}">
                <a16:creationId xmlns:a16="http://schemas.microsoft.com/office/drawing/2014/main" id="{C4F3D5A7-C0DD-4D0C-6DA4-1DFDFE6C56F0}"/>
              </a:ext>
            </a:extLst>
          </p:cNvPr>
          <p:cNvGrpSpPr/>
          <p:nvPr/>
        </p:nvGrpSpPr>
        <p:grpSpPr>
          <a:xfrm>
            <a:off x="658631" y="4491442"/>
            <a:ext cx="5465079" cy="1865253"/>
            <a:chOff x="630921" y="4452104"/>
            <a:chExt cx="5465079" cy="1865253"/>
          </a:xfrm>
        </p:grpSpPr>
        <p:sp>
          <p:nvSpPr>
            <p:cNvPr id="31" name="テキスト ボックス 30">
              <a:extLst>
                <a:ext uri="{FF2B5EF4-FFF2-40B4-BE49-F238E27FC236}">
                  <a16:creationId xmlns:a16="http://schemas.microsoft.com/office/drawing/2014/main" id="{829290F6-FB8D-CA83-8CDD-1D6631AC91F6}"/>
                </a:ext>
              </a:extLst>
            </p:cNvPr>
            <p:cNvSpPr txBox="1"/>
            <p:nvPr/>
          </p:nvSpPr>
          <p:spPr>
            <a:xfrm>
              <a:off x="630921" y="4452104"/>
              <a:ext cx="5465079" cy="1019895"/>
            </a:xfrm>
            <a:prstGeom prst="rect">
              <a:avLst/>
            </a:prstGeom>
            <a:noFill/>
          </p:spPr>
          <p:txBody>
            <a:bodyPr wrap="square">
              <a:spAutoFit/>
            </a:bodyPr>
            <a:lstStyle/>
            <a:p>
              <a:pPr>
                <a:lnSpc>
                  <a:spcPts val="2480"/>
                </a:lnSpc>
                <a:defRPr/>
              </a:pPr>
              <a:r>
                <a:rPr kumimoji="1" lang="ja-JP" altLang="en-US" sz="1500" spc="30">
                  <a:solidFill>
                    <a:srgbClr val="DCD8DC">
                      <a:lumMod val="25000"/>
                    </a:srgbClr>
                  </a:solidFill>
                  <a:latin typeface="源ノ角ゴシック JP" panose="020B0500000000000000" pitchFamily="34" charset="-128"/>
                  <a:ea typeface="源ノ角ゴシック JP" panose="020B0500000000000000" pitchFamily="34" charset="-128"/>
                </a:rPr>
                <a:t>シャープレイ分解の結果、</a:t>
              </a:r>
              <a:endParaRPr kumimoji="1" lang="en-US" altLang="ja-JP" sz="1500" spc="3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480"/>
                </a:lnSpc>
                <a:defRPr/>
              </a:pPr>
              <a:r>
                <a:rPr kumimoji="1" lang="ja-JP" altLang="en-US" sz="1500" spc="30">
                  <a:solidFill>
                    <a:srgbClr val="DCD8DC">
                      <a:lumMod val="25000"/>
                    </a:srgbClr>
                  </a:solidFill>
                  <a:latin typeface="源ノ角ゴシック JP" panose="020B0500000000000000" pitchFamily="34" charset="-128"/>
                  <a:ea typeface="源ノ角ゴシック JP" panose="020B0500000000000000" pitchFamily="34" charset="-128"/>
                </a:rPr>
                <a:t>若年層における</a:t>
              </a:r>
              <a:r>
                <a:rPr kumimoji="1" lang="ja-JP" altLang="en-US" sz="1500" b="1" spc="30">
                  <a:solidFill>
                    <a:srgbClr val="DCD8DC">
                      <a:lumMod val="25000"/>
                    </a:srgbClr>
                  </a:solidFill>
                  <a:latin typeface="源ノ角ゴシック JP" panose="020B0500000000000000" pitchFamily="34" charset="-128"/>
                  <a:ea typeface="源ノ角ゴシック JP" panose="020B0500000000000000" pitchFamily="34" charset="-128"/>
                </a:rPr>
                <a:t>購買記録数の少なさ</a:t>
              </a:r>
              <a:r>
                <a:rPr kumimoji="1" lang="ja-JP" altLang="en-US" sz="1500" spc="30">
                  <a:solidFill>
                    <a:srgbClr val="DCD8DC">
                      <a:lumMod val="25000"/>
                    </a:srgbClr>
                  </a:solidFill>
                  <a:latin typeface="源ノ角ゴシック JP" panose="020B0500000000000000" pitchFamily="34" charset="-128"/>
                  <a:ea typeface="源ノ角ゴシック JP" panose="020B0500000000000000" pitchFamily="34" charset="-128"/>
                </a:rPr>
                <a:t>は、</a:t>
              </a:r>
              <a:r>
                <a:rPr kumimoji="1" lang="ja-JP" altLang="en-US" sz="1500" spc="30">
                  <a:solidFill>
                    <a:srgbClr val="5485C4"/>
                  </a:solidFill>
                  <a:latin typeface="源ノ角ゴシック JP" panose="020B0500000000000000" pitchFamily="34" charset="-128"/>
                  <a:ea typeface="源ノ角ゴシック JP" panose="020B0500000000000000" pitchFamily="34" charset="-128"/>
                </a:rPr>
                <a:t>購入経験者の割合</a:t>
              </a:r>
              <a:r>
                <a:rPr kumimoji="1" lang="ja-JP" altLang="en-US" sz="1500" spc="30">
                  <a:solidFill>
                    <a:srgbClr val="DCD8DC">
                      <a:lumMod val="25000"/>
                    </a:srgbClr>
                  </a:solidFill>
                  <a:latin typeface="源ノ角ゴシック JP" panose="020B0500000000000000" pitchFamily="34" charset="-128"/>
                  <a:ea typeface="源ノ角ゴシック JP" panose="020B0500000000000000" pitchFamily="34" charset="-128"/>
                </a:rPr>
                <a:t>に強く起因することが示された</a:t>
              </a:r>
              <a:endParaRPr kumimoji="1" lang="en-US" altLang="ja-JP" sz="150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39" name="テキスト ボックス 38">
              <a:extLst>
                <a:ext uri="{FF2B5EF4-FFF2-40B4-BE49-F238E27FC236}">
                  <a16:creationId xmlns:a16="http://schemas.microsoft.com/office/drawing/2014/main" id="{44F17ABF-2489-6225-575E-D084151FBFDA}"/>
                </a:ext>
              </a:extLst>
            </p:cNvPr>
            <p:cNvSpPr txBox="1"/>
            <p:nvPr/>
          </p:nvSpPr>
          <p:spPr>
            <a:xfrm>
              <a:off x="630921" y="5618063"/>
              <a:ext cx="4730787" cy="699294"/>
            </a:xfrm>
            <a:prstGeom prst="rect">
              <a:avLst/>
            </a:prstGeom>
            <a:noFill/>
          </p:spPr>
          <p:txBody>
            <a:bodyPr wrap="square">
              <a:spAutoFit/>
            </a:bodyPr>
            <a:lstStyle/>
            <a:p>
              <a:pPr>
                <a:lnSpc>
                  <a:spcPts val="2480"/>
                </a:lnSpc>
                <a:defRPr/>
              </a:pPr>
              <a:r>
                <a:rPr kumimoji="1" lang="ja-JP" altLang="en-US" sz="1500" spc="30">
                  <a:solidFill>
                    <a:srgbClr val="C00000"/>
                  </a:solidFill>
                  <a:latin typeface="源ノ角ゴシック JP" panose="020B0500000000000000" pitchFamily="34" charset="-128"/>
                  <a:ea typeface="源ノ角ゴシック JP" panose="020B0500000000000000" pitchFamily="34" charset="-128"/>
                </a:rPr>
                <a:t>→「商品を購入した経験のある人が少ないこと」が　　</a:t>
              </a:r>
              <a:endParaRPr kumimoji="1" lang="en-US" altLang="ja-JP" sz="1500" spc="30" dirty="0">
                <a:solidFill>
                  <a:srgbClr val="C00000"/>
                </a:solidFill>
                <a:latin typeface="源ノ角ゴシック JP" panose="020B0500000000000000" pitchFamily="34" charset="-128"/>
                <a:ea typeface="源ノ角ゴシック JP" panose="020B0500000000000000" pitchFamily="34" charset="-128"/>
              </a:endParaRPr>
            </a:p>
            <a:p>
              <a:pPr>
                <a:lnSpc>
                  <a:spcPts val="2480"/>
                </a:lnSpc>
                <a:defRPr/>
              </a:pPr>
              <a:r>
                <a:rPr kumimoji="1" lang="ja-JP" altLang="en-US" sz="1500" spc="30">
                  <a:solidFill>
                    <a:srgbClr val="C00000"/>
                  </a:solidFill>
                  <a:latin typeface="源ノ角ゴシック JP" panose="020B0500000000000000" pitchFamily="34" charset="-128"/>
                  <a:ea typeface="源ノ角ゴシック JP" panose="020B0500000000000000" pitchFamily="34" charset="-128"/>
                </a:rPr>
                <a:t>　</a:t>
              </a:r>
              <a:r>
                <a:rPr kumimoji="1" lang="en-US" altLang="ja-JP" sz="1500" spc="30" dirty="0">
                  <a:solidFill>
                    <a:srgbClr val="C00000"/>
                  </a:solidFill>
                  <a:latin typeface="源ノ角ゴシック JP" panose="020B0500000000000000" pitchFamily="34" charset="-128"/>
                  <a:ea typeface="源ノ角ゴシック JP" panose="020B0500000000000000" pitchFamily="34" charset="-128"/>
                </a:rPr>
                <a:t>  </a:t>
              </a:r>
              <a:r>
                <a:rPr kumimoji="1" lang="ja-JP" altLang="en-US" sz="1500" spc="30">
                  <a:solidFill>
                    <a:srgbClr val="C00000"/>
                  </a:solidFill>
                  <a:latin typeface="源ノ角ゴシック JP" panose="020B0500000000000000" pitchFamily="34" charset="-128"/>
                  <a:ea typeface="源ノ角ゴシック JP" panose="020B0500000000000000" pitchFamily="34" charset="-128"/>
                </a:rPr>
                <a:t>主要なボトルネックである</a:t>
              </a:r>
              <a:endParaRPr kumimoji="1" lang="en-US" altLang="ja-JP" sz="1500" spc="30" dirty="0">
                <a:solidFill>
                  <a:srgbClr val="C00000"/>
                </a:solidFill>
                <a:latin typeface="源ノ角ゴシック JP" panose="020B0500000000000000" pitchFamily="34" charset="-128"/>
                <a:ea typeface="源ノ角ゴシック JP" panose="020B0500000000000000" pitchFamily="34" charset="-128"/>
              </a:endParaRPr>
            </a:p>
          </p:txBody>
        </p:sp>
      </p:grpSp>
    </p:spTree>
    <p:extLst>
      <p:ext uri="{BB962C8B-B14F-4D97-AF65-F5344CB8AC3E}">
        <p14:creationId xmlns:p14="http://schemas.microsoft.com/office/powerpoint/2010/main" val="90626128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A294C5EE-A403-B388-3FD2-C483314F4E88}"/>
              </a:ext>
            </a:extLst>
          </p:cNvPr>
          <p:cNvSpPr txBox="1"/>
          <p:nvPr/>
        </p:nvSpPr>
        <p:spPr>
          <a:xfrm>
            <a:off x="223842" y="485067"/>
            <a:ext cx="10624972" cy="507619"/>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defRPr/>
            </a:pPr>
            <a:r>
              <a:rPr lang="ja-JP" altLang="en-US" sz="2200" b="1" spc="50">
                <a:solidFill>
                  <a:srgbClr val="42557A"/>
                </a:solidFill>
                <a:latin typeface="源ノ角ゴシック JP" panose="020B0500000000000000" pitchFamily="34" charset="-128"/>
                <a:ea typeface="源ノ角ゴシック JP" panose="020B0500000000000000" pitchFamily="34" charset="-128"/>
              </a:rPr>
              <a:t>「対応」商品を購入した経験のある人が少ないことがボトルネックである</a:t>
            </a:r>
            <a:endParaRPr lang="en-US" altLang="ja-JP" sz="2200" b="1" spc="50" dirty="0">
              <a:solidFill>
                <a:srgbClr val="42557A"/>
              </a:solidFill>
              <a:latin typeface="源ノ角ゴシック JP" panose="020B0500000000000000" pitchFamily="34" charset="-128"/>
              <a:ea typeface="源ノ角ゴシック JP" panose="020B0500000000000000" pitchFamily="34" charset="-128"/>
            </a:endParaRPr>
          </a:p>
        </p:txBody>
      </p:sp>
      <p:grpSp>
        <p:nvGrpSpPr>
          <p:cNvPr id="13" name="グループ化 12">
            <a:extLst>
              <a:ext uri="{FF2B5EF4-FFF2-40B4-BE49-F238E27FC236}">
                <a16:creationId xmlns:a16="http://schemas.microsoft.com/office/drawing/2014/main" id="{99CE572E-1670-BB59-CB3C-88899EDC8DBA}"/>
              </a:ext>
            </a:extLst>
          </p:cNvPr>
          <p:cNvGrpSpPr/>
          <p:nvPr/>
        </p:nvGrpSpPr>
        <p:grpSpPr>
          <a:xfrm>
            <a:off x="710731" y="1161733"/>
            <a:ext cx="8449035" cy="1017623"/>
            <a:chOff x="710731" y="1145967"/>
            <a:chExt cx="8449035" cy="1017623"/>
          </a:xfrm>
        </p:grpSpPr>
        <p:sp>
          <p:nvSpPr>
            <p:cNvPr id="3" name="テキスト ボックス 2">
              <a:extLst>
                <a:ext uri="{FF2B5EF4-FFF2-40B4-BE49-F238E27FC236}">
                  <a16:creationId xmlns:a16="http://schemas.microsoft.com/office/drawing/2014/main" id="{1EE779C9-3058-7995-FDD2-FCB6FFF60CCB}"/>
                </a:ext>
              </a:extLst>
            </p:cNvPr>
            <p:cNvSpPr txBox="1"/>
            <p:nvPr/>
          </p:nvSpPr>
          <p:spPr>
            <a:xfrm>
              <a:off x="710733" y="1145967"/>
              <a:ext cx="4868430" cy="333681"/>
            </a:xfrm>
            <a:prstGeom prst="rect">
              <a:avLst/>
            </a:prstGeom>
            <a:noFill/>
          </p:spPr>
          <p:txBody>
            <a:bodyPr wrap="square">
              <a:spAutoFit/>
            </a:bodyPr>
            <a:lstStyle/>
            <a:p>
              <a:pPr>
                <a:lnSpc>
                  <a:spcPts val="2020"/>
                </a:lnSpc>
                <a:defRPr/>
              </a:pPr>
              <a:r>
                <a:rPr kumimoji="1" lang="ja-JP" altLang="en-US" sz="1600" b="1" spc="30">
                  <a:solidFill>
                    <a:schemeClr val="bg2">
                      <a:lumMod val="25000"/>
                    </a:schemeClr>
                  </a:solidFill>
                  <a:latin typeface="源ノ角ゴシック JP" panose="020B0500000000000000" pitchFamily="34" charset="-128"/>
                  <a:ea typeface="源ノ角ゴシック JP" panose="020B0500000000000000" pitchFamily="34" charset="-128"/>
                </a:rPr>
                <a:t>シャープレイ分解の計算方法</a:t>
              </a:r>
              <a:endParaRPr kumimoji="1" lang="en-US" altLang="ja-JP" sz="1600" b="1" spc="30" dirty="0">
                <a:solidFill>
                  <a:schemeClr val="bg2">
                    <a:lumMod val="25000"/>
                  </a:schemeClr>
                </a:solidFill>
                <a:latin typeface="源ノ角ゴシック JP" panose="020B0500000000000000" pitchFamily="34" charset="-128"/>
                <a:ea typeface="源ノ角ゴシック JP" panose="020B0500000000000000" pitchFamily="34" charset="-128"/>
              </a:endParaRPr>
            </a:p>
          </p:txBody>
        </p:sp>
        <p:sp>
          <p:nvSpPr>
            <p:cNvPr id="4" name="テキスト ボックス 3">
              <a:extLst>
                <a:ext uri="{FF2B5EF4-FFF2-40B4-BE49-F238E27FC236}">
                  <a16:creationId xmlns:a16="http://schemas.microsoft.com/office/drawing/2014/main" id="{62E72817-0727-A600-6A35-D279BEDEFD79}"/>
                </a:ext>
              </a:extLst>
            </p:cNvPr>
            <p:cNvSpPr txBox="1"/>
            <p:nvPr/>
          </p:nvSpPr>
          <p:spPr>
            <a:xfrm>
              <a:off x="710731" y="1531622"/>
              <a:ext cx="8449035" cy="631968"/>
            </a:xfrm>
            <a:prstGeom prst="rect">
              <a:avLst/>
            </a:prstGeom>
            <a:noFill/>
          </p:spPr>
          <p:txBody>
            <a:bodyPr wrap="square">
              <a:spAutoFit/>
            </a:bodyPr>
            <a:lstStyle/>
            <a:p>
              <a:pPr>
                <a:lnSpc>
                  <a:spcPts val="2180"/>
                </a:lnSpc>
                <a:defRPr/>
              </a:pPr>
              <a:r>
                <a:rPr kumimoji="1" lang="ja-JP" altLang="en-US" sz="1500" spc="50">
                  <a:solidFill>
                    <a:srgbClr val="DCD8DC">
                      <a:lumMod val="25000"/>
                    </a:srgbClr>
                  </a:solidFill>
                  <a:latin typeface="源ノ角ゴシック JP" panose="020B0500000000000000" pitchFamily="34" charset="-128"/>
                  <a:ea typeface="源ノ角ゴシック JP" panose="020B0500000000000000" pitchFamily="34" charset="-128"/>
                </a:rPr>
                <a:t>→ 若年層（男女</a:t>
              </a:r>
              <a:r>
                <a:rPr kumimoji="1" lang="en-US" altLang="ja-JP" sz="1500" spc="50" dirty="0">
                  <a:solidFill>
                    <a:srgbClr val="DCD8DC">
                      <a:lumMod val="25000"/>
                    </a:srgbClr>
                  </a:solidFill>
                  <a:latin typeface="源ノ角ゴシック JP" panose="020B0500000000000000" pitchFamily="34" charset="-128"/>
                  <a:ea typeface="源ノ角ゴシック JP" panose="020B0500000000000000" pitchFamily="34" charset="-128"/>
                </a:rPr>
                <a:t>20–30</a:t>
              </a:r>
              <a:r>
                <a:rPr kumimoji="1" lang="ja-JP" altLang="en-US" sz="1500" spc="50">
                  <a:solidFill>
                    <a:srgbClr val="DCD8DC">
                      <a:lumMod val="25000"/>
                    </a:srgbClr>
                  </a:solidFill>
                  <a:latin typeface="源ノ角ゴシック JP" panose="020B0500000000000000" pitchFamily="34" charset="-128"/>
                  <a:ea typeface="源ノ角ゴシック JP" panose="020B0500000000000000" pitchFamily="34" charset="-128"/>
                </a:rPr>
                <a:t>代）と中高年層（男女</a:t>
              </a:r>
              <a:r>
                <a:rPr kumimoji="1" lang="en-US" altLang="ja-JP" sz="1500" spc="50" dirty="0">
                  <a:solidFill>
                    <a:srgbClr val="DCD8DC">
                      <a:lumMod val="25000"/>
                    </a:srgbClr>
                  </a:solidFill>
                  <a:latin typeface="源ノ角ゴシック JP" panose="020B0500000000000000" pitchFamily="34" charset="-128"/>
                  <a:ea typeface="源ノ角ゴシック JP" panose="020B0500000000000000" pitchFamily="34" charset="-128"/>
                </a:rPr>
                <a:t>40–50</a:t>
              </a:r>
              <a:r>
                <a:rPr kumimoji="1" lang="ja-JP" altLang="en-US" sz="1500" spc="50">
                  <a:solidFill>
                    <a:srgbClr val="DCD8DC">
                      <a:lumMod val="25000"/>
                    </a:srgbClr>
                  </a:solidFill>
                  <a:latin typeface="源ノ角ゴシック JP" panose="020B0500000000000000" pitchFamily="34" charset="-128"/>
                  <a:ea typeface="源ノ角ゴシック JP" panose="020B0500000000000000" pitchFamily="34" charset="-128"/>
                </a:rPr>
                <a:t>代）の二群比較をベースに、</a:t>
              </a:r>
              <a:endParaRPr kumimoji="1" lang="en-US" altLang="ja-JP" sz="1500" spc="5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180"/>
                </a:lnSpc>
                <a:defRPr/>
              </a:pPr>
              <a:r>
                <a:rPr kumimoji="1" lang="ja-JP" altLang="en-US" sz="1500" spc="5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en-US" altLang="ja-JP" sz="1500" spc="5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500" u="sng" spc="50">
                  <a:solidFill>
                    <a:srgbClr val="DCD8DC">
                      <a:lumMod val="25000"/>
                    </a:srgbClr>
                  </a:solidFill>
                  <a:latin typeface="源ノ角ゴシック JP" panose="020B0500000000000000" pitchFamily="34" charset="-128"/>
                  <a:ea typeface="源ノ角ゴシック JP" panose="020B0500000000000000" pitchFamily="34" charset="-128"/>
                </a:rPr>
                <a:t>購買記録数への寄与量</a:t>
              </a:r>
              <a:r>
                <a:rPr kumimoji="1" lang="ja-JP" altLang="en-US" sz="1500" spc="50">
                  <a:solidFill>
                    <a:srgbClr val="DCD8DC">
                      <a:lumMod val="25000"/>
                    </a:srgbClr>
                  </a:solidFill>
                  <a:latin typeface="源ノ角ゴシック JP" panose="020B0500000000000000" pitchFamily="34" charset="-128"/>
                  <a:ea typeface="源ノ角ゴシック JP" panose="020B0500000000000000" pitchFamily="34" charset="-128"/>
                </a:rPr>
                <a:t>をそれぞれ以下の式に基づいて計算する</a:t>
              </a:r>
              <a:endParaRPr kumimoji="1" lang="en-US" altLang="ja-JP" sz="1500" spc="5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grpSp>
        <p:nvGrpSpPr>
          <p:cNvPr id="12" name="グループ化 11">
            <a:extLst>
              <a:ext uri="{FF2B5EF4-FFF2-40B4-BE49-F238E27FC236}">
                <a16:creationId xmlns:a16="http://schemas.microsoft.com/office/drawing/2014/main" id="{4A3D4CF4-3F87-F64F-7E05-D3868E31E0E8}"/>
              </a:ext>
            </a:extLst>
          </p:cNvPr>
          <p:cNvGrpSpPr/>
          <p:nvPr/>
        </p:nvGrpSpPr>
        <p:grpSpPr>
          <a:xfrm>
            <a:off x="348635" y="2603992"/>
            <a:ext cx="11289818" cy="1915459"/>
            <a:chOff x="348635" y="2430566"/>
            <a:chExt cx="11289818" cy="1915459"/>
          </a:xfrm>
        </p:grpSpPr>
        <p:sp>
          <p:nvSpPr>
            <p:cNvPr id="6" name="テキスト ボックス 5">
              <a:extLst>
                <a:ext uri="{FF2B5EF4-FFF2-40B4-BE49-F238E27FC236}">
                  <a16:creationId xmlns:a16="http://schemas.microsoft.com/office/drawing/2014/main" id="{32FF6AFD-2DF9-B870-FD1E-411CDCCFDA0C}"/>
                </a:ext>
              </a:extLst>
            </p:cNvPr>
            <p:cNvSpPr txBox="1"/>
            <p:nvPr/>
          </p:nvSpPr>
          <p:spPr>
            <a:xfrm>
              <a:off x="734107" y="2430567"/>
              <a:ext cx="3371412" cy="333617"/>
            </a:xfrm>
            <a:prstGeom prst="rect">
              <a:avLst/>
            </a:prstGeom>
            <a:noFill/>
          </p:spPr>
          <p:txBody>
            <a:bodyPr wrap="square">
              <a:spAutoFit/>
            </a:bodyPr>
            <a:lstStyle/>
            <a:p>
              <a:pPr>
                <a:lnSpc>
                  <a:spcPts val="1980"/>
                </a:lnSpc>
                <a:defRPr/>
              </a:pPr>
              <a:r>
                <a:rPr kumimoji="1" lang="ja-JP" altLang="en-US" sz="1600" spc="30">
                  <a:solidFill>
                    <a:srgbClr val="5485C4"/>
                  </a:solidFill>
                  <a:latin typeface="源ノ角ゴシック JP" panose="020B0500000000000000" pitchFamily="34" charset="-128"/>
                  <a:ea typeface="源ノ角ゴシック JP" panose="020B0500000000000000" pitchFamily="34" charset="-128"/>
                </a:rPr>
                <a:t>購入経験者の割合</a:t>
              </a:r>
              <a:r>
                <a:rPr kumimoji="1" lang="ja-JP" altLang="en-US" sz="1600" spc="30">
                  <a:solidFill>
                    <a:srgbClr val="DCD8DC">
                      <a:lumMod val="25000"/>
                    </a:srgbClr>
                  </a:solidFill>
                  <a:latin typeface="源ノ角ゴシック JP" panose="020B0500000000000000" pitchFamily="34" charset="-128"/>
                  <a:ea typeface="源ノ角ゴシック JP" panose="020B0500000000000000" pitchFamily="34" charset="-128"/>
                </a:rPr>
                <a:t>による寄与量：</a:t>
              </a:r>
              <a:endParaRPr kumimoji="1" lang="en-US" altLang="ja-JP" sz="160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mc:AlternateContent xmlns:mc="http://schemas.openxmlformats.org/markup-compatibility/2006">
          <mc:Choice xmlns:a14="http://schemas.microsoft.com/office/drawing/2010/main" Requires="a14">
            <p:sp>
              <p:nvSpPr>
                <p:cNvPr id="8" name="テキスト ボックス 7">
                  <a:extLst>
                    <a:ext uri="{FF2B5EF4-FFF2-40B4-BE49-F238E27FC236}">
                      <a16:creationId xmlns:a16="http://schemas.microsoft.com/office/drawing/2014/main" id="{CB76C2F7-51BB-2D10-5CEA-57DED7D62F49}"/>
                    </a:ext>
                  </a:extLst>
                </p:cNvPr>
                <p:cNvSpPr txBox="1"/>
                <p:nvPr/>
              </p:nvSpPr>
              <p:spPr>
                <a:xfrm>
                  <a:off x="348635" y="2949635"/>
                  <a:ext cx="5825067" cy="803810"/>
                </a:xfrm>
                <a:prstGeom prst="rect">
                  <a:avLst/>
                </a:prstGeom>
                <a:noFill/>
              </p:spPr>
              <p:txBody>
                <a:bodyPr wrap="square" lIns="0" tIns="0" rIns="0" bIns="0" rtlCol="0">
                  <a:spAutoFit/>
                </a:bodyPr>
                <a:lstStyle/>
                <a:p>
                  <a14:m>
                    <m:oMathPara xmlns:m="http://schemas.openxmlformats.org/officeDocument/2006/math">
                      <m:oMath>
                        <m:sSub>
                          <m:sSubPr>
                            <m:ctrlPr>
                              <a:rPr kumimoji="1" lang="ja-JP" altLang="en-US" sz="2800" i="1" smtClean="0">
                                <a:latin typeface="Cambria Math" panose="02040503050406030204" pitchFamily="18" charset="0"/>
                              </a:rPr>
                            </m:ctrlPr>
                          </m:sSubPr>
                          <m:e>
                            <m:r>
                              <a:rPr kumimoji="1" lang="ja-JP" altLang="en-US" sz="2800" i="1" smtClean="0">
                                <a:latin typeface="Cambria Math" panose="02040503050406030204" pitchFamily="18" charset="0"/>
                              </a:rPr>
                              <m:t>𝜑</m:t>
                            </m:r>
                          </m:e>
                          <m:sub>
                            <m:r>
                              <a:rPr kumimoji="1" lang="el-GR" altLang="ja-JP" sz="2800" i="1" smtClean="0">
                                <a:latin typeface="Cambria Math" panose="02040503050406030204" pitchFamily="18" charset="0"/>
                                <a:ea typeface="Cambria Math" panose="02040503050406030204" pitchFamily="18" charset="0"/>
                              </a:rPr>
                              <m:t>𝛲</m:t>
                            </m:r>
                          </m:sub>
                        </m:sSub>
                        <m:r>
                          <a:rPr kumimoji="1" lang="en-US" altLang="ja-JP" sz="2800" i="1" smtClean="0">
                            <a:latin typeface="Cambria Math" panose="02040503050406030204" pitchFamily="18" charset="0"/>
                            <a:ea typeface="Cambria Math" panose="02040503050406030204" pitchFamily="18" charset="0"/>
                          </a:rPr>
                          <m:t>=</m:t>
                        </m:r>
                        <m:r>
                          <a:rPr kumimoji="1" lang="en-US" altLang="ja-JP" sz="2800" b="0" i="0" smtClean="0">
                            <a:latin typeface="Cambria Math" panose="02040503050406030204" pitchFamily="18" charset="0"/>
                            <a:ea typeface="Cambria Math" panose="02040503050406030204" pitchFamily="18" charset="0"/>
                          </a:rPr>
                          <m:t>1000 </m:t>
                        </m:r>
                        <m:d>
                          <m:dPr>
                            <m:ctrlPr>
                              <a:rPr kumimoji="1" lang="ja-JP" altLang="en-US" sz="2800" b="0" i="1" smtClean="0">
                                <a:latin typeface="Cambria Math" panose="02040503050406030204" pitchFamily="18" charset="0"/>
                                <a:ea typeface="Cambria Math" panose="02040503050406030204" pitchFamily="18" charset="0"/>
                              </a:rPr>
                            </m:ctrlPr>
                          </m:dPr>
                          <m:e>
                            <m:sSub>
                              <m:sSubPr>
                                <m:ctrlPr>
                                  <a:rPr kumimoji="1" lang="el-GR" altLang="ja-JP" sz="2800" b="0" i="1" smtClean="0">
                                    <a:latin typeface="Cambria Math" panose="02040503050406030204" pitchFamily="18" charset="0"/>
                                    <a:ea typeface="Cambria Math" panose="02040503050406030204" pitchFamily="18" charset="0"/>
                                  </a:rPr>
                                </m:ctrlPr>
                              </m:sSubPr>
                              <m:e>
                                <m:r>
                                  <a:rPr kumimoji="1" lang="el-GR" altLang="ja-JP" sz="2800" b="0" i="1" smtClean="0">
                                    <a:latin typeface="Cambria Math" panose="02040503050406030204" pitchFamily="18" charset="0"/>
                                    <a:ea typeface="Cambria Math" panose="02040503050406030204" pitchFamily="18" charset="0"/>
                                  </a:rPr>
                                  <m:t>𝛲</m:t>
                                </m:r>
                              </m:e>
                              <m:sub>
                                <m:r>
                                  <a:rPr kumimoji="1" lang="en-US" altLang="ja-JP" sz="2800" b="0" i="1" smtClean="0">
                                    <a:latin typeface="Cambria Math" panose="02040503050406030204" pitchFamily="18" charset="0"/>
                                    <a:ea typeface="Cambria Math" panose="02040503050406030204" pitchFamily="18" charset="0"/>
                                  </a:rPr>
                                  <m:t>𝐶</m:t>
                                </m:r>
                              </m:sub>
                            </m:sSub>
                            <m:r>
                              <a:rPr kumimoji="1" lang="ja-JP" altLang="en-US" sz="2800" b="0" i="1" smtClean="0">
                                <a:latin typeface="Cambria Math" panose="02040503050406030204" pitchFamily="18" charset="0"/>
                                <a:ea typeface="Cambria Math" panose="02040503050406030204" pitchFamily="18" charset="0"/>
                              </a:rPr>
                              <m:t>−</m:t>
                            </m:r>
                            <m:sSub>
                              <m:sSubPr>
                                <m:ctrlPr>
                                  <a:rPr kumimoji="1" lang="el-GR" altLang="ja-JP" sz="2800" b="0" i="1" smtClean="0">
                                    <a:latin typeface="Cambria Math" panose="02040503050406030204" pitchFamily="18" charset="0"/>
                                    <a:ea typeface="Cambria Math" panose="02040503050406030204" pitchFamily="18" charset="0"/>
                                  </a:rPr>
                                </m:ctrlPr>
                              </m:sSubPr>
                              <m:e>
                                <m:r>
                                  <a:rPr kumimoji="1" lang="el-GR" altLang="ja-JP" sz="2800" b="0" i="1" smtClean="0">
                                    <a:latin typeface="Cambria Math" panose="02040503050406030204" pitchFamily="18" charset="0"/>
                                    <a:ea typeface="Cambria Math" panose="02040503050406030204" pitchFamily="18" charset="0"/>
                                  </a:rPr>
                                  <m:t>𝛲</m:t>
                                </m:r>
                              </m:e>
                              <m:sub>
                                <m:r>
                                  <a:rPr kumimoji="1" lang="en-US" altLang="ja-JP" sz="2800" b="0" i="1" smtClean="0">
                                    <a:latin typeface="Cambria Math" panose="02040503050406030204" pitchFamily="18" charset="0"/>
                                    <a:ea typeface="Cambria Math" panose="02040503050406030204" pitchFamily="18" charset="0"/>
                                  </a:rPr>
                                  <m:t>𝑌</m:t>
                                </m:r>
                              </m:sub>
                            </m:sSub>
                          </m:e>
                        </m:d>
                        <m:f>
                          <m:fPr>
                            <m:ctrlPr>
                              <a:rPr kumimoji="1" lang="ja-JP" altLang="en-US" sz="2800" b="0" i="1" smtClean="0">
                                <a:latin typeface="Cambria Math" panose="02040503050406030204" pitchFamily="18" charset="0"/>
                                <a:ea typeface="Cambria Math" panose="02040503050406030204" pitchFamily="18" charset="0"/>
                              </a:rPr>
                            </m:ctrlPr>
                          </m:fPr>
                          <m:num>
                            <m:sSub>
                              <m:sSubPr>
                                <m:ctrlPr>
                                  <a:rPr kumimoji="1" lang="el-GR" altLang="ja-JP" sz="2800" b="0" i="1" smtClean="0">
                                    <a:latin typeface="Cambria Math" panose="02040503050406030204" pitchFamily="18" charset="0"/>
                                    <a:ea typeface="Cambria Math" panose="02040503050406030204" pitchFamily="18" charset="0"/>
                                  </a:rPr>
                                </m:ctrlPr>
                              </m:sSubPr>
                              <m:e>
                                <m:r>
                                  <a:rPr kumimoji="1" lang="el-GR" altLang="ja-JP" sz="2800" b="0" i="1" smtClean="0">
                                    <a:latin typeface="Cambria Math" panose="02040503050406030204" pitchFamily="18" charset="0"/>
                                    <a:ea typeface="Cambria Math" panose="02040503050406030204" pitchFamily="18" charset="0"/>
                                  </a:rPr>
                                  <m:t>𝛵</m:t>
                                </m:r>
                              </m:e>
                              <m:sub>
                                <m:r>
                                  <a:rPr kumimoji="1" lang="en-US" altLang="ja-JP" sz="2800" b="0" i="1" smtClean="0">
                                    <a:latin typeface="Cambria Math" panose="02040503050406030204" pitchFamily="18" charset="0"/>
                                    <a:ea typeface="Cambria Math" panose="02040503050406030204" pitchFamily="18" charset="0"/>
                                  </a:rPr>
                                  <m:t>𝐶</m:t>
                                </m:r>
                              </m:sub>
                            </m:sSub>
                            <m:r>
                              <a:rPr kumimoji="1" lang="en-US" altLang="ja-JP" sz="2800" b="0" i="1" smtClean="0">
                                <a:latin typeface="Cambria Math" panose="02040503050406030204" pitchFamily="18" charset="0"/>
                                <a:ea typeface="Cambria Math" panose="02040503050406030204" pitchFamily="18" charset="0"/>
                              </a:rPr>
                              <m:t>+</m:t>
                            </m:r>
                            <m:sSub>
                              <m:sSubPr>
                                <m:ctrlPr>
                                  <a:rPr kumimoji="1" lang="el-GR" altLang="ja-JP" sz="2800" b="0" i="1" smtClean="0">
                                    <a:latin typeface="Cambria Math" panose="02040503050406030204" pitchFamily="18" charset="0"/>
                                    <a:ea typeface="Cambria Math" panose="02040503050406030204" pitchFamily="18" charset="0"/>
                                  </a:rPr>
                                </m:ctrlPr>
                              </m:sSubPr>
                              <m:e>
                                <m:r>
                                  <a:rPr kumimoji="1" lang="el-GR" altLang="ja-JP" sz="2800" b="0" i="1" smtClean="0">
                                    <a:latin typeface="Cambria Math" panose="02040503050406030204" pitchFamily="18" charset="0"/>
                                    <a:ea typeface="Cambria Math" panose="02040503050406030204" pitchFamily="18" charset="0"/>
                                  </a:rPr>
                                  <m:t>𝛵</m:t>
                                </m:r>
                              </m:e>
                              <m:sub>
                                <m:r>
                                  <a:rPr kumimoji="1" lang="en-US" altLang="ja-JP" sz="2800" b="0" i="1" smtClean="0">
                                    <a:latin typeface="Cambria Math" panose="02040503050406030204" pitchFamily="18" charset="0"/>
                                    <a:ea typeface="Cambria Math" panose="02040503050406030204" pitchFamily="18" charset="0"/>
                                  </a:rPr>
                                  <m:t>𝑌</m:t>
                                </m:r>
                              </m:sub>
                            </m:sSub>
                          </m:num>
                          <m:den>
                            <m:r>
                              <a:rPr kumimoji="1" lang="en-US" altLang="ja-JP" sz="2800" b="0" i="1" smtClean="0">
                                <a:latin typeface="Cambria Math" panose="02040503050406030204" pitchFamily="18" charset="0"/>
                                <a:ea typeface="Cambria Math" panose="02040503050406030204" pitchFamily="18" charset="0"/>
                              </a:rPr>
                              <m:t>2</m:t>
                            </m:r>
                          </m:den>
                        </m:f>
                      </m:oMath>
                    </m:oMathPara>
                  </a14:m>
                  <a:endParaRPr kumimoji="1" lang="ja-JP" altLang="en-US" sz="2800"/>
                </a:p>
              </p:txBody>
            </p:sp>
          </mc:Choice>
          <mc:Fallback>
            <p:sp>
              <p:nvSpPr>
                <p:cNvPr id="8" name="テキスト ボックス 7">
                  <a:extLst>
                    <a:ext uri="{FF2B5EF4-FFF2-40B4-BE49-F238E27FC236}">
                      <a16:creationId xmlns:a16="http://schemas.microsoft.com/office/drawing/2014/main" id="{CB76C2F7-51BB-2D10-5CEA-57DED7D62F49}"/>
                    </a:ext>
                  </a:extLst>
                </p:cNvPr>
                <p:cNvSpPr txBox="1">
                  <a:spLocks noRot="1" noChangeAspect="1" noMove="1" noResize="1" noEditPoints="1" noAdjustHandles="1" noChangeArrowheads="1" noChangeShapeType="1" noTextEdit="1"/>
                </p:cNvSpPr>
                <p:nvPr/>
              </p:nvSpPr>
              <p:spPr>
                <a:xfrm>
                  <a:off x="348635" y="2949635"/>
                  <a:ext cx="5825067" cy="803810"/>
                </a:xfrm>
                <a:prstGeom prst="rect">
                  <a:avLst/>
                </a:prstGeom>
                <a:blipFill>
                  <a:blip r:embed="rId3"/>
                  <a:stretch>
                    <a:fillRect b="-13846"/>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9" name="テキスト ボックス 8">
                  <a:extLst>
                    <a:ext uri="{FF2B5EF4-FFF2-40B4-BE49-F238E27FC236}">
                      <a16:creationId xmlns:a16="http://schemas.microsoft.com/office/drawing/2014/main" id="{605A1D83-2F2D-7F1E-16B2-6D8D5B83ABE4}"/>
                    </a:ext>
                  </a:extLst>
                </p:cNvPr>
                <p:cNvSpPr txBox="1"/>
                <p:nvPr/>
              </p:nvSpPr>
              <p:spPr>
                <a:xfrm>
                  <a:off x="5813386" y="2949635"/>
                  <a:ext cx="5825067" cy="803810"/>
                </a:xfrm>
                <a:prstGeom prst="rect">
                  <a:avLst/>
                </a:prstGeom>
                <a:noFill/>
              </p:spPr>
              <p:txBody>
                <a:bodyPr wrap="square" lIns="0" tIns="0" rIns="0" bIns="0" rtlCol="0">
                  <a:spAutoFit/>
                </a:bodyPr>
                <a:lstStyle/>
                <a:p>
                  <a14:m>
                    <m:oMathPara xmlns:m="http://schemas.openxmlformats.org/officeDocument/2006/math">
                      <m:oMath>
                        <m:sSub>
                          <m:sSubPr>
                            <m:ctrlPr>
                              <a:rPr kumimoji="1" lang="ja-JP" altLang="en-US" sz="2800" i="1" smtClean="0">
                                <a:latin typeface="Cambria Math" panose="02040503050406030204" pitchFamily="18" charset="0"/>
                              </a:rPr>
                            </m:ctrlPr>
                          </m:sSubPr>
                          <m:e>
                            <m:r>
                              <a:rPr kumimoji="1" lang="ja-JP" altLang="en-US" sz="2800" i="1" smtClean="0">
                                <a:latin typeface="Cambria Math" panose="02040503050406030204" pitchFamily="18" charset="0"/>
                              </a:rPr>
                              <m:t>𝜑</m:t>
                            </m:r>
                          </m:e>
                          <m:sub>
                            <m:r>
                              <a:rPr kumimoji="1" lang="en-US" altLang="ja-JP" sz="2800" b="0" i="1" smtClean="0">
                                <a:latin typeface="Cambria Math" panose="02040503050406030204" pitchFamily="18" charset="0"/>
                              </a:rPr>
                              <m:t>𝑇</m:t>
                            </m:r>
                          </m:sub>
                        </m:sSub>
                        <m:r>
                          <a:rPr kumimoji="1" lang="en-US" altLang="ja-JP" sz="2800" i="1" smtClean="0">
                            <a:latin typeface="Cambria Math" panose="02040503050406030204" pitchFamily="18" charset="0"/>
                            <a:ea typeface="Cambria Math" panose="02040503050406030204" pitchFamily="18" charset="0"/>
                          </a:rPr>
                          <m:t>=</m:t>
                        </m:r>
                        <m:r>
                          <a:rPr kumimoji="1" lang="en-US" altLang="ja-JP" sz="2800" b="0" i="0" smtClean="0">
                            <a:latin typeface="Cambria Math" panose="02040503050406030204" pitchFamily="18" charset="0"/>
                            <a:ea typeface="Cambria Math" panose="02040503050406030204" pitchFamily="18" charset="0"/>
                          </a:rPr>
                          <m:t>1000 </m:t>
                        </m:r>
                        <m:d>
                          <m:dPr>
                            <m:ctrlPr>
                              <a:rPr kumimoji="1" lang="ja-JP" altLang="en-US" sz="2800" b="0" i="1" smtClean="0">
                                <a:latin typeface="Cambria Math" panose="02040503050406030204" pitchFamily="18" charset="0"/>
                                <a:ea typeface="Cambria Math" panose="02040503050406030204" pitchFamily="18" charset="0"/>
                              </a:rPr>
                            </m:ctrlPr>
                          </m:dPr>
                          <m:e>
                            <m:sSub>
                              <m:sSubPr>
                                <m:ctrlPr>
                                  <a:rPr kumimoji="1" lang="en-US" altLang="ja-JP" sz="2800" b="0" i="1" smtClean="0">
                                    <a:latin typeface="Cambria Math" panose="02040503050406030204" pitchFamily="18" charset="0"/>
                                    <a:ea typeface="Cambria Math" panose="02040503050406030204" pitchFamily="18" charset="0"/>
                                  </a:rPr>
                                </m:ctrlPr>
                              </m:sSubPr>
                              <m:e>
                                <m:r>
                                  <a:rPr kumimoji="1" lang="en-US" altLang="ja-JP" sz="2800" b="0" i="1" smtClean="0">
                                    <a:latin typeface="Cambria Math" panose="02040503050406030204" pitchFamily="18" charset="0"/>
                                    <a:ea typeface="Cambria Math" panose="02040503050406030204" pitchFamily="18" charset="0"/>
                                  </a:rPr>
                                  <m:t>𝑇</m:t>
                                </m:r>
                              </m:e>
                              <m:sub>
                                <m:r>
                                  <a:rPr kumimoji="1" lang="en-US" altLang="ja-JP" sz="2800" b="0" i="1" smtClean="0">
                                    <a:latin typeface="Cambria Math" panose="02040503050406030204" pitchFamily="18" charset="0"/>
                                    <a:ea typeface="Cambria Math" panose="02040503050406030204" pitchFamily="18" charset="0"/>
                                  </a:rPr>
                                  <m:t>𝐶</m:t>
                                </m:r>
                              </m:sub>
                            </m:sSub>
                            <m:r>
                              <a:rPr kumimoji="1" lang="ja-JP" altLang="en-US" sz="2800" b="0" i="1" smtClean="0">
                                <a:latin typeface="Cambria Math" panose="02040503050406030204" pitchFamily="18" charset="0"/>
                                <a:ea typeface="Cambria Math" panose="02040503050406030204" pitchFamily="18" charset="0"/>
                              </a:rPr>
                              <m:t>−</m:t>
                            </m:r>
                            <m:sSub>
                              <m:sSubPr>
                                <m:ctrlPr>
                                  <a:rPr kumimoji="1" lang="en-US" altLang="ja-JP" sz="2800" b="0" i="1" smtClean="0">
                                    <a:latin typeface="Cambria Math" panose="02040503050406030204" pitchFamily="18" charset="0"/>
                                    <a:ea typeface="Cambria Math" panose="02040503050406030204" pitchFamily="18" charset="0"/>
                                  </a:rPr>
                                </m:ctrlPr>
                              </m:sSubPr>
                              <m:e>
                                <m:r>
                                  <a:rPr kumimoji="1" lang="en-US" altLang="ja-JP" sz="2800" b="0" i="1" smtClean="0">
                                    <a:latin typeface="Cambria Math" panose="02040503050406030204" pitchFamily="18" charset="0"/>
                                    <a:ea typeface="Cambria Math" panose="02040503050406030204" pitchFamily="18" charset="0"/>
                                  </a:rPr>
                                  <m:t>𝑇</m:t>
                                </m:r>
                              </m:e>
                              <m:sub>
                                <m:r>
                                  <a:rPr kumimoji="1" lang="en-US" altLang="ja-JP" sz="2800" b="0" i="1" smtClean="0">
                                    <a:latin typeface="Cambria Math" panose="02040503050406030204" pitchFamily="18" charset="0"/>
                                    <a:ea typeface="Cambria Math" panose="02040503050406030204" pitchFamily="18" charset="0"/>
                                  </a:rPr>
                                  <m:t>𝑌</m:t>
                                </m:r>
                              </m:sub>
                            </m:sSub>
                          </m:e>
                        </m:d>
                        <m:f>
                          <m:fPr>
                            <m:ctrlPr>
                              <a:rPr kumimoji="1" lang="ja-JP" altLang="en-US" sz="2800" b="0" i="1" smtClean="0">
                                <a:latin typeface="Cambria Math" panose="02040503050406030204" pitchFamily="18" charset="0"/>
                                <a:ea typeface="Cambria Math" panose="02040503050406030204" pitchFamily="18" charset="0"/>
                              </a:rPr>
                            </m:ctrlPr>
                          </m:fPr>
                          <m:num>
                            <m:sSub>
                              <m:sSubPr>
                                <m:ctrlPr>
                                  <a:rPr kumimoji="1" lang="en-US" altLang="ja-JP" sz="2800" b="0" i="1" smtClean="0">
                                    <a:latin typeface="Cambria Math" panose="02040503050406030204" pitchFamily="18" charset="0"/>
                                    <a:ea typeface="Cambria Math" panose="02040503050406030204" pitchFamily="18" charset="0"/>
                                  </a:rPr>
                                </m:ctrlPr>
                              </m:sSubPr>
                              <m:e>
                                <m:r>
                                  <a:rPr kumimoji="1" lang="en-US" altLang="ja-JP" sz="2800" b="0" i="1" smtClean="0">
                                    <a:latin typeface="Cambria Math" panose="02040503050406030204" pitchFamily="18" charset="0"/>
                                    <a:ea typeface="Cambria Math" panose="02040503050406030204" pitchFamily="18" charset="0"/>
                                  </a:rPr>
                                  <m:t>𝑃</m:t>
                                </m:r>
                              </m:e>
                              <m:sub>
                                <m:r>
                                  <a:rPr kumimoji="1" lang="en-US" altLang="ja-JP" sz="2800" b="0" i="1" smtClean="0">
                                    <a:latin typeface="Cambria Math" panose="02040503050406030204" pitchFamily="18" charset="0"/>
                                    <a:ea typeface="Cambria Math" panose="02040503050406030204" pitchFamily="18" charset="0"/>
                                  </a:rPr>
                                  <m:t>𝐶</m:t>
                                </m:r>
                              </m:sub>
                            </m:sSub>
                            <m:r>
                              <a:rPr kumimoji="1" lang="en-US" altLang="ja-JP" sz="2800" b="0" i="1" smtClean="0">
                                <a:latin typeface="Cambria Math" panose="02040503050406030204" pitchFamily="18" charset="0"/>
                                <a:ea typeface="Cambria Math" panose="02040503050406030204" pitchFamily="18" charset="0"/>
                              </a:rPr>
                              <m:t>+</m:t>
                            </m:r>
                            <m:sSub>
                              <m:sSubPr>
                                <m:ctrlPr>
                                  <a:rPr kumimoji="1" lang="en-US" altLang="ja-JP" sz="2800" b="0" i="1" smtClean="0">
                                    <a:latin typeface="Cambria Math" panose="02040503050406030204" pitchFamily="18" charset="0"/>
                                    <a:ea typeface="Cambria Math" panose="02040503050406030204" pitchFamily="18" charset="0"/>
                                  </a:rPr>
                                </m:ctrlPr>
                              </m:sSubPr>
                              <m:e>
                                <m:r>
                                  <a:rPr kumimoji="1" lang="en-US" altLang="ja-JP" sz="2800" b="0" i="1" smtClean="0">
                                    <a:latin typeface="Cambria Math" panose="02040503050406030204" pitchFamily="18" charset="0"/>
                                    <a:ea typeface="Cambria Math" panose="02040503050406030204" pitchFamily="18" charset="0"/>
                                  </a:rPr>
                                  <m:t>𝑃</m:t>
                                </m:r>
                              </m:e>
                              <m:sub>
                                <m:r>
                                  <a:rPr kumimoji="1" lang="en-US" altLang="ja-JP" sz="2800" b="0" i="1" smtClean="0">
                                    <a:latin typeface="Cambria Math" panose="02040503050406030204" pitchFamily="18" charset="0"/>
                                    <a:ea typeface="Cambria Math" panose="02040503050406030204" pitchFamily="18" charset="0"/>
                                  </a:rPr>
                                  <m:t>𝑌</m:t>
                                </m:r>
                              </m:sub>
                            </m:sSub>
                          </m:num>
                          <m:den>
                            <m:r>
                              <a:rPr kumimoji="1" lang="en-US" altLang="ja-JP" sz="2800" b="0" i="1" smtClean="0">
                                <a:latin typeface="Cambria Math" panose="02040503050406030204" pitchFamily="18" charset="0"/>
                                <a:ea typeface="Cambria Math" panose="02040503050406030204" pitchFamily="18" charset="0"/>
                              </a:rPr>
                              <m:t>2</m:t>
                            </m:r>
                          </m:den>
                        </m:f>
                      </m:oMath>
                    </m:oMathPara>
                  </a14:m>
                  <a:endParaRPr kumimoji="1" lang="ja-JP" altLang="en-US" sz="2800"/>
                </a:p>
              </p:txBody>
            </p:sp>
          </mc:Choice>
          <mc:Fallback>
            <p:sp>
              <p:nvSpPr>
                <p:cNvPr id="9" name="テキスト ボックス 8">
                  <a:extLst>
                    <a:ext uri="{FF2B5EF4-FFF2-40B4-BE49-F238E27FC236}">
                      <a16:creationId xmlns:a16="http://schemas.microsoft.com/office/drawing/2014/main" id="{605A1D83-2F2D-7F1E-16B2-6D8D5B83ABE4}"/>
                    </a:ext>
                  </a:extLst>
                </p:cNvPr>
                <p:cNvSpPr txBox="1">
                  <a:spLocks noRot="1" noChangeAspect="1" noMove="1" noResize="1" noEditPoints="1" noAdjustHandles="1" noChangeArrowheads="1" noChangeShapeType="1" noTextEdit="1"/>
                </p:cNvSpPr>
                <p:nvPr/>
              </p:nvSpPr>
              <p:spPr>
                <a:xfrm>
                  <a:off x="5813386" y="2949635"/>
                  <a:ext cx="5825067" cy="803810"/>
                </a:xfrm>
                <a:prstGeom prst="rect">
                  <a:avLst/>
                </a:prstGeom>
                <a:blipFill>
                  <a:blip r:embed="rId4"/>
                  <a:stretch>
                    <a:fillRect b="-13846"/>
                  </a:stretch>
                </a:blipFill>
              </p:spPr>
              <p:txBody>
                <a:bodyPr/>
                <a:lstStyle/>
                <a:p>
                  <a:r>
                    <a:rPr lang="ja-JP" altLang="en-US">
                      <a:noFill/>
                    </a:rPr>
                    <a:t> </a:t>
                  </a:r>
                </a:p>
              </p:txBody>
            </p:sp>
          </mc:Fallback>
        </mc:AlternateContent>
        <p:sp>
          <p:nvSpPr>
            <p:cNvPr id="10" name="テキスト ボックス 9">
              <a:extLst>
                <a:ext uri="{FF2B5EF4-FFF2-40B4-BE49-F238E27FC236}">
                  <a16:creationId xmlns:a16="http://schemas.microsoft.com/office/drawing/2014/main" id="{2AE33F40-9969-E5C0-6599-470B5DAF6239}"/>
                </a:ext>
              </a:extLst>
            </p:cNvPr>
            <p:cNvSpPr txBox="1"/>
            <p:nvPr/>
          </p:nvSpPr>
          <p:spPr>
            <a:xfrm>
              <a:off x="6173701" y="2430566"/>
              <a:ext cx="4294601" cy="333617"/>
            </a:xfrm>
            <a:prstGeom prst="rect">
              <a:avLst/>
            </a:prstGeom>
            <a:noFill/>
          </p:spPr>
          <p:txBody>
            <a:bodyPr wrap="square">
              <a:spAutoFit/>
            </a:bodyPr>
            <a:lstStyle/>
            <a:p>
              <a:pPr>
                <a:lnSpc>
                  <a:spcPts val="1980"/>
                </a:lnSpc>
                <a:defRPr/>
              </a:pPr>
              <a:r>
                <a:rPr kumimoji="1" lang="ja-JP" altLang="en-US" sz="1600" spc="30">
                  <a:solidFill>
                    <a:srgbClr val="C675A6"/>
                  </a:solidFill>
                  <a:latin typeface="源ノ角ゴシック JP" panose="020B0500000000000000" pitchFamily="34" charset="-128"/>
                  <a:ea typeface="源ノ角ゴシック JP" panose="020B0500000000000000" pitchFamily="34" charset="-128"/>
                </a:rPr>
                <a:t>購入者</a:t>
              </a:r>
              <a:r>
                <a:rPr kumimoji="1" lang="en-US" altLang="ja-JP" sz="1600" spc="30" dirty="0">
                  <a:solidFill>
                    <a:srgbClr val="C675A6"/>
                  </a:solidFill>
                  <a:latin typeface="源ノ角ゴシック JP" panose="020B0500000000000000" pitchFamily="34" charset="-128"/>
                  <a:ea typeface="源ノ角ゴシック JP" panose="020B0500000000000000" pitchFamily="34" charset="-128"/>
                </a:rPr>
                <a:t>1</a:t>
              </a:r>
              <a:r>
                <a:rPr kumimoji="1" lang="ja-JP" altLang="en-US" sz="1600" spc="30">
                  <a:solidFill>
                    <a:srgbClr val="C675A6"/>
                  </a:solidFill>
                  <a:latin typeface="源ノ角ゴシック JP" panose="020B0500000000000000" pitchFamily="34" charset="-128"/>
                  <a:ea typeface="源ノ角ゴシック JP" panose="020B0500000000000000" pitchFamily="34" charset="-128"/>
                </a:rPr>
                <a:t>人あたりの購入回数</a:t>
              </a:r>
              <a:r>
                <a:rPr kumimoji="1" lang="ja-JP" altLang="en-US" sz="1600" spc="30">
                  <a:solidFill>
                    <a:srgbClr val="DCD8DC">
                      <a:lumMod val="25000"/>
                    </a:srgbClr>
                  </a:solidFill>
                  <a:latin typeface="源ノ角ゴシック JP" panose="020B0500000000000000" pitchFamily="34" charset="-128"/>
                  <a:ea typeface="源ノ角ゴシック JP" panose="020B0500000000000000" pitchFamily="34" charset="-128"/>
                </a:rPr>
                <a:t>による寄与量：</a:t>
              </a:r>
              <a:endParaRPr kumimoji="1" lang="en-US" altLang="ja-JP" sz="160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1" name="テキスト ボックス 10">
              <a:extLst>
                <a:ext uri="{FF2B5EF4-FFF2-40B4-BE49-F238E27FC236}">
                  <a16:creationId xmlns:a16="http://schemas.microsoft.com/office/drawing/2014/main" id="{C0E07043-44B7-27B5-F652-FF9CD290B3FA}"/>
                </a:ext>
              </a:extLst>
            </p:cNvPr>
            <p:cNvSpPr txBox="1"/>
            <p:nvPr/>
          </p:nvSpPr>
          <p:spPr>
            <a:xfrm>
              <a:off x="962978" y="3996186"/>
              <a:ext cx="8449035" cy="349839"/>
            </a:xfrm>
            <a:prstGeom prst="rect">
              <a:avLst/>
            </a:prstGeom>
            <a:noFill/>
          </p:spPr>
          <p:txBody>
            <a:bodyPr wrap="square">
              <a:spAutoFit/>
            </a:bodyPr>
            <a:lstStyle/>
            <a:p>
              <a:pPr>
                <a:lnSpc>
                  <a:spcPts val="2180"/>
                </a:lnSpc>
                <a:defRPr/>
              </a:pPr>
              <a:r>
                <a:rPr kumimoji="1" lang="en-US" altLang="ja-JP" sz="1500" spc="5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500" spc="50">
                  <a:solidFill>
                    <a:srgbClr val="DCD8DC">
                      <a:lumMod val="25000"/>
                    </a:srgbClr>
                  </a:solidFill>
                  <a:latin typeface="源ノ角ゴシック JP" panose="020B0500000000000000" pitchFamily="34" charset="-128"/>
                  <a:ea typeface="源ノ角ゴシック JP" panose="020B0500000000000000" pitchFamily="34" charset="-128"/>
                </a:rPr>
                <a:t> 若年層を</a:t>
              </a:r>
              <a:r>
                <a:rPr kumimoji="1" lang="en-US" altLang="ja-JP" sz="1500" spc="50" dirty="0">
                  <a:solidFill>
                    <a:srgbClr val="DCD8DC">
                      <a:lumMod val="25000"/>
                    </a:srgbClr>
                  </a:solidFill>
                  <a:latin typeface="源ノ角ゴシック JP" panose="020B0500000000000000" pitchFamily="34" charset="-128"/>
                  <a:ea typeface="源ノ角ゴシック JP" panose="020B0500000000000000" pitchFamily="34" charset="-128"/>
                </a:rPr>
                <a:t>Y</a:t>
              </a:r>
              <a:r>
                <a:rPr kumimoji="1" lang="ja-JP" altLang="en-US" sz="1500" spc="50">
                  <a:solidFill>
                    <a:srgbClr val="DCD8DC">
                      <a:lumMod val="25000"/>
                    </a:srgbClr>
                  </a:solidFill>
                  <a:latin typeface="源ノ角ゴシック JP" panose="020B0500000000000000" pitchFamily="34" charset="-128"/>
                  <a:ea typeface="源ノ角ゴシック JP" panose="020B0500000000000000" pitchFamily="34" charset="-128"/>
                </a:rPr>
                <a:t>、中高年層を</a:t>
              </a:r>
              <a:r>
                <a:rPr kumimoji="1" lang="en-US" altLang="ja-JP" sz="1500" spc="50" dirty="0">
                  <a:solidFill>
                    <a:srgbClr val="DCD8DC">
                      <a:lumMod val="25000"/>
                    </a:srgbClr>
                  </a:solidFill>
                  <a:latin typeface="源ノ角ゴシック JP" panose="020B0500000000000000" pitchFamily="34" charset="-128"/>
                  <a:ea typeface="源ノ角ゴシック JP" panose="020B0500000000000000" pitchFamily="34" charset="-128"/>
                </a:rPr>
                <a:t>C</a:t>
              </a:r>
              <a:r>
                <a:rPr kumimoji="1" lang="ja-JP" altLang="en-US" sz="1500" spc="5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500" spc="50">
                  <a:solidFill>
                    <a:srgbClr val="5485C4"/>
                  </a:solidFill>
                  <a:latin typeface="源ノ角ゴシック JP" panose="020B0500000000000000" pitchFamily="34" charset="-128"/>
                  <a:ea typeface="源ノ角ゴシック JP" panose="020B0500000000000000" pitchFamily="34" charset="-128"/>
                </a:rPr>
                <a:t>購入経験者の割合</a:t>
              </a:r>
              <a:r>
                <a:rPr kumimoji="1" lang="ja-JP" altLang="en-US" sz="1500" spc="50">
                  <a:solidFill>
                    <a:srgbClr val="DCD8DC">
                      <a:lumMod val="25000"/>
                    </a:srgbClr>
                  </a:solidFill>
                  <a:latin typeface="源ノ角ゴシック JP" panose="020B0500000000000000" pitchFamily="34" charset="-128"/>
                  <a:ea typeface="源ノ角ゴシック JP" panose="020B0500000000000000" pitchFamily="34" charset="-128"/>
                </a:rPr>
                <a:t>を</a:t>
              </a:r>
              <a:r>
                <a:rPr kumimoji="1" lang="en-US" altLang="ja-JP" sz="1500" spc="50" dirty="0">
                  <a:solidFill>
                    <a:srgbClr val="DCD8DC">
                      <a:lumMod val="25000"/>
                    </a:srgbClr>
                  </a:solidFill>
                  <a:latin typeface="源ノ角ゴシック JP" panose="020B0500000000000000" pitchFamily="34" charset="-128"/>
                  <a:ea typeface="源ノ角ゴシック JP" panose="020B0500000000000000" pitchFamily="34" charset="-128"/>
                </a:rPr>
                <a:t>P</a:t>
              </a:r>
              <a:r>
                <a:rPr kumimoji="1" lang="ja-JP" altLang="en-US" sz="1500" spc="5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500" spc="50">
                  <a:solidFill>
                    <a:srgbClr val="C675A6"/>
                  </a:solidFill>
                  <a:latin typeface="源ノ角ゴシック JP" panose="020B0500000000000000" pitchFamily="34" charset="-128"/>
                  <a:ea typeface="源ノ角ゴシック JP" panose="020B0500000000000000" pitchFamily="34" charset="-128"/>
                </a:rPr>
                <a:t>購入者</a:t>
              </a:r>
              <a:r>
                <a:rPr kumimoji="1" lang="en-US" altLang="ja-JP" sz="1500" spc="50" dirty="0">
                  <a:solidFill>
                    <a:srgbClr val="C675A6"/>
                  </a:solidFill>
                  <a:latin typeface="源ノ角ゴシック JP" panose="020B0500000000000000" pitchFamily="34" charset="-128"/>
                  <a:ea typeface="源ノ角ゴシック JP" panose="020B0500000000000000" pitchFamily="34" charset="-128"/>
                </a:rPr>
                <a:t>1</a:t>
              </a:r>
              <a:r>
                <a:rPr kumimoji="1" lang="ja-JP" altLang="en-US" sz="1500" spc="50">
                  <a:solidFill>
                    <a:srgbClr val="C675A6"/>
                  </a:solidFill>
                  <a:latin typeface="源ノ角ゴシック JP" panose="020B0500000000000000" pitchFamily="34" charset="-128"/>
                  <a:ea typeface="源ノ角ゴシック JP" panose="020B0500000000000000" pitchFamily="34" charset="-128"/>
                </a:rPr>
                <a:t>人あたりの購入回数</a:t>
              </a:r>
              <a:r>
                <a:rPr kumimoji="1" lang="ja-JP" altLang="en-US" sz="1500" spc="50">
                  <a:solidFill>
                    <a:srgbClr val="DCD8DC">
                      <a:lumMod val="25000"/>
                    </a:srgbClr>
                  </a:solidFill>
                  <a:latin typeface="源ノ角ゴシック JP" panose="020B0500000000000000" pitchFamily="34" charset="-128"/>
                  <a:ea typeface="源ノ角ゴシック JP" panose="020B0500000000000000" pitchFamily="34" charset="-128"/>
                </a:rPr>
                <a:t>を</a:t>
              </a:r>
              <a:r>
                <a:rPr kumimoji="1" lang="en-US" altLang="ja-JP" sz="1500" spc="50" dirty="0">
                  <a:solidFill>
                    <a:srgbClr val="DCD8DC">
                      <a:lumMod val="25000"/>
                    </a:srgbClr>
                  </a:solidFill>
                  <a:latin typeface="源ノ角ゴシック JP" panose="020B0500000000000000" pitchFamily="34" charset="-128"/>
                  <a:ea typeface="源ノ角ゴシック JP" panose="020B0500000000000000" pitchFamily="34" charset="-128"/>
                </a:rPr>
                <a:t>T</a:t>
              </a:r>
              <a:r>
                <a:rPr kumimoji="1" lang="ja-JP" altLang="en-US" sz="1500" spc="50">
                  <a:solidFill>
                    <a:srgbClr val="DCD8DC">
                      <a:lumMod val="25000"/>
                    </a:srgbClr>
                  </a:solidFill>
                  <a:latin typeface="源ノ角ゴシック JP" panose="020B0500000000000000" pitchFamily="34" charset="-128"/>
                  <a:ea typeface="源ノ角ゴシック JP" panose="020B0500000000000000" pitchFamily="34" charset="-128"/>
                </a:rPr>
                <a:t>とする</a:t>
              </a:r>
              <a:endParaRPr kumimoji="1" lang="en-US" altLang="ja-JP" sz="1500" spc="5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grpSp>
        <p:nvGrpSpPr>
          <p:cNvPr id="20" name="グループ化 19">
            <a:extLst>
              <a:ext uri="{FF2B5EF4-FFF2-40B4-BE49-F238E27FC236}">
                <a16:creationId xmlns:a16="http://schemas.microsoft.com/office/drawing/2014/main" id="{E2F43ADA-7F8F-4CA4-54D5-F0C5E6B77778}"/>
              </a:ext>
            </a:extLst>
          </p:cNvPr>
          <p:cNvGrpSpPr/>
          <p:nvPr/>
        </p:nvGrpSpPr>
        <p:grpSpPr>
          <a:xfrm>
            <a:off x="694965" y="5008254"/>
            <a:ext cx="11184571" cy="1309844"/>
            <a:chOff x="694965" y="4913660"/>
            <a:chExt cx="11184571" cy="1309844"/>
          </a:xfrm>
        </p:grpSpPr>
        <p:sp>
          <p:nvSpPr>
            <p:cNvPr id="15" name="テキスト ボックス 14">
              <a:extLst>
                <a:ext uri="{FF2B5EF4-FFF2-40B4-BE49-F238E27FC236}">
                  <a16:creationId xmlns:a16="http://schemas.microsoft.com/office/drawing/2014/main" id="{57860C3A-15F0-D9F8-6761-A253900CD581}"/>
                </a:ext>
              </a:extLst>
            </p:cNvPr>
            <p:cNvSpPr txBox="1"/>
            <p:nvPr/>
          </p:nvSpPr>
          <p:spPr>
            <a:xfrm>
              <a:off x="734107" y="4913660"/>
              <a:ext cx="3561725" cy="333617"/>
            </a:xfrm>
            <a:prstGeom prst="rect">
              <a:avLst/>
            </a:prstGeom>
            <a:noFill/>
          </p:spPr>
          <p:txBody>
            <a:bodyPr wrap="square">
              <a:spAutoFit/>
            </a:bodyPr>
            <a:lstStyle/>
            <a:p>
              <a:pPr>
                <a:lnSpc>
                  <a:spcPts val="1980"/>
                </a:lnSpc>
                <a:defRPr/>
              </a:pPr>
              <a:r>
                <a:rPr kumimoji="1" lang="ja-JP" altLang="en-US" sz="1600"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実際の計算では、以下のようになる</a:t>
              </a:r>
              <a:endParaRPr kumimoji="1" lang="en-US" altLang="ja-JP" sz="16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p:txBody>
        </p:sp>
        <p:grpSp>
          <p:nvGrpSpPr>
            <p:cNvPr id="19" name="グループ化 18">
              <a:extLst>
                <a:ext uri="{FF2B5EF4-FFF2-40B4-BE49-F238E27FC236}">
                  <a16:creationId xmlns:a16="http://schemas.microsoft.com/office/drawing/2014/main" id="{746D8DEF-4FF9-0881-3180-B05315D5D5F3}"/>
                </a:ext>
              </a:extLst>
            </p:cNvPr>
            <p:cNvGrpSpPr/>
            <p:nvPr/>
          </p:nvGrpSpPr>
          <p:grpSpPr>
            <a:xfrm>
              <a:off x="694965" y="5377760"/>
              <a:ext cx="11184571" cy="845744"/>
              <a:chOff x="694965" y="5377760"/>
              <a:chExt cx="11184571" cy="845744"/>
            </a:xfrm>
          </p:grpSpPr>
          <mc:AlternateContent xmlns:mc="http://schemas.openxmlformats.org/markup-compatibility/2006">
            <mc:Choice xmlns:a14="http://schemas.microsoft.com/office/drawing/2010/main" Requires="a14">
              <p:sp>
                <p:nvSpPr>
                  <p:cNvPr id="14" name="テキスト ボックス 13">
                    <a:extLst>
                      <a:ext uri="{FF2B5EF4-FFF2-40B4-BE49-F238E27FC236}">
                        <a16:creationId xmlns:a16="http://schemas.microsoft.com/office/drawing/2014/main" id="{16A385A5-9380-84A5-37C3-3AD18399E79C}"/>
                      </a:ext>
                    </a:extLst>
                  </p:cNvPr>
                  <p:cNvSpPr txBox="1"/>
                  <p:nvPr/>
                </p:nvSpPr>
                <p:spPr>
                  <a:xfrm>
                    <a:off x="710731" y="5377761"/>
                    <a:ext cx="5705835" cy="553357"/>
                  </a:xfrm>
                  <a:prstGeom prst="rect">
                    <a:avLst/>
                  </a:prstGeom>
                  <a:noFill/>
                </p:spPr>
                <p:txBody>
                  <a:bodyPr wrap="square" lIns="0" tIns="0" rIns="0" bIns="0" rtlCol="0">
                    <a:spAutoFit/>
                  </a:bodyPr>
                  <a:lstStyle/>
                  <a:p>
                    <a14:m>
                      <m:oMathPara xmlns:m="http://schemas.openxmlformats.org/officeDocument/2006/math">
                        <m:oMath>
                          <m:sSub>
                            <m:sSubPr>
                              <m:ctrlPr>
                                <a:rPr kumimoji="1" lang="ja-JP" altLang="en-US" sz="1900" i="1" smtClean="0">
                                  <a:latin typeface="Cambria Math" panose="02040503050406030204" pitchFamily="18" charset="0"/>
                                </a:rPr>
                              </m:ctrlPr>
                            </m:sSubPr>
                            <m:e>
                              <m:r>
                                <a:rPr kumimoji="1" lang="ja-JP" altLang="en-US" sz="1900" i="1" smtClean="0">
                                  <a:latin typeface="Cambria Math" panose="02040503050406030204" pitchFamily="18" charset="0"/>
                                </a:rPr>
                                <m:t>𝜑</m:t>
                              </m:r>
                            </m:e>
                            <m:sub>
                              <m:r>
                                <a:rPr kumimoji="1" lang="el-GR" altLang="ja-JP" sz="1900" i="1" smtClean="0">
                                  <a:latin typeface="Cambria Math" panose="02040503050406030204" pitchFamily="18" charset="0"/>
                                  <a:ea typeface="Cambria Math" panose="02040503050406030204" pitchFamily="18" charset="0"/>
                                </a:rPr>
                                <m:t>𝛲</m:t>
                              </m:r>
                            </m:sub>
                          </m:sSub>
                          <m:r>
                            <a:rPr kumimoji="1" lang="en-US" altLang="ja-JP" sz="1900" i="1" smtClean="0">
                              <a:latin typeface="Cambria Math" panose="02040503050406030204" pitchFamily="18" charset="0"/>
                              <a:ea typeface="Cambria Math" panose="02040503050406030204" pitchFamily="18" charset="0"/>
                            </a:rPr>
                            <m:t>=</m:t>
                          </m:r>
                          <m:r>
                            <a:rPr kumimoji="1" lang="en-US" altLang="ja-JP" sz="1900" b="0" i="0" smtClean="0">
                              <a:latin typeface="Cambria Math" panose="02040503050406030204" pitchFamily="18" charset="0"/>
                              <a:ea typeface="Cambria Math" panose="02040503050406030204" pitchFamily="18" charset="0"/>
                            </a:rPr>
                            <m:t>1000 </m:t>
                          </m:r>
                          <m:d>
                            <m:dPr>
                              <m:ctrlPr>
                                <a:rPr kumimoji="1" lang="en-US" altLang="ja-JP" sz="1900" b="0" i="1" smtClean="0">
                                  <a:latin typeface="Cambria Math" panose="02040503050406030204" pitchFamily="18" charset="0"/>
                                  <a:ea typeface="Cambria Math" panose="02040503050406030204" pitchFamily="18" charset="0"/>
                                </a:rPr>
                              </m:ctrlPr>
                            </m:dPr>
                            <m:e>
                              <m:r>
                                <a:rPr kumimoji="1" lang="en-US" altLang="ja-JP" sz="1900" b="0" i="1" smtClean="0">
                                  <a:latin typeface="Cambria Math" panose="02040503050406030204" pitchFamily="18" charset="0"/>
                                  <a:ea typeface="Cambria Math" panose="02040503050406030204" pitchFamily="18" charset="0"/>
                                </a:rPr>
                                <m:t>0.00133</m:t>
                              </m:r>
                              <m:r>
                                <a:rPr kumimoji="1" lang="ja-JP" altLang="en-US" sz="1900" b="0" i="1" smtClean="0">
                                  <a:latin typeface="Cambria Math" panose="02040503050406030204" pitchFamily="18" charset="0"/>
                                  <a:ea typeface="Cambria Math" panose="02040503050406030204" pitchFamily="18" charset="0"/>
                                </a:rPr>
                                <m:t>−</m:t>
                              </m:r>
                              <m:r>
                                <a:rPr kumimoji="1" lang="en-US" altLang="ja-JP" sz="1900" b="0" i="1" smtClean="0">
                                  <a:latin typeface="Cambria Math" panose="02040503050406030204" pitchFamily="18" charset="0"/>
                                  <a:ea typeface="Cambria Math" panose="02040503050406030204" pitchFamily="18" charset="0"/>
                                </a:rPr>
                                <m:t>0.00096</m:t>
                              </m:r>
                            </m:e>
                          </m:d>
                          <m:f>
                            <m:fPr>
                              <m:ctrlPr>
                                <a:rPr kumimoji="1" lang="en-US" altLang="ja-JP" sz="1900" b="0" i="1" smtClean="0">
                                  <a:latin typeface="Cambria Math" panose="02040503050406030204" pitchFamily="18" charset="0"/>
                                  <a:ea typeface="Cambria Math" panose="02040503050406030204" pitchFamily="18" charset="0"/>
                                </a:rPr>
                              </m:ctrlPr>
                            </m:fPr>
                            <m:num>
                              <m:r>
                                <a:rPr kumimoji="1" lang="en-US" altLang="ja-JP" sz="1900" b="0" i="1" smtClean="0">
                                  <a:latin typeface="Cambria Math" panose="02040503050406030204" pitchFamily="18" charset="0"/>
                                  <a:ea typeface="Cambria Math" panose="02040503050406030204" pitchFamily="18" charset="0"/>
                                </a:rPr>
                                <m:t>1.466</m:t>
                              </m:r>
                              <m:r>
                                <a:rPr kumimoji="1" lang="en-US" altLang="ja-JP" sz="1900" b="0" i="1" smtClean="0">
                                  <a:latin typeface="Cambria Math" panose="02040503050406030204" pitchFamily="18" charset="0"/>
                                  <a:ea typeface="Cambria Math" panose="02040503050406030204" pitchFamily="18" charset="0"/>
                                </a:rPr>
                                <m:t>+1.251</m:t>
                              </m:r>
                            </m:num>
                            <m:den>
                              <m:r>
                                <a:rPr kumimoji="1" lang="en-US" altLang="ja-JP" sz="1900" b="0" i="1" smtClean="0">
                                  <a:latin typeface="Cambria Math" panose="02040503050406030204" pitchFamily="18" charset="0"/>
                                  <a:ea typeface="Cambria Math" panose="02040503050406030204" pitchFamily="18" charset="0"/>
                                </a:rPr>
                                <m:t>2</m:t>
                              </m:r>
                            </m:den>
                          </m:f>
                        </m:oMath>
                      </m:oMathPara>
                    </a14:m>
                    <a:endParaRPr kumimoji="1" lang="en-US" altLang="ja-JP" sz="1900" dirty="0"/>
                  </a:p>
                </p:txBody>
              </p:sp>
            </mc:Choice>
            <mc:Fallback>
              <p:sp>
                <p:nvSpPr>
                  <p:cNvPr id="14" name="テキスト ボックス 13">
                    <a:extLst>
                      <a:ext uri="{FF2B5EF4-FFF2-40B4-BE49-F238E27FC236}">
                        <a16:creationId xmlns:a16="http://schemas.microsoft.com/office/drawing/2014/main" id="{16A385A5-9380-84A5-37C3-3AD18399E79C}"/>
                      </a:ext>
                    </a:extLst>
                  </p:cNvPr>
                  <p:cNvSpPr txBox="1">
                    <a:spLocks noRot="1" noChangeAspect="1" noMove="1" noResize="1" noEditPoints="1" noAdjustHandles="1" noChangeArrowheads="1" noChangeShapeType="1" noTextEdit="1"/>
                  </p:cNvSpPr>
                  <p:nvPr/>
                </p:nvSpPr>
                <p:spPr>
                  <a:xfrm>
                    <a:off x="710731" y="5377761"/>
                    <a:ext cx="5705835" cy="553357"/>
                  </a:xfrm>
                  <a:prstGeom prst="rect">
                    <a:avLst/>
                  </a:prstGeom>
                  <a:blipFill>
                    <a:blip r:embed="rId5"/>
                    <a:stretch>
                      <a:fillRect t="-4545" b="-13636"/>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16" name="テキスト ボックス 15">
                    <a:extLst>
                      <a:ext uri="{FF2B5EF4-FFF2-40B4-BE49-F238E27FC236}">
                        <a16:creationId xmlns:a16="http://schemas.microsoft.com/office/drawing/2014/main" id="{EAB43C90-B341-7460-3140-7BFD7AF3CE05}"/>
                      </a:ext>
                    </a:extLst>
                  </p:cNvPr>
                  <p:cNvSpPr txBox="1"/>
                  <p:nvPr/>
                </p:nvSpPr>
                <p:spPr>
                  <a:xfrm>
                    <a:off x="6173701" y="5377760"/>
                    <a:ext cx="5705835" cy="553357"/>
                  </a:xfrm>
                  <a:prstGeom prst="rect">
                    <a:avLst/>
                  </a:prstGeom>
                  <a:noFill/>
                </p:spPr>
                <p:txBody>
                  <a:bodyPr wrap="square" lIns="0" tIns="0" rIns="0" bIns="0" rtlCol="0">
                    <a:spAutoFit/>
                  </a:bodyPr>
                  <a:lstStyle/>
                  <a:p>
                    <a14:m>
                      <m:oMathPara xmlns:m="http://schemas.openxmlformats.org/officeDocument/2006/math">
                        <m:oMath>
                          <m:sSub>
                            <m:sSubPr>
                              <m:ctrlPr>
                                <a:rPr kumimoji="1" lang="ja-JP" altLang="en-US" sz="1900" i="1" smtClean="0">
                                  <a:latin typeface="Cambria Math" panose="02040503050406030204" pitchFamily="18" charset="0"/>
                                </a:rPr>
                              </m:ctrlPr>
                            </m:sSubPr>
                            <m:e>
                              <m:r>
                                <a:rPr kumimoji="1" lang="ja-JP" altLang="en-US" sz="1900" i="1" smtClean="0">
                                  <a:latin typeface="Cambria Math" panose="02040503050406030204" pitchFamily="18" charset="0"/>
                                </a:rPr>
                                <m:t>𝜑</m:t>
                              </m:r>
                            </m:e>
                            <m:sub>
                              <m:r>
                                <a:rPr kumimoji="1" lang="el-GR" altLang="ja-JP" sz="1900" i="1" smtClean="0">
                                  <a:latin typeface="Cambria Math" panose="02040503050406030204" pitchFamily="18" charset="0"/>
                                  <a:ea typeface="Cambria Math" panose="02040503050406030204" pitchFamily="18" charset="0"/>
                                </a:rPr>
                                <m:t>𝛲</m:t>
                              </m:r>
                            </m:sub>
                          </m:sSub>
                          <m:r>
                            <a:rPr kumimoji="1" lang="en-US" altLang="ja-JP" sz="1900" i="1" smtClean="0">
                              <a:latin typeface="Cambria Math" panose="02040503050406030204" pitchFamily="18" charset="0"/>
                              <a:ea typeface="Cambria Math" panose="02040503050406030204" pitchFamily="18" charset="0"/>
                            </a:rPr>
                            <m:t>=</m:t>
                          </m:r>
                          <m:r>
                            <a:rPr kumimoji="1" lang="en-US" altLang="ja-JP" sz="1900" b="0" i="0" smtClean="0">
                              <a:latin typeface="Cambria Math" panose="02040503050406030204" pitchFamily="18" charset="0"/>
                              <a:ea typeface="Cambria Math" panose="02040503050406030204" pitchFamily="18" charset="0"/>
                            </a:rPr>
                            <m:t>1000 </m:t>
                          </m:r>
                          <m:d>
                            <m:dPr>
                              <m:ctrlPr>
                                <a:rPr kumimoji="1" lang="en-US" altLang="ja-JP" sz="1900" b="0" i="1" smtClean="0">
                                  <a:latin typeface="Cambria Math" panose="02040503050406030204" pitchFamily="18" charset="0"/>
                                  <a:ea typeface="Cambria Math" panose="02040503050406030204" pitchFamily="18" charset="0"/>
                                </a:rPr>
                              </m:ctrlPr>
                            </m:dPr>
                            <m:e>
                              <m:r>
                                <a:rPr kumimoji="1" lang="en-US" altLang="ja-JP" sz="1900" b="0" i="1" smtClean="0">
                                  <a:latin typeface="Cambria Math" panose="02040503050406030204" pitchFamily="18" charset="0"/>
                                  <a:ea typeface="Cambria Math" panose="02040503050406030204" pitchFamily="18" charset="0"/>
                                </a:rPr>
                                <m:t>1.466</m:t>
                              </m:r>
                              <m:r>
                                <a:rPr kumimoji="1" lang="ja-JP" altLang="en-US" sz="1900" b="0" i="1" smtClean="0">
                                  <a:latin typeface="Cambria Math" panose="02040503050406030204" pitchFamily="18" charset="0"/>
                                  <a:ea typeface="Cambria Math" panose="02040503050406030204" pitchFamily="18" charset="0"/>
                                </a:rPr>
                                <m:t>−</m:t>
                              </m:r>
                              <m:r>
                                <a:rPr kumimoji="1" lang="en-US" altLang="ja-JP" sz="1900" b="0" i="1" smtClean="0">
                                  <a:latin typeface="Cambria Math" panose="02040503050406030204" pitchFamily="18" charset="0"/>
                                  <a:ea typeface="Cambria Math" panose="02040503050406030204" pitchFamily="18" charset="0"/>
                                </a:rPr>
                                <m:t>1.251</m:t>
                              </m:r>
                            </m:e>
                          </m:d>
                          <m:f>
                            <m:fPr>
                              <m:ctrlPr>
                                <a:rPr kumimoji="1" lang="en-US" altLang="ja-JP" sz="1900" b="0" i="1" smtClean="0">
                                  <a:latin typeface="Cambria Math" panose="02040503050406030204" pitchFamily="18" charset="0"/>
                                  <a:ea typeface="Cambria Math" panose="02040503050406030204" pitchFamily="18" charset="0"/>
                                </a:rPr>
                              </m:ctrlPr>
                            </m:fPr>
                            <m:num>
                              <m:r>
                                <a:rPr kumimoji="1" lang="en-US" altLang="ja-JP" sz="1900" b="0" i="1" smtClean="0">
                                  <a:latin typeface="Cambria Math" panose="02040503050406030204" pitchFamily="18" charset="0"/>
                                  <a:ea typeface="Cambria Math" panose="02040503050406030204" pitchFamily="18" charset="0"/>
                                </a:rPr>
                                <m:t>0.00133+0.00096</m:t>
                              </m:r>
                            </m:num>
                            <m:den>
                              <m:r>
                                <a:rPr kumimoji="1" lang="en-US" altLang="ja-JP" sz="1900" b="0" i="1" smtClean="0">
                                  <a:latin typeface="Cambria Math" panose="02040503050406030204" pitchFamily="18" charset="0"/>
                                  <a:ea typeface="Cambria Math" panose="02040503050406030204" pitchFamily="18" charset="0"/>
                                </a:rPr>
                                <m:t>2</m:t>
                              </m:r>
                            </m:den>
                          </m:f>
                        </m:oMath>
                      </m:oMathPara>
                    </a14:m>
                    <a:endParaRPr kumimoji="1" lang="ja-JP" altLang="en-US" sz="1900"/>
                  </a:p>
                </p:txBody>
              </p:sp>
            </mc:Choice>
            <mc:Fallback>
              <p:sp>
                <p:nvSpPr>
                  <p:cNvPr id="16" name="テキスト ボックス 15">
                    <a:extLst>
                      <a:ext uri="{FF2B5EF4-FFF2-40B4-BE49-F238E27FC236}">
                        <a16:creationId xmlns:a16="http://schemas.microsoft.com/office/drawing/2014/main" id="{EAB43C90-B341-7460-3140-7BFD7AF3CE05}"/>
                      </a:ext>
                    </a:extLst>
                  </p:cNvPr>
                  <p:cNvSpPr txBox="1">
                    <a:spLocks noRot="1" noChangeAspect="1" noMove="1" noResize="1" noEditPoints="1" noAdjustHandles="1" noChangeArrowheads="1" noChangeShapeType="1" noTextEdit="1"/>
                  </p:cNvSpPr>
                  <p:nvPr/>
                </p:nvSpPr>
                <p:spPr>
                  <a:xfrm>
                    <a:off x="6173701" y="5377760"/>
                    <a:ext cx="5705835" cy="553357"/>
                  </a:xfrm>
                  <a:prstGeom prst="rect">
                    <a:avLst/>
                  </a:prstGeom>
                  <a:blipFill>
                    <a:blip r:embed="rId6"/>
                    <a:stretch>
                      <a:fillRect b="-13636"/>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17" name="テキスト ボックス 16">
                    <a:extLst>
                      <a:ext uri="{FF2B5EF4-FFF2-40B4-BE49-F238E27FC236}">
                        <a16:creationId xmlns:a16="http://schemas.microsoft.com/office/drawing/2014/main" id="{0BBF1213-B54F-A0F3-D3E4-F1EFF7BCEF1A}"/>
                      </a:ext>
                    </a:extLst>
                  </p:cNvPr>
                  <p:cNvSpPr txBox="1"/>
                  <p:nvPr/>
                </p:nvSpPr>
                <p:spPr>
                  <a:xfrm>
                    <a:off x="694965" y="5638729"/>
                    <a:ext cx="2426608" cy="584775"/>
                  </a:xfrm>
                  <a:prstGeom prst="rect">
                    <a:avLst/>
                  </a:prstGeom>
                  <a:noFill/>
                </p:spPr>
                <p:txBody>
                  <a:bodyPr wrap="square" lIns="0" tIns="0" rIns="0" bIns="0" rtlCol="0">
                    <a:spAutoFit/>
                  </a:bodyPr>
                  <a:lstStyle/>
                  <a:p>
                    <a:endParaRPr kumimoji="1" lang="en-US" altLang="ja-JP" sz="1900" i="1" dirty="0">
                      <a:latin typeface="Cambria Math" panose="02040503050406030204" pitchFamily="18" charset="0"/>
                    </a:endParaRPr>
                  </a:p>
                  <a:p>
                    <a14:m>
                      <m:oMathPara xmlns:m="http://schemas.openxmlformats.org/officeDocument/2006/math">
                        <m:oMath>
                          <m:r>
                            <a:rPr kumimoji="1" lang="en-US" altLang="ja-JP" sz="1900" i="1" smtClean="0">
                              <a:latin typeface="Cambria Math" panose="02040503050406030204" pitchFamily="18" charset="0"/>
                              <a:ea typeface="Cambria Math" panose="02040503050406030204" pitchFamily="18" charset="0"/>
                            </a:rPr>
                            <m:t>≈</m:t>
                          </m:r>
                          <m:r>
                            <a:rPr kumimoji="1" lang="en-US" altLang="ja-JP" sz="1900" b="0" i="1" smtClean="0">
                              <a:latin typeface="Cambria Math" panose="02040503050406030204" pitchFamily="18" charset="0"/>
                              <a:ea typeface="Cambria Math" panose="02040503050406030204" pitchFamily="18" charset="0"/>
                            </a:rPr>
                            <m:t>0.498</m:t>
                          </m:r>
                        </m:oMath>
                      </m:oMathPara>
                    </a14:m>
                    <a:endParaRPr kumimoji="1" lang="en-US" altLang="ja-JP" sz="1900" dirty="0"/>
                  </a:p>
                </p:txBody>
              </p:sp>
            </mc:Choice>
            <mc:Fallback>
              <p:sp>
                <p:nvSpPr>
                  <p:cNvPr id="17" name="テキスト ボックス 16">
                    <a:extLst>
                      <a:ext uri="{FF2B5EF4-FFF2-40B4-BE49-F238E27FC236}">
                        <a16:creationId xmlns:a16="http://schemas.microsoft.com/office/drawing/2014/main" id="{0BBF1213-B54F-A0F3-D3E4-F1EFF7BCEF1A}"/>
                      </a:ext>
                    </a:extLst>
                  </p:cNvPr>
                  <p:cNvSpPr txBox="1">
                    <a:spLocks noRot="1" noChangeAspect="1" noMove="1" noResize="1" noEditPoints="1" noAdjustHandles="1" noChangeArrowheads="1" noChangeShapeType="1" noTextEdit="1"/>
                  </p:cNvSpPr>
                  <p:nvPr/>
                </p:nvSpPr>
                <p:spPr>
                  <a:xfrm>
                    <a:off x="694965" y="5638729"/>
                    <a:ext cx="2426608" cy="584775"/>
                  </a:xfrm>
                  <a:prstGeom prst="rect">
                    <a:avLst/>
                  </a:prstGeom>
                  <a:blipFill>
                    <a:blip r:embed="rId7"/>
                    <a:stretch>
                      <a:fillRect b="-4255"/>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18" name="テキスト ボックス 17">
                    <a:extLst>
                      <a:ext uri="{FF2B5EF4-FFF2-40B4-BE49-F238E27FC236}">
                        <a16:creationId xmlns:a16="http://schemas.microsoft.com/office/drawing/2014/main" id="{DD9E500B-E34D-B37C-5F67-6093A5CE4300}"/>
                      </a:ext>
                    </a:extLst>
                  </p:cNvPr>
                  <p:cNvSpPr txBox="1"/>
                  <p:nvPr/>
                </p:nvSpPr>
                <p:spPr>
                  <a:xfrm>
                    <a:off x="6157935" y="5638728"/>
                    <a:ext cx="2426608" cy="584775"/>
                  </a:xfrm>
                  <a:prstGeom prst="rect">
                    <a:avLst/>
                  </a:prstGeom>
                  <a:noFill/>
                </p:spPr>
                <p:txBody>
                  <a:bodyPr wrap="square" lIns="0" tIns="0" rIns="0" bIns="0" rtlCol="0">
                    <a:spAutoFit/>
                  </a:bodyPr>
                  <a:lstStyle/>
                  <a:p>
                    <a:endParaRPr kumimoji="1" lang="en-US" altLang="ja-JP" sz="1900" i="1" dirty="0">
                      <a:latin typeface="Cambria Math" panose="02040503050406030204" pitchFamily="18" charset="0"/>
                    </a:endParaRPr>
                  </a:p>
                  <a:p>
                    <a14:m>
                      <m:oMathPara xmlns:m="http://schemas.openxmlformats.org/officeDocument/2006/math">
                        <m:oMath>
                          <m:r>
                            <a:rPr kumimoji="1" lang="en-US" altLang="ja-JP" sz="1900" i="1" smtClean="0">
                              <a:latin typeface="Cambria Math" panose="02040503050406030204" pitchFamily="18" charset="0"/>
                              <a:ea typeface="Cambria Math" panose="02040503050406030204" pitchFamily="18" charset="0"/>
                            </a:rPr>
                            <m:t>≈</m:t>
                          </m:r>
                          <m:r>
                            <a:rPr kumimoji="1" lang="en-US" altLang="ja-JP" sz="1900" b="0" i="1" smtClean="0">
                              <a:latin typeface="Cambria Math" panose="02040503050406030204" pitchFamily="18" charset="0"/>
                              <a:ea typeface="Cambria Math" panose="02040503050406030204" pitchFamily="18" charset="0"/>
                            </a:rPr>
                            <m:t>0.247</m:t>
                          </m:r>
                        </m:oMath>
                      </m:oMathPara>
                    </a14:m>
                    <a:endParaRPr kumimoji="1" lang="en-US" altLang="ja-JP" sz="1900" dirty="0"/>
                  </a:p>
                </p:txBody>
              </p:sp>
            </mc:Choice>
            <mc:Fallback>
              <p:sp>
                <p:nvSpPr>
                  <p:cNvPr id="18" name="テキスト ボックス 17">
                    <a:extLst>
                      <a:ext uri="{FF2B5EF4-FFF2-40B4-BE49-F238E27FC236}">
                        <a16:creationId xmlns:a16="http://schemas.microsoft.com/office/drawing/2014/main" id="{DD9E500B-E34D-B37C-5F67-6093A5CE4300}"/>
                      </a:ext>
                    </a:extLst>
                  </p:cNvPr>
                  <p:cNvSpPr txBox="1">
                    <a:spLocks noRot="1" noChangeAspect="1" noMove="1" noResize="1" noEditPoints="1" noAdjustHandles="1" noChangeArrowheads="1" noChangeShapeType="1" noTextEdit="1"/>
                  </p:cNvSpPr>
                  <p:nvPr/>
                </p:nvSpPr>
                <p:spPr>
                  <a:xfrm>
                    <a:off x="6157935" y="5638728"/>
                    <a:ext cx="2426608" cy="584775"/>
                  </a:xfrm>
                  <a:prstGeom prst="rect">
                    <a:avLst/>
                  </a:prstGeom>
                  <a:blipFill>
                    <a:blip r:embed="rId8"/>
                    <a:stretch>
                      <a:fillRect b="-4255"/>
                    </a:stretch>
                  </a:blipFill>
                </p:spPr>
                <p:txBody>
                  <a:bodyPr/>
                  <a:lstStyle/>
                  <a:p>
                    <a:r>
                      <a:rPr lang="ja-JP" altLang="en-US">
                        <a:noFill/>
                      </a:rPr>
                      <a:t> </a:t>
                    </a:r>
                  </a:p>
                </p:txBody>
              </p:sp>
            </mc:Fallback>
          </mc:AlternateContent>
        </p:grpSp>
      </p:grpSp>
    </p:spTree>
    <p:extLst>
      <p:ext uri="{BB962C8B-B14F-4D97-AF65-F5344CB8AC3E}">
        <p14:creationId xmlns:p14="http://schemas.microsoft.com/office/powerpoint/2010/main" val="221675268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テキスト ボックス 16">
            <a:extLst>
              <a:ext uri="{FF2B5EF4-FFF2-40B4-BE49-F238E27FC236}">
                <a16:creationId xmlns:a16="http://schemas.microsoft.com/office/drawing/2014/main" id="{CDF66119-FBE3-5057-D226-4D6C9DE25733}"/>
              </a:ext>
            </a:extLst>
          </p:cNvPr>
          <p:cNvSpPr txBox="1"/>
          <p:nvPr/>
        </p:nvSpPr>
        <p:spPr>
          <a:xfrm>
            <a:off x="1228422" y="5896320"/>
            <a:ext cx="4000439" cy="651332"/>
          </a:xfrm>
          <a:prstGeom prst="rect">
            <a:avLst/>
          </a:prstGeom>
          <a:noFill/>
        </p:spPr>
        <p:txBody>
          <a:bodyPr wrap="square">
            <a:spAutoFit/>
          </a:bodyPr>
          <a:lstStyle/>
          <a:p>
            <a:pPr>
              <a:lnSpc>
                <a:spcPts val="2280"/>
              </a:lnSpc>
              <a:defRPr/>
            </a:pPr>
            <a:r>
              <a:rPr kumimoji="1" lang="ja-JP" altLang="en-US" sz="1400" spc="30">
                <a:solidFill>
                  <a:srgbClr val="C00000"/>
                </a:solidFill>
                <a:latin typeface="源ノ角ゴシック JP" panose="020B0500000000000000" pitchFamily="34" charset="-128"/>
                <a:ea typeface="源ノ角ゴシック JP" panose="020B0500000000000000" pitchFamily="34" charset="-128"/>
              </a:rPr>
              <a:t>「対応」商品を購入した経験のない人は、</a:t>
            </a:r>
            <a:br>
              <a:rPr kumimoji="1" lang="en-US" altLang="ja-JP" sz="1400" spc="30" dirty="0">
                <a:solidFill>
                  <a:srgbClr val="C00000"/>
                </a:solidFill>
                <a:latin typeface="源ノ角ゴシック JP" panose="020B0500000000000000" pitchFamily="34" charset="-128"/>
                <a:ea typeface="源ノ角ゴシック JP" panose="020B0500000000000000" pitchFamily="34" charset="-128"/>
              </a:rPr>
            </a:br>
            <a:r>
              <a:rPr kumimoji="1" lang="en-US" altLang="ja-JP" sz="1400" spc="30" dirty="0">
                <a:solidFill>
                  <a:srgbClr val="C00000"/>
                </a:solidFill>
                <a:latin typeface="源ノ角ゴシック JP" panose="020B0500000000000000" pitchFamily="34" charset="-128"/>
                <a:ea typeface="源ノ角ゴシック JP" panose="020B0500000000000000" pitchFamily="34" charset="-128"/>
              </a:rPr>
              <a:t>  </a:t>
            </a:r>
            <a:r>
              <a:rPr kumimoji="1" lang="ja-JP" altLang="en-US" sz="1400" spc="30">
                <a:solidFill>
                  <a:srgbClr val="C00000"/>
                </a:solidFill>
                <a:latin typeface="源ノ角ゴシック JP" panose="020B0500000000000000" pitchFamily="34" charset="-128"/>
                <a:ea typeface="源ノ角ゴシック JP" panose="020B0500000000000000" pitchFamily="34" charset="-128"/>
              </a:rPr>
              <a:t>普段から「軽食系」の商品を強く求めている</a:t>
            </a:r>
            <a:endParaRPr kumimoji="1" lang="en-US" altLang="ja-JP" sz="1400" spc="30" dirty="0">
              <a:solidFill>
                <a:srgbClr val="C00000"/>
              </a:solidFill>
              <a:latin typeface="源ノ角ゴシック JP" panose="020B0500000000000000" pitchFamily="34" charset="-128"/>
              <a:ea typeface="源ノ角ゴシック JP" panose="020B0500000000000000" pitchFamily="34" charset="-128"/>
            </a:endParaRPr>
          </a:p>
        </p:txBody>
      </p:sp>
      <p:sp>
        <p:nvSpPr>
          <p:cNvPr id="20" name="テキスト ボックス 19">
            <a:extLst>
              <a:ext uri="{FF2B5EF4-FFF2-40B4-BE49-F238E27FC236}">
                <a16:creationId xmlns:a16="http://schemas.microsoft.com/office/drawing/2014/main" id="{15B40378-340C-0357-CF75-B5AC4B68C0C8}"/>
              </a:ext>
            </a:extLst>
          </p:cNvPr>
          <p:cNvSpPr txBox="1"/>
          <p:nvPr/>
        </p:nvSpPr>
        <p:spPr>
          <a:xfrm>
            <a:off x="1192054" y="5896320"/>
            <a:ext cx="4783078" cy="651332"/>
          </a:xfrm>
          <a:prstGeom prst="rect">
            <a:avLst/>
          </a:prstGeom>
          <a:noFill/>
        </p:spPr>
        <p:txBody>
          <a:bodyPr wrap="square">
            <a:spAutoFit/>
          </a:bodyPr>
          <a:lstStyle/>
          <a:p>
            <a:pPr>
              <a:lnSpc>
                <a:spcPts val="2280"/>
              </a:lnSpc>
              <a:defRPr/>
            </a:pPr>
            <a:r>
              <a:rPr kumimoji="1" lang="en-US" altLang="ja-JP" sz="1400" spc="30" dirty="0">
                <a:solidFill>
                  <a:schemeClr val="accent2">
                    <a:lumMod val="75000"/>
                  </a:schemeClr>
                </a:solidFill>
                <a:latin typeface="源ノ角ゴシック JP" panose="020B0500000000000000" pitchFamily="34" charset="-128"/>
                <a:ea typeface="源ノ角ゴシック JP" panose="020B0500000000000000" pitchFamily="34" charset="-128"/>
              </a:rPr>
              <a:t>  </a:t>
            </a:r>
            <a:r>
              <a:rPr kumimoji="1" lang="ja-JP" altLang="en-US" sz="1400" spc="30">
                <a:solidFill>
                  <a:schemeClr val="accent2">
                    <a:lumMod val="75000"/>
                  </a:schemeClr>
                </a:solidFill>
                <a:latin typeface="源ノ角ゴシック JP" panose="020B0500000000000000" pitchFamily="34" charset="-128"/>
                <a:ea typeface="源ノ角ゴシック JP" panose="020B0500000000000000" pitchFamily="34" charset="-128"/>
              </a:rPr>
              <a:t>普段から「軽食系」ような商品を強く求めている人は「対応」商品を購入していない傾向がある</a:t>
            </a:r>
            <a:endParaRPr kumimoji="1" lang="en-US" altLang="ja-JP" sz="1400" spc="30" dirty="0">
              <a:solidFill>
                <a:schemeClr val="accent2">
                  <a:lumMod val="75000"/>
                </a:schemeClr>
              </a:solidFill>
              <a:latin typeface="源ノ角ゴシック JP" panose="020B0500000000000000" pitchFamily="34" charset="-128"/>
              <a:ea typeface="源ノ角ゴシック JP" panose="020B0500000000000000" pitchFamily="34" charset="-128"/>
            </a:endParaRPr>
          </a:p>
        </p:txBody>
      </p:sp>
      <p:sp>
        <p:nvSpPr>
          <p:cNvPr id="2" name="テキスト ボックス 1">
            <a:extLst>
              <a:ext uri="{FF2B5EF4-FFF2-40B4-BE49-F238E27FC236}">
                <a16:creationId xmlns:a16="http://schemas.microsoft.com/office/drawing/2014/main" id="{C62BE566-4130-035C-D526-432E2653C6E9}"/>
              </a:ext>
            </a:extLst>
          </p:cNvPr>
          <p:cNvSpPr txBox="1"/>
          <p:nvPr/>
        </p:nvSpPr>
        <p:spPr>
          <a:xfrm>
            <a:off x="223842" y="485067"/>
            <a:ext cx="11507136" cy="507619"/>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defRPr/>
            </a:pPr>
            <a:r>
              <a:rPr lang="ja-JP" altLang="en-US" sz="2200" b="1" spc="50">
                <a:solidFill>
                  <a:srgbClr val="42557A"/>
                </a:solidFill>
                <a:latin typeface="源ノ角ゴシック JP" panose="020B0500000000000000" pitchFamily="34" charset="-128"/>
                <a:ea typeface="源ノ角ゴシック JP" panose="020B0500000000000000" pitchFamily="34" charset="-128"/>
              </a:rPr>
              <a:t>若年層の志向性と「対応」商品の構成が一致していないことが、購買を妨げる</a:t>
            </a:r>
            <a:endParaRPr lang="en-US" altLang="ja-JP" sz="2200" b="1" spc="50" dirty="0">
              <a:solidFill>
                <a:srgbClr val="42557A"/>
              </a:solidFill>
              <a:latin typeface="源ノ角ゴシック JP" panose="020B0500000000000000" pitchFamily="34" charset="-128"/>
              <a:ea typeface="源ノ角ゴシック JP" panose="020B0500000000000000" pitchFamily="34" charset="-128"/>
            </a:endParaRPr>
          </a:p>
        </p:txBody>
      </p:sp>
      <p:sp>
        <p:nvSpPr>
          <p:cNvPr id="3" name="テキスト ボックス 2">
            <a:extLst>
              <a:ext uri="{FF2B5EF4-FFF2-40B4-BE49-F238E27FC236}">
                <a16:creationId xmlns:a16="http://schemas.microsoft.com/office/drawing/2014/main" id="{1E690A7C-3803-21C5-F412-D8A4CCB9F53A}"/>
              </a:ext>
            </a:extLst>
          </p:cNvPr>
          <p:cNvSpPr txBox="1"/>
          <p:nvPr/>
        </p:nvSpPr>
        <p:spPr>
          <a:xfrm>
            <a:off x="643391" y="1014495"/>
            <a:ext cx="10073557" cy="699294"/>
          </a:xfrm>
          <a:prstGeom prst="rect">
            <a:avLst/>
          </a:prstGeom>
          <a:noFill/>
        </p:spPr>
        <p:txBody>
          <a:bodyPr wrap="square">
            <a:spAutoFit/>
          </a:bodyPr>
          <a:lstStyle/>
          <a:p>
            <a:pPr>
              <a:lnSpc>
                <a:spcPts val="2480"/>
              </a:lnSpc>
              <a:defRPr/>
            </a:pPr>
            <a:r>
              <a:rPr kumimoji="1" lang="ja-JP" altLang="en-US" sz="1450" spc="30">
                <a:solidFill>
                  <a:srgbClr val="DCD8DC">
                    <a:lumMod val="25000"/>
                  </a:srgbClr>
                </a:solidFill>
                <a:latin typeface="源ノ角ゴシック JP" panose="020B0500000000000000" pitchFamily="34" charset="-128"/>
                <a:ea typeface="源ノ角ゴシック JP" panose="020B0500000000000000" pitchFamily="34" charset="-128"/>
              </a:rPr>
              <a:t>なぜ、若年層では、</a:t>
            </a:r>
            <a:r>
              <a:rPr kumimoji="1" lang="ja-JP" altLang="en-US" sz="1450" u="sng" spc="30">
                <a:solidFill>
                  <a:srgbClr val="DCD8DC">
                    <a:lumMod val="25000"/>
                  </a:srgbClr>
                </a:solidFill>
                <a:latin typeface="源ノ角ゴシック JP" panose="020B0500000000000000" pitchFamily="34" charset="-128"/>
                <a:ea typeface="源ノ角ゴシック JP" panose="020B0500000000000000" pitchFamily="34" charset="-128"/>
              </a:rPr>
              <a:t>「対応」商品を購入した経験のある人が少ないのか</a:t>
            </a:r>
            <a:r>
              <a:rPr kumimoji="1" lang="ja-JP" altLang="en-US" sz="1450" spc="30">
                <a:solidFill>
                  <a:srgbClr val="DCD8DC">
                    <a:lumMod val="25000"/>
                  </a:srgbClr>
                </a:solidFill>
                <a:latin typeface="源ノ角ゴシック JP" panose="020B0500000000000000" pitchFamily="34" charset="-128"/>
                <a:ea typeface="源ノ角ゴシック JP" panose="020B0500000000000000" pitchFamily="34" charset="-128"/>
              </a:rPr>
              <a:t>？</a:t>
            </a:r>
            <a:endParaRPr kumimoji="1" lang="en-US" altLang="ja-JP" sz="1450" spc="3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480"/>
              </a:lnSpc>
              <a:defRPr/>
            </a:pPr>
            <a:r>
              <a:rPr kumimoji="1" lang="ja-JP" altLang="en-US" sz="1450" spc="30">
                <a:solidFill>
                  <a:srgbClr val="DCD8DC">
                    <a:lumMod val="25000"/>
                  </a:srgbClr>
                </a:solidFill>
                <a:latin typeface="源ノ角ゴシック JP" panose="020B0500000000000000" pitchFamily="34" charset="-128"/>
                <a:ea typeface="源ノ角ゴシック JP" panose="020B0500000000000000" pitchFamily="34" charset="-128"/>
              </a:rPr>
              <a:t>→ 若年層の中でも、</a:t>
            </a:r>
            <a:r>
              <a:rPr kumimoji="1" lang="ja-JP" altLang="en-US" sz="1450"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購入経験のある人</a:t>
            </a:r>
            <a:r>
              <a:rPr kumimoji="1" lang="ja-JP" altLang="en-US" sz="1450" spc="30">
                <a:solidFill>
                  <a:srgbClr val="DCD8DC">
                    <a:lumMod val="25000"/>
                  </a:srgbClr>
                </a:solidFill>
                <a:latin typeface="源ノ角ゴシック JP" panose="020B0500000000000000" pitchFamily="34" charset="-128"/>
                <a:ea typeface="源ノ角ゴシック JP" panose="020B0500000000000000" pitchFamily="34" charset="-128"/>
              </a:rPr>
              <a:t>と</a:t>
            </a:r>
            <a:r>
              <a:rPr kumimoji="1" lang="ja-JP" altLang="en-US" sz="1450"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ない人</a:t>
            </a:r>
            <a:r>
              <a:rPr kumimoji="1" lang="ja-JP" altLang="en-US" sz="1450" spc="30">
                <a:solidFill>
                  <a:srgbClr val="DCD8DC">
                    <a:lumMod val="25000"/>
                  </a:srgbClr>
                </a:solidFill>
                <a:latin typeface="源ノ角ゴシック JP" panose="020B0500000000000000" pitchFamily="34" charset="-128"/>
                <a:ea typeface="源ノ角ゴシック JP" panose="020B0500000000000000" pitchFamily="34" charset="-128"/>
              </a:rPr>
              <a:t>で分けて、志向性の違いを明らかにする</a:t>
            </a:r>
            <a:endParaRPr kumimoji="1" lang="en-US" altLang="ja-JP" sz="145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4" name="テキスト ボックス 3">
            <a:extLst>
              <a:ext uri="{FF2B5EF4-FFF2-40B4-BE49-F238E27FC236}">
                <a16:creationId xmlns:a16="http://schemas.microsoft.com/office/drawing/2014/main" id="{B7133E19-1C99-0441-4BE5-FCCF34C302E1}"/>
              </a:ext>
            </a:extLst>
          </p:cNvPr>
          <p:cNvSpPr txBox="1"/>
          <p:nvPr/>
        </p:nvSpPr>
        <p:spPr>
          <a:xfrm>
            <a:off x="658631" y="1812968"/>
            <a:ext cx="5316501" cy="378693"/>
          </a:xfrm>
          <a:prstGeom prst="rect">
            <a:avLst/>
          </a:prstGeom>
          <a:noFill/>
        </p:spPr>
        <p:txBody>
          <a:bodyPr wrap="square">
            <a:spAutoFit/>
          </a:bodyPr>
          <a:lstStyle/>
          <a:p>
            <a:pPr>
              <a:lnSpc>
                <a:spcPts val="2480"/>
              </a:lnSpc>
              <a:defRPr/>
            </a:pPr>
            <a:r>
              <a:rPr kumimoji="1" lang="ja-JP" altLang="en-US" sz="1500" b="1" spc="40">
                <a:solidFill>
                  <a:srgbClr val="DCD8DC">
                    <a:lumMod val="25000"/>
                  </a:srgbClr>
                </a:solidFill>
                <a:latin typeface="源ノ角ゴシック JP" panose="020B0500000000000000" pitchFamily="34" charset="-128"/>
                <a:ea typeface="源ノ角ゴシック JP" panose="020B0500000000000000" pitchFamily="34" charset="-128"/>
              </a:rPr>
              <a:t>普段、どのような食品をセブンイレブンで購入しているか</a:t>
            </a:r>
            <a:endParaRPr kumimoji="1" lang="en-US" altLang="ja-JP" sz="1500" b="1" spc="4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5" name="テキスト ボックス 4">
            <a:extLst>
              <a:ext uri="{FF2B5EF4-FFF2-40B4-BE49-F238E27FC236}">
                <a16:creationId xmlns:a16="http://schemas.microsoft.com/office/drawing/2014/main" id="{E722383B-1D15-3908-F875-9E5F27FCBCCA}"/>
              </a:ext>
            </a:extLst>
          </p:cNvPr>
          <p:cNvSpPr txBox="1"/>
          <p:nvPr/>
        </p:nvSpPr>
        <p:spPr>
          <a:xfrm>
            <a:off x="671883" y="2189798"/>
            <a:ext cx="5113518" cy="627351"/>
          </a:xfrm>
          <a:prstGeom prst="rect">
            <a:avLst/>
          </a:prstGeom>
          <a:noFill/>
        </p:spPr>
        <p:txBody>
          <a:bodyPr wrap="square">
            <a:spAutoFit/>
          </a:bodyPr>
          <a:lstStyle/>
          <a:p>
            <a:pPr>
              <a:lnSpc>
                <a:spcPts val="2180"/>
              </a:lnSpc>
              <a:defRPr/>
            </a:pPr>
            <a:r>
              <a:rPr kumimoji="1" lang="ja-JP" altLang="en-US" sz="1350" spc="3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350" spc="30">
                <a:solidFill>
                  <a:srgbClr val="178B76"/>
                </a:solidFill>
                <a:latin typeface="源ノ角ゴシック JP" panose="020B0500000000000000" pitchFamily="34" charset="-128"/>
                <a:ea typeface="源ノ角ゴシック JP" panose="020B0500000000000000" pitchFamily="34" charset="-128"/>
              </a:rPr>
              <a:t>弁当系</a:t>
            </a:r>
            <a:r>
              <a:rPr kumimoji="1" lang="ja-JP" altLang="en-US" sz="1350" spc="30">
                <a:solidFill>
                  <a:srgbClr val="DCD8DC">
                    <a:lumMod val="25000"/>
                  </a:srgbClr>
                </a:solidFill>
                <a:latin typeface="源ノ角ゴシック JP" panose="020B0500000000000000" pitchFamily="34" charset="-128"/>
                <a:ea typeface="源ノ角ゴシック JP" panose="020B0500000000000000" pitchFamily="34" charset="-128"/>
              </a:rPr>
              <a:t>：弁当、丼、うどん、そば、ラーメンなど</a:t>
            </a:r>
            <a:endParaRPr kumimoji="1" lang="en-US" altLang="ja-JP" sz="1350" spc="3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180"/>
              </a:lnSpc>
              <a:defRPr/>
            </a:pPr>
            <a:r>
              <a:rPr kumimoji="1" lang="ja-JP" altLang="en-US" sz="1350" spc="3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350" spc="30">
                <a:solidFill>
                  <a:srgbClr val="211793"/>
                </a:solidFill>
                <a:latin typeface="源ノ角ゴシック JP" panose="020B0500000000000000" pitchFamily="34" charset="-128"/>
                <a:ea typeface="源ノ角ゴシック JP" panose="020B0500000000000000" pitchFamily="34" charset="-128"/>
              </a:rPr>
              <a:t>軽食系</a:t>
            </a:r>
            <a:r>
              <a:rPr kumimoji="1" lang="ja-JP" altLang="en-US" sz="1350" spc="30">
                <a:solidFill>
                  <a:srgbClr val="DCD8DC">
                    <a:lumMod val="25000"/>
                  </a:srgbClr>
                </a:solidFill>
                <a:latin typeface="源ノ角ゴシック JP" panose="020B0500000000000000" pitchFamily="34" charset="-128"/>
                <a:ea typeface="源ノ角ゴシック JP" panose="020B0500000000000000" pitchFamily="34" charset="-128"/>
              </a:rPr>
              <a:t>：おにぎり、サンドイッチ、サラダ、スープなど</a:t>
            </a:r>
            <a:endParaRPr kumimoji="1" lang="en-US" altLang="ja-JP" sz="135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8" name="テキスト ボックス 7">
            <a:extLst>
              <a:ext uri="{FF2B5EF4-FFF2-40B4-BE49-F238E27FC236}">
                <a16:creationId xmlns:a16="http://schemas.microsoft.com/office/drawing/2014/main" id="{8E3DC904-310D-8B65-6A8C-89A6B6F98ED7}"/>
              </a:ext>
            </a:extLst>
          </p:cNvPr>
          <p:cNvSpPr txBox="1"/>
          <p:nvPr/>
        </p:nvSpPr>
        <p:spPr>
          <a:xfrm>
            <a:off x="1913079" y="5470616"/>
            <a:ext cx="1110792" cy="356380"/>
          </a:xfrm>
          <a:prstGeom prst="rect">
            <a:avLst/>
          </a:prstGeom>
          <a:noFill/>
        </p:spPr>
        <p:txBody>
          <a:bodyPr wrap="square">
            <a:spAutoFit/>
          </a:bodyPr>
          <a:lstStyle/>
          <a:p>
            <a:pPr algn="ctr">
              <a:lnSpc>
                <a:spcPts val="2280"/>
              </a:lnSpc>
              <a:defRPr/>
            </a:pPr>
            <a:r>
              <a:rPr kumimoji="1" lang="ja-JP" altLang="en-US" sz="1250"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購入経験群</a:t>
            </a:r>
            <a:endParaRPr kumimoji="1" lang="en-US" altLang="ja-JP" sz="125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p:txBody>
      </p:sp>
      <p:sp>
        <p:nvSpPr>
          <p:cNvPr id="9" name="テキスト ボックス 8">
            <a:extLst>
              <a:ext uri="{FF2B5EF4-FFF2-40B4-BE49-F238E27FC236}">
                <a16:creationId xmlns:a16="http://schemas.microsoft.com/office/drawing/2014/main" id="{16A0C86C-D8E5-8CE9-8F5A-8269CFEF1865}"/>
              </a:ext>
            </a:extLst>
          </p:cNvPr>
          <p:cNvSpPr txBox="1"/>
          <p:nvPr/>
        </p:nvSpPr>
        <p:spPr>
          <a:xfrm>
            <a:off x="3370108" y="5464760"/>
            <a:ext cx="1302776" cy="356380"/>
          </a:xfrm>
          <a:prstGeom prst="rect">
            <a:avLst/>
          </a:prstGeom>
          <a:noFill/>
        </p:spPr>
        <p:txBody>
          <a:bodyPr wrap="square">
            <a:spAutoFit/>
          </a:bodyPr>
          <a:lstStyle/>
          <a:p>
            <a:pPr algn="ctr">
              <a:lnSpc>
                <a:spcPts val="2280"/>
              </a:lnSpc>
              <a:defRPr/>
            </a:pPr>
            <a:r>
              <a:rPr kumimoji="1" lang="ja-JP" altLang="en-US" sz="1250"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購入未経験群</a:t>
            </a:r>
            <a:endParaRPr kumimoji="1" lang="en-US" altLang="ja-JP" sz="125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p:txBody>
      </p:sp>
      <p:sp>
        <p:nvSpPr>
          <p:cNvPr id="10" name="正方形/長方形 9">
            <a:extLst>
              <a:ext uri="{FF2B5EF4-FFF2-40B4-BE49-F238E27FC236}">
                <a16:creationId xmlns:a16="http://schemas.microsoft.com/office/drawing/2014/main" id="{0E19B149-6C75-7AD4-0448-938A347CB78F}"/>
              </a:ext>
            </a:extLst>
          </p:cNvPr>
          <p:cNvSpPr/>
          <p:nvPr/>
        </p:nvSpPr>
        <p:spPr>
          <a:xfrm>
            <a:off x="1700009" y="2974337"/>
            <a:ext cx="3183161" cy="2496572"/>
          </a:xfrm>
          <a:prstGeom prst="rect">
            <a:avLst/>
          </a:prstGeom>
          <a:solidFill>
            <a:schemeClr val="bg1">
              <a:lumMod val="95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36C988FF-8CD3-6704-FFAC-2264805402BD}"/>
              </a:ext>
            </a:extLst>
          </p:cNvPr>
          <p:cNvSpPr txBox="1"/>
          <p:nvPr/>
        </p:nvSpPr>
        <p:spPr>
          <a:xfrm rot="16200000">
            <a:off x="158151" y="3944887"/>
            <a:ext cx="2067806" cy="555473"/>
          </a:xfrm>
          <a:prstGeom prst="rect">
            <a:avLst/>
          </a:prstGeom>
          <a:noFill/>
        </p:spPr>
        <p:txBody>
          <a:bodyPr wrap="square">
            <a:spAutoFit/>
          </a:bodyPr>
          <a:lstStyle/>
          <a:p>
            <a:pPr>
              <a:lnSpc>
                <a:spcPts val="1880"/>
              </a:lnSpc>
              <a:defRPr/>
            </a:pPr>
            <a:r>
              <a:rPr kumimoji="1" lang="ja-JP" altLang="en-US" sz="1200" spc="30">
                <a:solidFill>
                  <a:srgbClr val="DCD8DC">
                    <a:lumMod val="25000"/>
                  </a:srgbClr>
                </a:solidFill>
                <a:latin typeface="源ノ角ゴシック JP" panose="020B0500000000000000" pitchFamily="34" charset="-128"/>
                <a:ea typeface="源ノ角ゴシック JP" panose="020B0500000000000000" pitchFamily="34" charset="-128"/>
              </a:rPr>
              <a:t>食事に関連した購買記録に</a:t>
            </a:r>
            <a:endParaRPr kumimoji="1" lang="en-US" altLang="ja-JP" sz="1200" spc="3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1880"/>
              </a:lnSpc>
              <a:defRPr/>
            </a:pPr>
            <a:r>
              <a:rPr kumimoji="1" lang="ja-JP" altLang="en-US" sz="1200" spc="30">
                <a:solidFill>
                  <a:srgbClr val="DCD8DC">
                    <a:lumMod val="25000"/>
                  </a:srgbClr>
                </a:solidFill>
                <a:latin typeface="源ノ角ゴシック JP" panose="020B0500000000000000" pitchFamily="34" charset="-128"/>
                <a:ea typeface="源ノ角ゴシック JP" panose="020B0500000000000000" pitchFamily="34" charset="-128"/>
              </a:rPr>
              <a:t>占める割合（</a:t>
            </a:r>
            <a:r>
              <a:rPr kumimoji="1" lang="en-US" altLang="ja-JP" sz="1200" spc="3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200" spc="30">
                <a:solidFill>
                  <a:srgbClr val="DCD8DC">
                    <a:lumMod val="25000"/>
                  </a:srgbClr>
                </a:solidFill>
                <a:latin typeface="源ノ角ゴシック JP" panose="020B0500000000000000" pitchFamily="34" charset="-128"/>
                <a:ea typeface="源ノ角ゴシック JP" panose="020B0500000000000000" pitchFamily="34" charset="-128"/>
              </a:rPr>
              <a:t>）</a:t>
            </a:r>
            <a:endParaRPr kumimoji="1" lang="en-US" altLang="ja-JP" sz="120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2" name="正方形/長方形 11">
            <a:extLst>
              <a:ext uri="{FF2B5EF4-FFF2-40B4-BE49-F238E27FC236}">
                <a16:creationId xmlns:a16="http://schemas.microsoft.com/office/drawing/2014/main" id="{644E1254-5C5D-8A2C-E50B-F7044CA20243}"/>
              </a:ext>
            </a:extLst>
          </p:cNvPr>
          <p:cNvSpPr/>
          <p:nvPr/>
        </p:nvSpPr>
        <p:spPr>
          <a:xfrm>
            <a:off x="7369790" y="2974337"/>
            <a:ext cx="3183161" cy="2500468"/>
          </a:xfrm>
          <a:prstGeom prst="rect">
            <a:avLst/>
          </a:prstGeom>
          <a:solidFill>
            <a:schemeClr val="bg1">
              <a:lumMod val="95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B0CC8FE3-6D7C-F17F-5A22-89AABD07806B}"/>
              </a:ext>
            </a:extLst>
          </p:cNvPr>
          <p:cNvSpPr txBox="1"/>
          <p:nvPr/>
        </p:nvSpPr>
        <p:spPr>
          <a:xfrm rot="16200000">
            <a:off x="5875524" y="4066714"/>
            <a:ext cx="2213471" cy="311817"/>
          </a:xfrm>
          <a:prstGeom prst="rect">
            <a:avLst/>
          </a:prstGeom>
          <a:noFill/>
        </p:spPr>
        <p:txBody>
          <a:bodyPr wrap="square">
            <a:spAutoFit/>
          </a:bodyPr>
          <a:lstStyle/>
          <a:p>
            <a:pPr algn="ctr">
              <a:lnSpc>
                <a:spcPts val="1880"/>
              </a:lnSpc>
              <a:defRPr/>
            </a:pPr>
            <a:r>
              <a:rPr kumimoji="1" lang="ja-JP" altLang="en-US" sz="1200" spc="30">
                <a:solidFill>
                  <a:srgbClr val="DCD8DC">
                    <a:lumMod val="25000"/>
                  </a:srgbClr>
                </a:solidFill>
                <a:latin typeface="源ノ角ゴシック JP" panose="020B0500000000000000" pitchFamily="34" charset="-128"/>
                <a:ea typeface="源ノ角ゴシック JP" panose="020B0500000000000000" pitchFamily="34" charset="-128"/>
              </a:rPr>
              <a:t>対応商品に占める割合（</a:t>
            </a:r>
            <a:r>
              <a:rPr kumimoji="1" lang="en-US" altLang="ja-JP" sz="1200" spc="3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200" spc="30">
                <a:solidFill>
                  <a:srgbClr val="DCD8DC">
                    <a:lumMod val="25000"/>
                  </a:srgbClr>
                </a:solidFill>
                <a:latin typeface="源ノ角ゴシック JP" panose="020B0500000000000000" pitchFamily="34" charset="-128"/>
                <a:ea typeface="源ノ角ゴシック JP" panose="020B0500000000000000" pitchFamily="34" charset="-128"/>
              </a:rPr>
              <a:t>）</a:t>
            </a:r>
            <a:endParaRPr kumimoji="1" lang="en-US" altLang="ja-JP" sz="120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4" name="テキスト ボックス 13">
            <a:extLst>
              <a:ext uri="{FF2B5EF4-FFF2-40B4-BE49-F238E27FC236}">
                <a16:creationId xmlns:a16="http://schemas.microsoft.com/office/drawing/2014/main" id="{A95DC864-8835-12DE-A442-9BE8978434DD}"/>
              </a:ext>
            </a:extLst>
          </p:cNvPr>
          <p:cNvSpPr txBox="1"/>
          <p:nvPr/>
        </p:nvSpPr>
        <p:spPr>
          <a:xfrm>
            <a:off x="6708079" y="5467838"/>
            <a:ext cx="1464332" cy="353302"/>
          </a:xfrm>
          <a:prstGeom prst="rect">
            <a:avLst/>
          </a:prstGeom>
          <a:noFill/>
        </p:spPr>
        <p:txBody>
          <a:bodyPr wrap="square">
            <a:spAutoFit/>
          </a:bodyPr>
          <a:lstStyle/>
          <a:p>
            <a:pPr algn="ctr">
              <a:lnSpc>
                <a:spcPts val="2280"/>
              </a:lnSpc>
              <a:defRPr/>
            </a:pPr>
            <a:r>
              <a:rPr kumimoji="1" lang="ja-JP" altLang="en-US" sz="1250" spc="30">
                <a:solidFill>
                  <a:srgbClr val="DCD8DC">
                    <a:lumMod val="25000"/>
                  </a:srgbClr>
                </a:solidFill>
                <a:latin typeface="源ノ角ゴシック JP" panose="020B0500000000000000" pitchFamily="34" charset="-128"/>
                <a:ea typeface="源ノ角ゴシック JP" panose="020B0500000000000000" pitchFamily="34" charset="-128"/>
              </a:rPr>
              <a:t>セブンイレブン</a:t>
            </a:r>
            <a:endParaRPr kumimoji="1" lang="en-US" altLang="ja-JP" sz="125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5" name="テキスト ボックス 14">
            <a:extLst>
              <a:ext uri="{FF2B5EF4-FFF2-40B4-BE49-F238E27FC236}">
                <a16:creationId xmlns:a16="http://schemas.microsoft.com/office/drawing/2014/main" id="{860A9C85-80EE-9A24-5B0F-744952A534A6}"/>
              </a:ext>
            </a:extLst>
          </p:cNvPr>
          <p:cNvSpPr txBox="1"/>
          <p:nvPr/>
        </p:nvSpPr>
        <p:spPr>
          <a:xfrm>
            <a:off x="8172411" y="5471322"/>
            <a:ext cx="1464332" cy="353302"/>
          </a:xfrm>
          <a:prstGeom prst="rect">
            <a:avLst/>
          </a:prstGeom>
          <a:noFill/>
        </p:spPr>
        <p:txBody>
          <a:bodyPr wrap="square">
            <a:spAutoFit/>
          </a:bodyPr>
          <a:lstStyle/>
          <a:p>
            <a:pPr algn="ctr">
              <a:lnSpc>
                <a:spcPts val="2280"/>
              </a:lnSpc>
              <a:defRPr/>
            </a:pPr>
            <a:r>
              <a:rPr kumimoji="1" lang="ja-JP" altLang="en-US" sz="1250" spc="30">
                <a:solidFill>
                  <a:srgbClr val="DCD8DC">
                    <a:lumMod val="25000"/>
                  </a:srgbClr>
                </a:solidFill>
                <a:latin typeface="源ノ角ゴシック JP" panose="020B0500000000000000" pitchFamily="34" charset="-128"/>
                <a:ea typeface="源ノ角ゴシック JP" panose="020B0500000000000000" pitchFamily="34" charset="-128"/>
              </a:rPr>
              <a:t>ローソン</a:t>
            </a:r>
            <a:endParaRPr kumimoji="1" lang="en-US" altLang="ja-JP" sz="125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6" name="テキスト ボックス 15">
            <a:extLst>
              <a:ext uri="{FF2B5EF4-FFF2-40B4-BE49-F238E27FC236}">
                <a16:creationId xmlns:a16="http://schemas.microsoft.com/office/drawing/2014/main" id="{4A99BC6F-17C9-D56B-2E73-B1C38B84922A}"/>
              </a:ext>
            </a:extLst>
          </p:cNvPr>
          <p:cNvSpPr txBox="1"/>
          <p:nvPr/>
        </p:nvSpPr>
        <p:spPr>
          <a:xfrm>
            <a:off x="9636743" y="5474806"/>
            <a:ext cx="1565153" cy="353302"/>
          </a:xfrm>
          <a:prstGeom prst="rect">
            <a:avLst/>
          </a:prstGeom>
          <a:noFill/>
        </p:spPr>
        <p:txBody>
          <a:bodyPr wrap="square">
            <a:spAutoFit/>
          </a:bodyPr>
          <a:lstStyle/>
          <a:p>
            <a:pPr algn="ctr">
              <a:lnSpc>
                <a:spcPts val="2280"/>
              </a:lnSpc>
              <a:defRPr/>
            </a:pPr>
            <a:r>
              <a:rPr kumimoji="1" lang="ja-JP" altLang="en-US" sz="1250" spc="30">
                <a:solidFill>
                  <a:srgbClr val="DCD8DC">
                    <a:lumMod val="25000"/>
                  </a:srgbClr>
                </a:solidFill>
                <a:latin typeface="源ノ角ゴシック JP" panose="020B0500000000000000" pitchFamily="34" charset="-128"/>
                <a:ea typeface="源ノ角ゴシック JP" panose="020B0500000000000000" pitchFamily="34" charset="-128"/>
              </a:rPr>
              <a:t>ファミリーマート</a:t>
            </a:r>
            <a:endParaRPr kumimoji="1" lang="en-US" altLang="ja-JP" sz="125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8" name="テキスト ボックス 17">
            <a:extLst>
              <a:ext uri="{FF2B5EF4-FFF2-40B4-BE49-F238E27FC236}">
                <a16:creationId xmlns:a16="http://schemas.microsoft.com/office/drawing/2014/main" id="{CC64A8F2-B25C-4767-3B81-04E519F0947F}"/>
              </a:ext>
            </a:extLst>
          </p:cNvPr>
          <p:cNvSpPr txBox="1"/>
          <p:nvPr/>
        </p:nvSpPr>
        <p:spPr>
          <a:xfrm>
            <a:off x="7172420" y="5896320"/>
            <a:ext cx="3577899" cy="651332"/>
          </a:xfrm>
          <a:prstGeom prst="rect">
            <a:avLst/>
          </a:prstGeom>
          <a:noFill/>
        </p:spPr>
        <p:txBody>
          <a:bodyPr wrap="square">
            <a:spAutoFit/>
          </a:bodyPr>
          <a:lstStyle/>
          <a:p>
            <a:pPr>
              <a:lnSpc>
                <a:spcPts val="2280"/>
              </a:lnSpc>
              <a:defRPr/>
            </a:pPr>
            <a:r>
              <a:rPr kumimoji="1" lang="en-US" altLang="ja-JP" sz="1400" spc="30" dirty="0">
                <a:solidFill>
                  <a:srgbClr val="C00000"/>
                </a:solidFill>
                <a:latin typeface="源ノ角ゴシック JP" panose="020B0500000000000000" pitchFamily="34" charset="-128"/>
                <a:ea typeface="源ノ角ゴシック JP" panose="020B0500000000000000" pitchFamily="34" charset="-128"/>
              </a:rPr>
              <a:t>  </a:t>
            </a:r>
            <a:r>
              <a:rPr kumimoji="1" lang="ja-JP" altLang="en-US" sz="1400" spc="30">
                <a:solidFill>
                  <a:srgbClr val="C00000"/>
                </a:solidFill>
                <a:latin typeface="源ノ角ゴシック JP" panose="020B0500000000000000" pitchFamily="34" charset="-128"/>
                <a:ea typeface="源ノ角ゴシック JP" panose="020B0500000000000000" pitchFamily="34" charset="-128"/>
              </a:rPr>
              <a:t>セブンイレブンの「対応」商品のうち、</a:t>
            </a:r>
            <a:br>
              <a:rPr kumimoji="1" lang="en-US" altLang="ja-JP" sz="1400" spc="30" dirty="0">
                <a:solidFill>
                  <a:srgbClr val="C00000"/>
                </a:solidFill>
                <a:latin typeface="源ノ角ゴシック JP" panose="020B0500000000000000" pitchFamily="34" charset="-128"/>
                <a:ea typeface="源ノ角ゴシック JP" panose="020B0500000000000000" pitchFamily="34" charset="-128"/>
              </a:rPr>
            </a:br>
            <a:r>
              <a:rPr kumimoji="1" lang="ja-JP" altLang="en-US" sz="1400" spc="30">
                <a:solidFill>
                  <a:srgbClr val="C00000"/>
                </a:solidFill>
                <a:latin typeface="源ノ角ゴシック JP" panose="020B0500000000000000" pitchFamily="34" charset="-128"/>
                <a:ea typeface="源ノ角ゴシック JP" panose="020B0500000000000000" pitchFamily="34" charset="-128"/>
              </a:rPr>
              <a:t>「軽食系」の商品は少ない</a:t>
            </a:r>
            <a:endParaRPr kumimoji="1" lang="en-US" altLang="ja-JP" sz="1400" spc="30" dirty="0">
              <a:solidFill>
                <a:srgbClr val="C00000"/>
              </a:solidFill>
              <a:latin typeface="源ノ角ゴシック JP" panose="020B0500000000000000" pitchFamily="34" charset="-128"/>
              <a:ea typeface="源ノ角ゴシック JP" panose="020B0500000000000000" pitchFamily="34" charset="-128"/>
            </a:endParaRPr>
          </a:p>
        </p:txBody>
      </p:sp>
      <p:sp>
        <p:nvSpPr>
          <p:cNvPr id="23" name="テキスト ボックス 22">
            <a:extLst>
              <a:ext uri="{FF2B5EF4-FFF2-40B4-BE49-F238E27FC236}">
                <a16:creationId xmlns:a16="http://schemas.microsoft.com/office/drawing/2014/main" id="{ED15B7A1-D4C8-6E50-3D1F-8E3705FE1BAF}"/>
              </a:ext>
            </a:extLst>
          </p:cNvPr>
          <p:cNvSpPr txBox="1"/>
          <p:nvPr/>
        </p:nvSpPr>
        <p:spPr>
          <a:xfrm>
            <a:off x="6216868" y="1812968"/>
            <a:ext cx="5316501" cy="378693"/>
          </a:xfrm>
          <a:prstGeom prst="rect">
            <a:avLst/>
          </a:prstGeom>
          <a:noFill/>
        </p:spPr>
        <p:txBody>
          <a:bodyPr wrap="square">
            <a:spAutoFit/>
          </a:bodyPr>
          <a:lstStyle/>
          <a:p>
            <a:pPr algn="ctr">
              <a:lnSpc>
                <a:spcPts val="2480"/>
              </a:lnSpc>
              <a:defRPr/>
            </a:pPr>
            <a:r>
              <a:rPr kumimoji="1" lang="ja-JP" altLang="en-US" sz="1500" b="1" spc="60">
                <a:solidFill>
                  <a:srgbClr val="DCD8DC">
                    <a:lumMod val="25000"/>
                  </a:srgbClr>
                </a:solidFill>
                <a:latin typeface="源ノ角ゴシック JP" panose="020B0500000000000000" pitchFamily="34" charset="-128"/>
                <a:ea typeface="源ノ角ゴシック JP" panose="020B0500000000000000" pitchFamily="34" charset="-128"/>
              </a:rPr>
              <a:t>セブンイレブンにおける「対応」商品の構成割合</a:t>
            </a:r>
            <a:endParaRPr kumimoji="1" lang="en-US" altLang="ja-JP" sz="1500" b="1" spc="6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24" name="テキスト ボックス 23">
            <a:extLst>
              <a:ext uri="{FF2B5EF4-FFF2-40B4-BE49-F238E27FC236}">
                <a16:creationId xmlns:a16="http://schemas.microsoft.com/office/drawing/2014/main" id="{9229F328-04BB-3D06-A099-1654AF4D33B4}"/>
              </a:ext>
            </a:extLst>
          </p:cNvPr>
          <p:cNvSpPr txBox="1"/>
          <p:nvPr/>
        </p:nvSpPr>
        <p:spPr>
          <a:xfrm>
            <a:off x="5122594" y="2974337"/>
            <a:ext cx="1464332" cy="627351"/>
          </a:xfrm>
          <a:prstGeom prst="rect">
            <a:avLst/>
          </a:prstGeom>
          <a:noFill/>
        </p:spPr>
        <p:txBody>
          <a:bodyPr wrap="square">
            <a:spAutoFit/>
          </a:bodyPr>
          <a:lstStyle/>
          <a:p>
            <a:pPr>
              <a:lnSpc>
                <a:spcPts val="2180"/>
              </a:lnSpc>
              <a:defRPr/>
            </a:pPr>
            <a:r>
              <a:rPr kumimoji="1" lang="ja-JP" altLang="en-US" sz="1350" spc="3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350" spc="30">
                <a:solidFill>
                  <a:srgbClr val="178B76"/>
                </a:solidFill>
                <a:latin typeface="源ノ角ゴシック JP" panose="020B0500000000000000" pitchFamily="34" charset="-128"/>
                <a:ea typeface="源ノ角ゴシック JP" panose="020B0500000000000000" pitchFamily="34" charset="-128"/>
              </a:rPr>
              <a:t>弁当系</a:t>
            </a:r>
            <a:r>
              <a:rPr kumimoji="1" lang="ja-JP" altLang="en-US" sz="1350" spc="30">
                <a:solidFill>
                  <a:srgbClr val="DCD8DC">
                    <a:lumMod val="25000"/>
                  </a:srgbClr>
                </a:solidFill>
                <a:latin typeface="源ノ角ゴシック JP" panose="020B0500000000000000" pitchFamily="34" charset="-128"/>
                <a:ea typeface="源ノ角ゴシック JP" panose="020B0500000000000000" pitchFamily="34" charset="-128"/>
              </a:rPr>
              <a:t>：淡色</a:t>
            </a:r>
            <a:endParaRPr kumimoji="1" lang="en-US" altLang="ja-JP" sz="1350" spc="3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180"/>
              </a:lnSpc>
              <a:defRPr/>
            </a:pPr>
            <a:r>
              <a:rPr kumimoji="1" lang="ja-JP" altLang="en-US" sz="1350" spc="3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350" spc="30">
                <a:solidFill>
                  <a:srgbClr val="211793"/>
                </a:solidFill>
                <a:latin typeface="源ノ角ゴシック JP" panose="020B0500000000000000" pitchFamily="34" charset="-128"/>
                <a:ea typeface="源ノ角ゴシック JP" panose="020B0500000000000000" pitchFamily="34" charset="-128"/>
              </a:rPr>
              <a:t>軽食系</a:t>
            </a:r>
            <a:r>
              <a:rPr kumimoji="1" lang="ja-JP" altLang="en-US" sz="1350" spc="30">
                <a:solidFill>
                  <a:srgbClr val="DCD8DC">
                    <a:lumMod val="25000"/>
                  </a:srgbClr>
                </a:solidFill>
                <a:latin typeface="源ノ角ゴシック JP" panose="020B0500000000000000" pitchFamily="34" charset="-128"/>
                <a:ea typeface="源ノ角ゴシック JP" panose="020B0500000000000000" pitchFamily="34" charset="-128"/>
              </a:rPr>
              <a:t>：濃色</a:t>
            </a:r>
            <a:endParaRPr kumimoji="1" lang="en-US" altLang="ja-JP" sz="135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Tree>
    <p:extLst>
      <p:ext uri="{BB962C8B-B14F-4D97-AF65-F5344CB8AC3E}">
        <p14:creationId xmlns:p14="http://schemas.microsoft.com/office/powerpoint/2010/main" val="34067774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grpId="0" nodeType="clickEffect">
                                  <p:stCondLst>
                                    <p:cond delay="0"/>
                                  </p:stCondLst>
                                  <p:childTnLst>
                                    <p:animEffect transition="out" filter="fade">
                                      <p:cBhvr>
                                        <p:cTn id="6" dur="500"/>
                                        <p:tgtEl>
                                          <p:spTgt spid="17"/>
                                        </p:tgtEl>
                                      </p:cBhvr>
                                    </p:animEffect>
                                    <p:set>
                                      <p:cBhvr>
                                        <p:cTn id="7" dur="1" fill="hold">
                                          <p:stCondLst>
                                            <p:cond delay="499"/>
                                          </p:stCondLst>
                                        </p:cTn>
                                        <p:tgtEl>
                                          <p:spTgt spid="17"/>
                                        </p:tgtEl>
                                        <p:attrNameLst>
                                          <p:attrName>style.visibility</p:attrName>
                                        </p:attrNameLst>
                                      </p:cBhvr>
                                      <p:to>
                                        <p:strVal val="hidden"/>
                                      </p:to>
                                    </p:se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20" grpId="0"/>
    </p:bldLst>
  </p:timing>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67424B8D-1EB4-DD93-37FF-9A81588C9546}"/>
              </a:ext>
            </a:extLst>
          </p:cNvPr>
          <p:cNvSpPr txBox="1"/>
          <p:nvPr/>
        </p:nvSpPr>
        <p:spPr>
          <a:xfrm>
            <a:off x="645869" y="1138368"/>
            <a:ext cx="10073557" cy="377155"/>
          </a:xfrm>
          <a:prstGeom prst="rect">
            <a:avLst/>
          </a:prstGeom>
          <a:noFill/>
        </p:spPr>
        <p:txBody>
          <a:bodyPr wrap="square">
            <a:spAutoFit/>
          </a:bodyPr>
          <a:lstStyle/>
          <a:p>
            <a:pPr>
              <a:lnSpc>
                <a:spcPts val="2480"/>
              </a:lnSpc>
              <a:defRPr/>
            </a:pPr>
            <a:r>
              <a:rPr kumimoji="1" lang="ja-JP" altLang="en-US" sz="1450" spc="30">
                <a:solidFill>
                  <a:srgbClr val="DCD8DC">
                    <a:lumMod val="25000"/>
                  </a:srgbClr>
                </a:solidFill>
                <a:latin typeface="源ノ角ゴシック JP" panose="020B0500000000000000" pitchFamily="34" charset="-128"/>
                <a:ea typeface="源ノ角ゴシック JP" panose="020B0500000000000000" pitchFamily="34" charset="-128"/>
              </a:rPr>
              <a:t>消費者の志向性と「対応」商品の構成との不一致は、購買記録数の少なさと関連している</a:t>
            </a:r>
            <a:endParaRPr kumimoji="1" lang="en-US" altLang="ja-JP" sz="145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4" name="正方形/長方形 3">
            <a:extLst>
              <a:ext uri="{FF2B5EF4-FFF2-40B4-BE49-F238E27FC236}">
                <a16:creationId xmlns:a16="http://schemas.microsoft.com/office/drawing/2014/main" id="{850E3BFB-C4BE-1E3E-F6B1-CFA9F4003D98}"/>
              </a:ext>
            </a:extLst>
          </p:cNvPr>
          <p:cNvSpPr/>
          <p:nvPr/>
        </p:nvSpPr>
        <p:spPr>
          <a:xfrm>
            <a:off x="3219823" y="1885522"/>
            <a:ext cx="5752351" cy="3121663"/>
          </a:xfrm>
          <a:prstGeom prst="rect">
            <a:avLst/>
          </a:prstGeom>
          <a:solidFill>
            <a:schemeClr val="bg1">
              <a:lumMod val="95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70594B39-8E95-3459-9C42-B4A33B3202A8}"/>
              </a:ext>
            </a:extLst>
          </p:cNvPr>
          <p:cNvSpPr txBox="1"/>
          <p:nvPr/>
        </p:nvSpPr>
        <p:spPr>
          <a:xfrm rot="16200000">
            <a:off x="1714602" y="3288938"/>
            <a:ext cx="2307708" cy="314830"/>
          </a:xfrm>
          <a:prstGeom prst="rect">
            <a:avLst/>
          </a:prstGeom>
          <a:noFill/>
        </p:spPr>
        <p:txBody>
          <a:bodyPr wrap="square">
            <a:spAutoFit/>
          </a:bodyPr>
          <a:lstStyle/>
          <a:p>
            <a:pPr algn="ctr">
              <a:lnSpc>
                <a:spcPts val="1880"/>
              </a:lnSpc>
              <a:defRPr/>
            </a:pPr>
            <a:r>
              <a:rPr kumimoji="1" lang="ja-JP" altLang="en-US" sz="1300" spc="30">
                <a:solidFill>
                  <a:srgbClr val="DCD8DC">
                    <a:lumMod val="25000"/>
                  </a:srgbClr>
                </a:solidFill>
                <a:latin typeface="源ノ角ゴシック JP" panose="020B0500000000000000" pitchFamily="34" charset="-128"/>
                <a:ea typeface="源ノ角ゴシック JP" panose="020B0500000000000000" pitchFamily="34" charset="-128"/>
              </a:rPr>
              <a:t>購買記録数（件</a:t>
            </a:r>
            <a:r>
              <a:rPr kumimoji="1" lang="en-US" altLang="ja-JP" sz="1300" spc="30" dirty="0">
                <a:solidFill>
                  <a:srgbClr val="DCD8DC">
                    <a:lumMod val="25000"/>
                  </a:srgbClr>
                </a:solidFill>
                <a:latin typeface="源ノ角ゴシック JP" panose="020B0500000000000000" pitchFamily="34" charset="-128"/>
                <a:ea typeface="源ノ角ゴシック JP" panose="020B0500000000000000" pitchFamily="34" charset="-128"/>
              </a:rPr>
              <a:t> / 1000</a:t>
            </a:r>
            <a:r>
              <a:rPr kumimoji="1" lang="ja-JP" altLang="en-US" sz="1300" spc="30">
                <a:solidFill>
                  <a:srgbClr val="DCD8DC">
                    <a:lumMod val="25000"/>
                  </a:srgbClr>
                </a:solidFill>
                <a:latin typeface="源ノ角ゴシック JP" panose="020B0500000000000000" pitchFamily="34" charset="-128"/>
                <a:ea typeface="源ノ角ゴシック JP" panose="020B0500000000000000" pitchFamily="34" charset="-128"/>
              </a:rPr>
              <a:t>人）</a:t>
            </a:r>
            <a:endParaRPr kumimoji="1" lang="en-US" altLang="ja-JP" sz="130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6" name="テキスト ボックス 5">
            <a:extLst>
              <a:ext uri="{FF2B5EF4-FFF2-40B4-BE49-F238E27FC236}">
                <a16:creationId xmlns:a16="http://schemas.microsoft.com/office/drawing/2014/main" id="{46432B8C-B74A-4CC0-3695-D4F4ED252A1A}"/>
              </a:ext>
            </a:extLst>
          </p:cNvPr>
          <p:cNvSpPr txBox="1"/>
          <p:nvPr/>
        </p:nvSpPr>
        <p:spPr>
          <a:xfrm>
            <a:off x="4682536" y="5108136"/>
            <a:ext cx="2826924" cy="314830"/>
          </a:xfrm>
          <a:prstGeom prst="rect">
            <a:avLst/>
          </a:prstGeom>
          <a:noFill/>
        </p:spPr>
        <p:txBody>
          <a:bodyPr wrap="square">
            <a:spAutoFit/>
          </a:bodyPr>
          <a:lstStyle/>
          <a:p>
            <a:pPr algn="ctr">
              <a:lnSpc>
                <a:spcPts val="1880"/>
              </a:lnSpc>
              <a:defRPr/>
            </a:pPr>
            <a:r>
              <a:rPr kumimoji="1" lang="ja-JP" altLang="en-US" sz="1300" spc="30">
                <a:solidFill>
                  <a:srgbClr val="DCD8DC">
                    <a:lumMod val="25000"/>
                  </a:srgbClr>
                </a:solidFill>
                <a:latin typeface="源ノ角ゴシック JP" panose="020B0500000000000000" pitchFamily="34" charset="-128"/>
                <a:ea typeface="源ノ角ゴシック JP" panose="020B0500000000000000" pitchFamily="34" charset="-128"/>
              </a:rPr>
              <a:t>食事補完型の割合の群間差（</a:t>
            </a:r>
            <a:r>
              <a:rPr kumimoji="1" lang="en-US" altLang="ja-JP" sz="1300" spc="3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300" spc="30">
                <a:solidFill>
                  <a:srgbClr val="DCD8DC">
                    <a:lumMod val="25000"/>
                  </a:srgbClr>
                </a:solidFill>
                <a:latin typeface="源ノ角ゴシック JP" panose="020B0500000000000000" pitchFamily="34" charset="-128"/>
                <a:ea typeface="源ノ角ゴシック JP" panose="020B0500000000000000" pitchFamily="34" charset="-128"/>
              </a:rPr>
              <a:t>）</a:t>
            </a:r>
            <a:endParaRPr kumimoji="1" lang="en-US" altLang="ja-JP" sz="130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7" name="テキスト ボックス 6">
            <a:extLst>
              <a:ext uri="{FF2B5EF4-FFF2-40B4-BE49-F238E27FC236}">
                <a16:creationId xmlns:a16="http://schemas.microsoft.com/office/drawing/2014/main" id="{993A6522-7A76-B26B-7B51-F1B51B654AEF}"/>
              </a:ext>
            </a:extLst>
          </p:cNvPr>
          <p:cNvSpPr txBox="1"/>
          <p:nvPr/>
        </p:nvSpPr>
        <p:spPr>
          <a:xfrm>
            <a:off x="1472569" y="5662789"/>
            <a:ext cx="9246857" cy="672235"/>
          </a:xfrm>
          <a:prstGeom prst="rect">
            <a:avLst/>
          </a:prstGeom>
          <a:noFill/>
        </p:spPr>
        <p:txBody>
          <a:bodyPr wrap="square">
            <a:spAutoFit/>
          </a:bodyPr>
          <a:lstStyle/>
          <a:p>
            <a:pPr>
              <a:lnSpc>
                <a:spcPts val="2280"/>
              </a:lnSpc>
              <a:defRPr/>
            </a:pPr>
            <a:r>
              <a:rPr kumimoji="1" lang="en-US" altLang="ja-JP" sz="1350" spc="30" dirty="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ja-JP" altLang="en-US" sz="1350" spc="30">
                <a:solidFill>
                  <a:srgbClr val="DCD8DC">
                    <a:lumMod val="25000"/>
                  </a:srgbClr>
                </a:solidFill>
                <a:latin typeface="源ノ角ゴシック JP" panose="020B0500000000000000" pitchFamily="34" charset="-128"/>
                <a:ea typeface="源ノ角ゴシック JP" panose="020B0500000000000000" pitchFamily="34" charset="-128"/>
              </a:rPr>
              <a:t> 横軸の値が大きいほど、購入未経験群が、普段から「食事を補う」ような商品をより強く求めていることを表す→</a:t>
            </a:r>
            <a:r>
              <a:rPr kumimoji="1" lang="en-US" altLang="ja-JP" sz="1350" spc="3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350" spc="30">
                <a:solidFill>
                  <a:srgbClr val="DCD8DC">
                    <a:lumMod val="25000"/>
                  </a:srgbClr>
                </a:solidFill>
                <a:latin typeface="源ノ角ゴシック JP" panose="020B0500000000000000" pitchFamily="34" charset="-128"/>
                <a:ea typeface="源ノ角ゴシック JP" panose="020B0500000000000000" pitchFamily="34" charset="-128"/>
              </a:rPr>
              <a:t>言い換えれば、値が大きいほど、消費者の志向性と、「対応」商品の構成が大きく乖離していることを表す</a:t>
            </a:r>
            <a:endParaRPr kumimoji="1" lang="en-US" altLang="ja-JP" sz="135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8" name="テキスト ボックス 7">
            <a:extLst>
              <a:ext uri="{FF2B5EF4-FFF2-40B4-BE49-F238E27FC236}">
                <a16:creationId xmlns:a16="http://schemas.microsoft.com/office/drawing/2014/main" id="{3B5C89A7-A816-2E95-5564-6E7C1FF1DBC7}"/>
              </a:ext>
            </a:extLst>
          </p:cNvPr>
          <p:cNvSpPr txBox="1"/>
          <p:nvPr/>
        </p:nvSpPr>
        <p:spPr>
          <a:xfrm>
            <a:off x="223842" y="485067"/>
            <a:ext cx="11507136" cy="507619"/>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defRPr/>
            </a:pPr>
            <a:r>
              <a:rPr lang="ja-JP" altLang="en-US" sz="2200" b="1" spc="50">
                <a:solidFill>
                  <a:srgbClr val="42557A"/>
                </a:solidFill>
                <a:latin typeface="源ノ角ゴシック JP" panose="020B0500000000000000" pitchFamily="34" charset="-128"/>
                <a:ea typeface="源ノ角ゴシック JP" panose="020B0500000000000000" pitchFamily="34" charset="-128"/>
              </a:rPr>
              <a:t>若年層の志向性と「対応」商品の構成が一致していないことが、購買を妨げる</a:t>
            </a:r>
            <a:endParaRPr lang="en-US" altLang="ja-JP" sz="2200" b="1" spc="50" dirty="0">
              <a:solidFill>
                <a:srgbClr val="42557A"/>
              </a:solidFill>
              <a:latin typeface="源ノ角ゴシック JP" panose="020B0500000000000000" pitchFamily="34" charset="-128"/>
              <a:ea typeface="源ノ角ゴシック JP" panose="020B0500000000000000" pitchFamily="34" charset="-128"/>
            </a:endParaRPr>
          </a:p>
        </p:txBody>
      </p:sp>
    </p:spTree>
    <p:extLst>
      <p:ext uri="{BB962C8B-B14F-4D97-AF65-F5344CB8AC3E}">
        <p14:creationId xmlns:p14="http://schemas.microsoft.com/office/powerpoint/2010/main" val="418829113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42BC8CEB-C86B-ED1A-5495-8CDAAFB72A67}"/>
              </a:ext>
            </a:extLst>
          </p:cNvPr>
          <p:cNvSpPr txBox="1"/>
          <p:nvPr/>
        </p:nvSpPr>
        <p:spPr>
          <a:xfrm>
            <a:off x="223842" y="485067"/>
            <a:ext cx="11507136" cy="507619"/>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83715" tIns="83715" rIns="83715" bIns="83715" numCol="1" spcCol="38100" rtlCol="0" anchor="ctr">
            <a:spAutoFit/>
          </a:bodyPr>
          <a:lstStyle/>
          <a:p>
            <a:pPr indent="66714" defTabSz="438410" hangingPunct="0">
              <a:defRPr/>
            </a:pPr>
            <a:r>
              <a:rPr lang="ja-JP" altLang="en-US" sz="2200" b="1" spc="50">
                <a:solidFill>
                  <a:srgbClr val="42557A"/>
                </a:solidFill>
                <a:latin typeface="源ノ角ゴシック JP" panose="020B0500000000000000" pitchFamily="34" charset="-128"/>
                <a:ea typeface="源ノ角ゴシック JP" panose="020B0500000000000000" pitchFamily="34" charset="-128"/>
              </a:rPr>
              <a:t>「対応」商品を、軽食系の新商品に置き換える本施策により、他社水準に近づける</a:t>
            </a:r>
            <a:endParaRPr lang="en-US" altLang="ja-JP" sz="2200" b="1" spc="50" dirty="0">
              <a:solidFill>
                <a:srgbClr val="42557A"/>
              </a:solidFill>
              <a:latin typeface="源ノ角ゴシック JP" panose="020B0500000000000000" pitchFamily="34" charset="-128"/>
              <a:ea typeface="源ノ角ゴシック JP" panose="020B0500000000000000" pitchFamily="34" charset="-128"/>
            </a:endParaRPr>
          </a:p>
        </p:txBody>
      </p:sp>
      <p:sp>
        <p:nvSpPr>
          <p:cNvPr id="5" name="テキスト ボックス 4">
            <a:extLst>
              <a:ext uri="{FF2B5EF4-FFF2-40B4-BE49-F238E27FC236}">
                <a16:creationId xmlns:a16="http://schemas.microsoft.com/office/drawing/2014/main" id="{54BC669B-0F00-4362-F46A-DA389747975E}"/>
              </a:ext>
            </a:extLst>
          </p:cNvPr>
          <p:cNvSpPr txBox="1"/>
          <p:nvPr/>
        </p:nvSpPr>
        <p:spPr>
          <a:xfrm>
            <a:off x="538595" y="1050493"/>
            <a:ext cx="10073557" cy="699294"/>
          </a:xfrm>
          <a:prstGeom prst="rect">
            <a:avLst/>
          </a:prstGeom>
          <a:noFill/>
        </p:spPr>
        <p:txBody>
          <a:bodyPr wrap="square">
            <a:spAutoFit/>
          </a:bodyPr>
          <a:lstStyle/>
          <a:p>
            <a:pPr>
              <a:lnSpc>
                <a:spcPts val="2480"/>
              </a:lnSpc>
              <a:defRPr/>
            </a:pPr>
            <a:r>
              <a:rPr kumimoji="1" lang="ja-JP" altLang="en-US" sz="1500" spc="30">
                <a:solidFill>
                  <a:srgbClr val="DCD8DC">
                    <a:lumMod val="25000"/>
                  </a:srgbClr>
                </a:solidFill>
                <a:latin typeface="源ノ角ゴシック JP" panose="020B0500000000000000" pitchFamily="34" charset="-128"/>
                <a:ea typeface="源ノ角ゴシック JP" panose="020B0500000000000000" pitchFamily="34" charset="-128"/>
              </a:rPr>
              <a:t>なぜ、若年層において「栄養バランスを</a:t>
            </a:r>
            <a:r>
              <a:rPr kumimoji="1" lang="ja-JP" altLang="en-US" sz="1500" spc="30">
                <a:solidFill>
                  <a:srgbClr val="599975"/>
                </a:solidFill>
                <a:latin typeface="源ノ角ゴシック JP" panose="020B0500000000000000" pitchFamily="34" charset="-128"/>
                <a:ea typeface="源ノ角ゴシック JP" panose="020B0500000000000000" pitchFamily="34" charset="-128"/>
              </a:rPr>
              <a:t>調整したい</a:t>
            </a:r>
            <a:r>
              <a:rPr kumimoji="1" lang="ja-JP" altLang="en-US" sz="1500" spc="30">
                <a:solidFill>
                  <a:srgbClr val="DCD8DC">
                    <a:lumMod val="25000"/>
                  </a:srgbClr>
                </a:solidFill>
                <a:latin typeface="源ノ角ゴシック JP" panose="020B0500000000000000" pitchFamily="34" charset="-128"/>
                <a:ea typeface="源ノ角ゴシック JP" panose="020B0500000000000000" pitchFamily="34" charset="-128"/>
              </a:rPr>
              <a:t>」ニーズに対する「対応」の</a:t>
            </a:r>
            <a:r>
              <a:rPr kumimoji="1" lang="ja-JP" altLang="en-US" sz="1500" u="sng" spc="30">
                <a:solidFill>
                  <a:srgbClr val="DCD8DC">
                    <a:lumMod val="25000"/>
                  </a:srgbClr>
                </a:solidFill>
                <a:latin typeface="源ノ角ゴシック JP" panose="020B0500000000000000" pitchFamily="34" charset="-128"/>
                <a:ea typeface="源ノ角ゴシック JP" panose="020B0500000000000000" pitchFamily="34" charset="-128"/>
              </a:rPr>
              <a:t>適切さが低いのか</a:t>
            </a:r>
            <a:r>
              <a:rPr kumimoji="1" lang="ja-JP" altLang="en-US" sz="1500" spc="30">
                <a:solidFill>
                  <a:srgbClr val="DCD8DC">
                    <a:lumMod val="25000"/>
                  </a:srgbClr>
                </a:solidFill>
                <a:latin typeface="源ノ角ゴシック JP" panose="020B0500000000000000" pitchFamily="34" charset="-128"/>
                <a:ea typeface="源ノ角ゴシック JP" panose="020B0500000000000000" pitchFamily="34" charset="-128"/>
              </a:rPr>
              <a:t>？</a:t>
            </a:r>
            <a:endParaRPr kumimoji="1" lang="en-US" altLang="ja-JP" sz="1500" spc="30" dirty="0">
              <a:solidFill>
                <a:srgbClr val="DCD8DC">
                  <a:lumMod val="25000"/>
                </a:srgbClr>
              </a:solidFill>
              <a:latin typeface="源ノ角ゴシック JP" panose="020B0500000000000000" pitchFamily="34" charset="-128"/>
              <a:ea typeface="源ノ角ゴシック JP" panose="020B0500000000000000" pitchFamily="34" charset="-128"/>
            </a:endParaRPr>
          </a:p>
          <a:p>
            <a:pPr>
              <a:lnSpc>
                <a:spcPts val="2480"/>
              </a:lnSpc>
              <a:defRPr/>
            </a:pPr>
            <a:r>
              <a:rPr kumimoji="1" lang="ja-JP" altLang="en-US" sz="1500" spc="30">
                <a:solidFill>
                  <a:srgbClr val="DCD8DC">
                    <a:lumMod val="25000"/>
                  </a:srgbClr>
                </a:solidFill>
                <a:latin typeface="源ノ角ゴシック JP" panose="020B0500000000000000" pitchFamily="34" charset="-128"/>
                <a:ea typeface="源ノ角ゴシック JP" panose="020B0500000000000000" pitchFamily="34" charset="-128"/>
              </a:rPr>
              <a:t>→</a:t>
            </a:r>
            <a:r>
              <a:rPr kumimoji="1" lang="en-US" altLang="ja-JP" sz="1500" spc="30" dirty="0">
                <a:solidFill>
                  <a:srgbClr val="DCD8DC">
                    <a:lumMod val="25000"/>
                  </a:srgbClr>
                </a:solidFill>
                <a:latin typeface="源ノ角ゴシック JP" panose="020B0500000000000000" pitchFamily="34" charset="-128"/>
                <a:ea typeface="源ノ角ゴシック JP" panose="020B0500000000000000" pitchFamily="34" charset="-128"/>
              </a:rPr>
              <a:t> </a:t>
            </a:r>
            <a:r>
              <a:rPr kumimoji="1" lang="ja-JP" altLang="en-US" sz="1500" spc="30">
                <a:solidFill>
                  <a:srgbClr val="DCD8DC">
                    <a:lumMod val="25000"/>
                  </a:srgbClr>
                </a:solidFill>
                <a:latin typeface="源ノ角ゴシック JP" panose="020B0500000000000000" pitchFamily="34" charset="-128"/>
                <a:ea typeface="源ノ角ゴシック JP" panose="020B0500000000000000" pitchFamily="34" charset="-128"/>
              </a:rPr>
              <a:t>若年層は</a:t>
            </a:r>
            <a:r>
              <a:rPr kumimoji="1" lang="ja-JP" altLang="en-US" sz="1500" spc="30">
                <a:solidFill>
                  <a:srgbClr val="211793"/>
                </a:solidFill>
                <a:latin typeface="源ノ角ゴシック JP" panose="020B0500000000000000" pitchFamily="34" charset="-128"/>
                <a:ea typeface="源ノ角ゴシック JP" panose="020B0500000000000000" pitchFamily="34" charset="-128"/>
              </a:rPr>
              <a:t>「軽食系」</a:t>
            </a:r>
            <a:r>
              <a:rPr kumimoji="1" lang="ja-JP" altLang="en-US" sz="1500" spc="30">
                <a:solidFill>
                  <a:srgbClr val="DCD8DC">
                    <a:lumMod val="25000"/>
                  </a:srgbClr>
                </a:solidFill>
                <a:latin typeface="源ノ角ゴシック JP" panose="020B0500000000000000" pitchFamily="34" charset="-128"/>
                <a:ea typeface="源ノ角ゴシック JP" panose="020B0500000000000000" pitchFamily="34" charset="-128"/>
              </a:rPr>
              <a:t>の商品を求めているにも関わらず、</a:t>
            </a:r>
            <a:r>
              <a:rPr kumimoji="1" lang="ja-JP" altLang="en-US" sz="1500" spc="30">
                <a:solidFill>
                  <a:srgbClr val="211793"/>
                </a:solidFill>
                <a:latin typeface="源ノ角ゴシック JP" panose="020B0500000000000000" pitchFamily="34" charset="-128"/>
                <a:ea typeface="源ノ角ゴシック JP" panose="020B0500000000000000" pitchFamily="34" charset="-128"/>
              </a:rPr>
              <a:t>「軽食系」</a:t>
            </a:r>
            <a:r>
              <a:rPr kumimoji="1" lang="ja-JP" altLang="en-US" sz="1500" spc="30">
                <a:solidFill>
                  <a:srgbClr val="DCD8DC">
                    <a:lumMod val="25000"/>
                  </a:srgbClr>
                </a:solidFill>
                <a:latin typeface="源ノ角ゴシック JP" panose="020B0500000000000000" pitchFamily="34" charset="-128"/>
                <a:ea typeface="源ノ角ゴシック JP" panose="020B0500000000000000" pitchFamily="34" charset="-128"/>
              </a:rPr>
              <a:t>の「対応」商品が少ないから</a:t>
            </a:r>
            <a:endParaRPr kumimoji="1" lang="en-US" altLang="ja-JP" sz="1500" spc="3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nvGrpSpPr>
          <p:cNvPr id="17" name="グループ化 16">
            <a:extLst>
              <a:ext uri="{FF2B5EF4-FFF2-40B4-BE49-F238E27FC236}">
                <a16:creationId xmlns:a16="http://schemas.microsoft.com/office/drawing/2014/main" id="{4D641F98-6518-F339-60B4-6A8438A0AAE8}"/>
              </a:ext>
            </a:extLst>
          </p:cNvPr>
          <p:cNvGrpSpPr/>
          <p:nvPr/>
        </p:nvGrpSpPr>
        <p:grpSpPr>
          <a:xfrm>
            <a:off x="550470" y="1863229"/>
            <a:ext cx="8006309" cy="1073455"/>
            <a:chOff x="431357" y="1833406"/>
            <a:chExt cx="8006309" cy="1073455"/>
          </a:xfrm>
        </p:grpSpPr>
        <p:sp>
          <p:nvSpPr>
            <p:cNvPr id="4" name="テキスト ボックス 3">
              <a:extLst>
                <a:ext uri="{FF2B5EF4-FFF2-40B4-BE49-F238E27FC236}">
                  <a16:creationId xmlns:a16="http://schemas.microsoft.com/office/drawing/2014/main" id="{9CB43B70-B029-85B6-6B88-63ACA5B9416F}"/>
                </a:ext>
              </a:extLst>
            </p:cNvPr>
            <p:cNvSpPr txBox="1"/>
            <p:nvPr/>
          </p:nvSpPr>
          <p:spPr>
            <a:xfrm>
              <a:off x="573162" y="2209106"/>
              <a:ext cx="7864504" cy="697755"/>
            </a:xfrm>
            <a:prstGeom prst="rect">
              <a:avLst/>
            </a:prstGeom>
            <a:noFill/>
          </p:spPr>
          <p:txBody>
            <a:bodyPr wrap="square">
              <a:spAutoFit/>
            </a:bodyPr>
            <a:lstStyle/>
            <a:p>
              <a:pPr>
                <a:lnSpc>
                  <a:spcPts val="2480"/>
                </a:lnSpc>
                <a:defRPr/>
              </a:pPr>
              <a:r>
                <a:rPr kumimoji="1" lang="ja-JP" altLang="en-US" sz="1450" spc="30">
                  <a:solidFill>
                    <a:srgbClr val="C00000"/>
                  </a:solidFill>
                  <a:latin typeface="源ノ角ゴシック JP" panose="020B0500000000000000" pitchFamily="34" charset="-128"/>
                  <a:ea typeface="源ノ角ゴシック JP" panose="020B0500000000000000" pitchFamily="34" charset="-128"/>
                </a:rPr>
                <a:t>「栄養バランスを調整したい」ニーズに対応する購買記録数の少ない「弁当系」の商品を、</a:t>
              </a:r>
              <a:endParaRPr kumimoji="1" lang="en-US" altLang="ja-JP" sz="1450" spc="30" dirty="0">
                <a:solidFill>
                  <a:srgbClr val="C00000"/>
                </a:solidFill>
                <a:latin typeface="源ノ角ゴシック JP" panose="020B0500000000000000" pitchFamily="34" charset="-128"/>
                <a:ea typeface="源ノ角ゴシック JP" panose="020B0500000000000000" pitchFamily="34" charset="-128"/>
              </a:endParaRPr>
            </a:p>
            <a:p>
              <a:pPr>
                <a:lnSpc>
                  <a:spcPts val="2480"/>
                </a:lnSpc>
                <a:defRPr/>
              </a:pPr>
              <a:r>
                <a:rPr kumimoji="1" lang="ja-JP" altLang="en-US" sz="1450" spc="30">
                  <a:solidFill>
                    <a:srgbClr val="C00000"/>
                  </a:solidFill>
                  <a:latin typeface="源ノ角ゴシック JP" panose="020B0500000000000000" pitchFamily="34" charset="-128"/>
                  <a:ea typeface="源ノ角ゴシック JP" panose="020B0500000000000000" pitchFamily="34" charset="-128"/>
                </a:rPr>
                <a:t>「軽食系」の新商品に置き換えて販売する</a:t>
              </a:r>
              <a:endParaRPr kumimoji="1" lang="en-US" altLang="ja-JP" sz="1450" spc="30" dirty="0">
                <a:solidFill>
                  <a:srgbClr val="C00000"/>
                </a:solidFill>
                <a:latin typeface="源ノ角ゴシック JP" panose="020B0500000000000000" pitchFamily="34" charset="-128"/>
                <a:ea typeface="源ノ角ゴシック JP" panose="020B0500000000000000" pitchFamily="34" charset="-128"/>
              </a:endParaRPr>
            </a:p>
          </p:txBody>
        </p:sp>
        <p:sp>
          <p:nvSpPr>
            <p:cNvPr id="6" name="テキスト ボックス 5">
              <a:extLst>
                <a:ext uri="{FF2B5EF4-FFF2-40B4-BE49-F238E27FC236}">
                  <a16:creationId xmlns:a16="http://schemas.microsoft.com/office/drawing/2014/main" id="{EB2D0B3B-5D8E-8036-245F-65B0AA7E6AEB}"/>
                </a:ext>
              </a:extLst>
            </p:cNvPr>
            <p:cNvSpPr txBox="1"/>
            <p:nvPr/>
          </p:nvSpPr>
          <p:spPr>
            <a:xfrm>
              <a:off x="431357" y="1833406"/>
              <a:ext cx="1397443" cy="378693"/>
            </a:xfrm>
            <a:prstGeom prst="rect">
              <a:avLst/>
            </a:prstGeom>
            <a:noFill/>
          </p:spPr>
          <p:txBody>
            <a:bodyPr wrap="square">
              <a:spAutoFit/>
            </a:bodyPr>
            <a:lstStyle/>
            <a:p>
              <a:pPr>
                <a:lnSpc>
                  <a:spcPts val="2480"/>
                </a:lnSpc>
                <a:defRPr/>
              </a:pPr>
              <a:r>
                <a:rPr kumimoji="1" lang="ja-JP" altLang="en-US" sz="1500" b="1" spc="40">
                  <a:solidFill>
                    <a:srgbClr val="C00000"/>
                  </a:solidFill>
                  <a:latin typeface="源ノ角ゴシック JP" panose="020B0500000000000000" pitchFamily="34" charset="-128"/>
                  <a:ea typeface="源ノ角ゴシック JP" panose="020B0500000000000000" pitchFamily="34" charset="-128"/>
                </a:rPr>
                <a:t>施策の内容：</a:t>
              </a:r>
              <a:endParaRPr kumimoji="1" lang="en-US" altLang="ja-JP" sz="1500" b="1" spc="40" dirty="0">
                <a:solidFill>
                  <a:srgbClr val="C00000"/>
                </a:solidFill>
                <a:latin typeface="源ノ角ゴシック JP" panose="020B0500000000000000" pitchFamily="34" charset="-128"/>
                <a:ea typeface="源ノ角ゴシック JP" panose="020B0500000000000000" pitchFamily="34" charset="-128"/>
              </a:endParaRPr>
            </a:p>
          </p:txBody>
        </p:sp>
      </p:grpSp>
      <p:sp>
        <p:nvSpPr>
          <p:cNvPr id="8" name="テキスト ボックス 7">
            <a:extLst>
              <a:ext uri="{FF2B5EF4-FFF2-40B4-BE49-F238E27FC236}">
                <a16:creationId xmlns:a16="http://schemas.microsoft.com/office/drawing/2014/main" id="{D12FDD03-B75C-D5A5-3366-DE655615D0A3}"/>
              </a:ext>
            </a:extLst>
          </p:cNvPr>
          <p:cNvSpPr txBox="1"/>
          <p:nvPr/>
        </p:nvSpPr>
        <p:spPr>
          <a:xfrm>
            <a:off x="1391998" y="3104552"/>
            <a:ext cx="1848706" cy="378693"/>
          </a:xfrm>
          <a:prstGeom prst="rect">
            <a:avLst/>
          </a:prstGeom>
          <a:noFill/>
        </p:spPr>
        <p:txBody>
          <a:bodyPr wrap="square">
            <a:spAutoFit/>
          </a:bodyPr>
          <a:lstStyle/>
          <a:p>
            <a:pPr algn="ctr">
              <a:lnSpc>
                <a:spcPts val="2480"/>
              </a:lnSpc>
              <a:defRPr/>
            </a:pPr>
            <a:r>
              <a:rPr kumimoji="1" lang="ja-JP" altLang="en-US" sz="1400" spc="40">
                <a:solidFill>
                  <a:srgbClr val="DCD8DC">
                    <a:lumMod val="25000"/>
                  </a:srgbClr>
                </a:solidFill>
                <a:latin typeface="源ノ角ゴシック JP" panose="020B0500000000000000" pitchFamily="34" charset="-128"/>
                <a:ea typeface="源ノ角ゴシック JP" panose="020B0500000000000000" pitchFamily="34" charset="-128"/>
              </a:rPr>
              <a:t>効果試算の前提</a:t>
            </a:r>
            <a:endParaRPr kumimoji="1" lang="en-US" altLang="ja-JP" sz="1400" spc="4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grpSp>
        <p:nvGrpSpPr>
          <p:cNvPr id="12" name="グループ化 11">
            <a:extLst>
              <a:ext uri="{FF2B5EF4-FFF2-40B4-BE49-F238E27FC236}">
                <a16:creationId xmlns:a16="http://schemas.microsoft.com/office/drawing/2014/main" id="{E8E67058-ACA5-5267-0623-BFBCC7403BDB}"/>
              </a:ext>
            </a:extLst>
          </p:cNvPr>
          <p:cNvGrpSpPr/>
          <p:nvPr/>
        </p:nvGrpSpPr>
        <p:grpSpPr>
          <a:xfrm>
            <a:off x="6120406" y="3101089"/>
            <a:ext cx="3506479" cy="382156"/>
            <a:chOff x="8047514" y="3031395"/>
            <a:chExt cx="3506479" cy="382156"/>
          </a:xfrm>
        </p:grpSpPr>
        <p:sp>
          <p:nvSpPr>
            <p:cNvPr id="9" name="テキスト ボックス 8">
              <a:extLst>
                <a:ext uri="{FF2B5EF4-FFF2-40B4-BE49-F238E27FC236}">
                  <a16:creationId xmlns:a16="http://schemas.microsoft.com/office/drawing/2014/main" id="{A37D44F8-952B-A064-6C0B-194D3ADF3C6B}"/>
                </a:ext>
              </a:extLst>
            </p:cNvPr>
            <p:cNvSpPr txBox="1"/>
            <p:nvPr/>
          </p:nvSpPr>
          <p:spPr>
            <a:xfrm>
              <a:off x="8047514" y="3034858"/>
              <a:ext cx="1848706" cy="378693"/>
            </a:xfrm>
            <a:prstGeom prst="rect">
              <a:avLst/>
            </a:prstGeom>
            <a:noFill/>
          </p:spPr>
          <p:txBody>
            <a:bodyPr wrap="square">
              <a:spAutoFit/>
            </a:bodyPr>
            <a:lstStyle/>
            <a:p>
              <a:pPr algn="ctr">
                <a:lnSpc>
                  <a:spcPts val="2480"/>
                </a:lnSpc>
                <a:defRPr/>
              </a:pPr>
              <a:r>
                <a:rPr kumimoji="1" lang="ja-JP" altLang="en-US" sz="1400" spc="40">
                  <a:solidFill>
                    <a:srgbClr val="DCD8DC">
                      <a:lumMod val="25000"/>
                    </a:srgbClr>
                  </a:solidFill>
                  <a:latin typeface="源ノ角ゴシック JP" panose="020B0500000000000000" pitchFamily="34" charset="-128"/>
                  <a:ea typeface="源ノ角ゴシック JP" panose="020B0500000000000000" pitchFamily="34" charset="-128"/>
                </a:rPr>
                <a:t>効果試算の結果</a:t>
              </a:r>
              <a:endParaRPr kumimoji="1" lang="en-US" altLang="ja-JP" sz="1400" spc="40" dirty="0">
                <a:solidFill>
                  <a:srgbClr val="DCD8DC">
                    <a:lumMod val="25000"/>
                  </a:srgbClr>
                </a:solidFill>
                <a:latin typeface="源ノ角ゴシック JP" panose="020B0500000000000000" pitchFamily="34" charset="-128"/>
                <a:ea typeface="源ノ角ゴシック JP" panose="020B0500000000000000" pitchFamily="34" charset="-128"/>
              </a:endParaRPr>
            </a:p>
          </p:txBody>
        </p:sp>
        <p:sp>
          <p:nvSpPr>
            <p:cNvPr id="10" name="テキスト ボックス 9">
              <a:extLst>
                <a:ext uri="{FF2B5EF4-FFF2-40B4-BE49-F238E27FC236}">
                  <a16:creationId xmlns:a16="http://schemas.microsoft.com/office/drawing/2014/main" id="{C153AB1D-26CB-91F8-5375-12190A2810DE}"/>
                </a:ext>
              </a:extLst>
            </p:cNvPr>
            <p:cNvSpPr txBox="1"/>
            <p:nvPr/>
          </p:nvSpPr>
          <p:spPr>
            <a:xfrm>
              <a:off x="9705286" y="3031395"/>
              <a:ext cx="1848707" cy="382156"/>
            </a:xfrm>
            <a:prstGeom prst="rect">
              <a:avLst/>
            </a:prstGeom>
            <a:noFill/>
          </p:spPr>
          <p:txBody>
            <a:bodyPr wrap="square">
              <a:spAutoFit/>
            </a:bodyPr>
            <a:lstStyle/>
            <a:p>
              <a:pPr>
                <a:lnSpc>
                  <a:spcPts val="2480"/>
                </a:lnSpc>
                <a:defRPr/>
              </a:pPr>
              <a:r>
                <a:rPr kumimoji="1" lang="en-US" altLang="ja-JP" sz="12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rPr>
                <a:t>※</a:t>
              </a:r>
              <a:r>
                <a:rPr kumimoji="1" lang="ja-JP" altLang="en-US" sz="1200"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 １年間の実施を想定</a:t>
              </a:r>
              <a:endParaRPr kumimoji="1" lang="en-US" altLang="ja-JP" sz="12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p:txBody>
        </p:sp>
      </p:grpSp>
      <p:graphicFrame>
        <p:nvGraphicFramePr>
          <p:cNvPr id="11" name="表 10">
            <a:extLst>
              <a:ext uri="{FF2B5EF4-FFF2-40B4-BE49-F238E27FC236}">
                <a16:creationId xmlns:a16="http://schemas.microsoft.com/office/drawing/2014/main" id="{A8A10946-D304-85BC-8AEE-8315B2969D5B}"/>
              </a:ext>
            </a:extLst>
          </p:cNvPr>
          <p:cNvGraphicFramePr>
            <a:graphicFrameLocks noGrp="1"/>
          </p:cNvGraphicFramePr>
          <p:nvPr>
            <p:extLst>
              <p:ext uri="{D42A27DB-BD31-4B8C-83A1-F6EECF244321}">
                <p14:modId xmlns:p14="http://schemas.microsoft.com/office/powerpoint/2010/main" val="1562032022"/>
              </p:ext>
            </p:extLst>
          </p:nvPr>
        </p:nvGraphicFramePr>
        <p:xfrm>
          <a:off x="660351" y="3562302"/>
          <a:ext cx="3412885" cy="2871125"/>
        </p:xfrm>
        <a:graphic>
          <a:graphicData uri="http://schemas.openxmlformats.org/drawingml/2006/table">
            <a:tbl>
              <a:tblPr>
                <a:tableStyleId>{91EBBBCC-DAD2-459C-BE2E-F6DE35CF9A28}</a:tableStyleId>
              </a:tblPr>
              <a:tblGrid>
                <a:gridCol w="2260979">
                  <a:extLst>
                    <a:ext uri="{9D8B030D-6E8A-4147-A177-3AD203B41FA5}">
                      <a16:colId xmlns:a16="http://schemas.microsoft.com/office/drawing/2014/main" val="97736310"/>
                    </a:ext>
                  </a:extLst>
                </a:gridCol>
                <a:gridCol w="1151906">
                  <a:extLst>
                    <a:ext uri="{9D8B030D-6E8A-4147-A177-3AD203B41FA5}">
                      <a16:colId xmlns:a16="http://schemas.microsoft.com/office/drawing/2014/main" val="438668555"/>
                    </a:ext>
                  </a:extLst>
                </a:gridCol>
              </a:tblGrid>
              <a:tr h="360000">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050">
                          <a:solidFill>
                            <a:schemeClr val="tx1">
                              <a:lumMod val="85000"/>
                              <a:lumOff val="15000"/>
                            </a:schemeClr>
                          </a:solidFill>
                          <a:latin typeface="Source Han Sans JP" panose="020B0500000000000000" pitchFamily="34" charset="-128"/>
                          <a:ea typeface="Source Han Sans JP" panose="020B0500000000000000" pitchFamily="34" charset="-128"/>
                        </a:rPr>
                        <a:t>項目</a:t>
                      </a:r>
                      <a:endParaRPr kumimoji="1" lang="en-US" altLang="ja-JP" sz="105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marT="46800">
                    <a:lnL w="1270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chemeClr val="bg1">
                        <a:lumMod val="95000"/>
                      </a:schemeClr>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050">
                          <a:solidFill>
                            <a:schemeClr val="tx1">
                              <a:lumMod val="85000"/>
                              <a:lumOff val="15000"/>
                            </a:schemeClr>
                          </a:solidFill>
                          <a:latin typeface="Source Han Sans JP" panose="020B0500000000000000" pitchFamily="34" charset="-128"/>
                          <a:ea typeface="Source Han Sans JP" panose="020B0500000000000000" pitchFamily="34" charset="-128"/>
                        </a:rPr>
                        <a:t>設定</a:t>
                      </a:r>
                      <a:endParaRPr kumimoji="1" lang="en-US" altLang="ja-JP" sz="105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lnL w="635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096550131"/>
                  </a:ext>
                </a:extLst>
              </a:tr>
              <a:tr h="360000">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050" b="0" i="0" u="none" strike="noStrike" kern="1200" cap="none" spc="0" normalizeH="0" baseline="0" noProof="0">
                          <a:ln>
                            <a:noFill/>
                          </a:ln>
                          <a:solidFill>
                            <a:schemeClr val="tx1">
                              <a:lumMod val="65000"/>
                              <a:lumOff val="35000"/>
                            </a:schemeClr>
                          </a:solidFill>
                          <a:effectLst/>
                          <a:uLnTx/>
                          <a:uFillTx/>
                          <a:latin typeface="Source Han Sans JP" panose="020B0500000000000000" pitchFamily="34" charset="-128"/>
                          <a:ea typeface="Source Han Sans JP" panose="020B0500000000000000" pitchFamily="34" charset="-128"/>
                          <a:cs typeface="+mn-cs"/>
                        </a:rPr>
                        <a:t>セブンイレブンの購買記録数</a:t>
                      </a:r>
                    </a:p>
                  </a:txBody>
                  <a:tcPr>
                    <a:lnL w="1270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en-US" altLang="ja-JP" sz="1050" b="0" i="0" u="none" strike="noStrike" kern="1200" cap="none" spc="0" normalizeH="0" baseline="0" noProof="0" dirty="0">
                          <a:ln>
                            <a:noFill/>
                          </a:ln>
                          <a:solidFill>
                            <a:srgbClr val="C00000"/>
                          </a:solidFill>
                          <a:effectLst/>
                          <a:uLnTx/>
                          <a:uFillTx/>
                          <a:latin typeface="Source Han Sans JP" panose="020B0500000000000000" pitchFamily="34" charset="-128"/>
                          <a:ea typeface="Source Han Sans JP" panose="020B0500000000000000" pitchFamily="34" charset="-128"/>
                          <a:cs typeface="+mn-cs"/>
                        </a:rPr>
                        <a:t>0.831</a:t>
                      </a:r>
                    </a:p>
                  </a:txBody>
                  <a:tcPr>
                    <a:lnL w="635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1538559344"/>
                  </a:ext>
                </a:extLst>
              </a:tr>
              <a:tr h="360000">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050" b="0" i="0" u="none" strike="noStrike" kern="1200" cap="none" spc="0" normalizeH="0" baseline="0" noProof="0">
                          <a:ln>
                            <a:noFill/>
                          </a:ln>
                          <a:solidFill>
                            <a:schemeClr val="tx1">
                              <a:lumMod val="65000"/>
                              <a:lumOff val="35000"/>
                            </a:schemeClr>
                          </a:solidFill>
                          <a:effectLst/>
                          <a:uLnTx/>
                          <a:uFillTx/>
                          <a:latin typeface="Source Han Sans JP" panose="020B0500000000000000" pitchFamily="34" charset="-128"/>
                          <a:ea typeface="Source Han Sans JP" panose="020B0500000000000000" pitchFamily="34" charset="-128"/>
                          <a:cs typeface="+mn-cs"/>
                        </a:rPr>
                        <a:t>ローソンの購買記録数（競合）</a:t>
                      </a:r>
                    </a:p>
                  </a:txBody>
                  <a:tcPr>
                    <a:lnL w="1270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en-US" altLang="ja-JP" sz="1050" b="0" i="0" u="none" strike="noStrike" kern="1200" cap="none" spc="0" normalizeH="0" baseline="0" noProof="0" dirty="0">
                          <a:ln>
                            <a:noFill/>
                          </a:ln>
                          <a:solidFill>
                            <a:schemeClr val="tx1">
                              <a:lumMod val="65000"/>
                              <a:lumOff val="35000"/>
                            </a:schemeClr>
                          </a:solidFill>
                          <a:effectLst/>
                          <a:uLnTx/>
                          <a:uFillTx/>
                          <a:latin typeface="Source Han Sans JP" panose="020B0500000000000000" pitchFamily="34" charset="-128"/>
                          <a:ea typeface="Source Han Sans JP" panose="020B0500000000000000" pitchFamily="34" charset="-128"/>
                          <a:cs typeface="+mn-cs"/>
                        </a:rPr>
                        <a:t>3.636</a:t>
                      </a:r>
                    </a:p>
                  </a:txBody>
                  <a:tcPr>
                    <a:lnL w="635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881338051"/>
                  </a:ext>
                </a:extLst>
              </a:tr>
              <a:tr h="360000">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050" b="0" i="0" u="none" strike="noStrike" kern="1200" cap="none" spc="0" normalizeH="0" baseline="0" noProof="0">
                          <a:ln>
                            <a:noFill/>
                          </a:ln>
                          <a:solidFill>
                            <a:schemeClr val="tx1">
                              <a:lumMod val="65000"/>
                              <a:lumOff val="35000"/>
                            </a:schemeClr>
                          </a:solidFill>
                          <a:effectLst/>
                          <a:uLnTx/>
                          <a:uFillTx/>
                          <a:latin typeface="Source Han Sans JP" panose="020B0500000000000000" pitchFamily="34" charset="-128"/>
                          <a:ea typeface="Source Han Sans JP" panose="020B0500000000000000" pitchFamily="34" charset="-128"/>
                          <a:cs typeface="+mn-cs"/>
                        </a:rPr>
                        <a:t>「軽食系」新商品の想定売値</a:t>
                      </a:r>
                    </a:p>
                  </a:txBody>
                  <a:tcPr>
                    <a:lnL w="1270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en-US" altLang="ja-JP" sz="1050" b="0" i="0" u="none" strike="noStrike" kern="1200" cap="none" spc="0" normalizeH="0" baseline="0" noProof="0" dirty="0">
                          <a:ln>
                            <a:noFill/>
                          </a:ln>
                          <a:solidFill>
                            <a:schemeClr val="tx1">
                              <a:lumMod val="65000"/>
                              <a:lumOff val="35000"/>
                            </a:schemeClr>
                          </a:solidFill>
                          <a:effectLst/>
                          <a:uLnTx/>
                          <a:uFillTx/>
                          <a:latin typeface="Source Han Sans JP" panose="020B0500000000000000" pitchFamily="34" charset="-128"/>
                          <a:ea typeface="Source Han Sans JP" panose="020B0500000000000000" pitchFamily="34" charset="-128"/>
                          <a:cs typeface="+mn-cs"/>
                        </a:rPr>
                        <a:t>500 </a:t>
                      </a:r>
                      <a:r>
                        <a:rPr kumimoji="1" lang="ja-JP" altLang="en-US" sz="1050" b="0" i="0" u="none" strike="noStrike" kern="1200" cap="none" spc="0" normalizeH="0" baseline="0" noProof="0">
                          <a:ln>
                            <a:noFill/>
                          </a:ln>
                          <a:solidFill>
                            <a:schemeClr val="tx1">
                              <a:lumMod val="65000"/>
                              <a:lumOff val="35000"/>
                            </a:schemeClr>
                          </a:solidFill>
                          <a:effectLst/>
                          <a:uLnTx/>
                          <a:uFillTx/>
                          <a:latin typeface="Source Han Sans JP" panose="020B0500000000000000" pitchFamily="34" charset="-128"/>
                          <a:ea typeface="Source Han Sans JP" panose="020B0500000000000000" pitchFamily="34" charset="-128"/>
                          <a:cs typeface="+mn-cs"/>
                        </a:rPr>
                        <a:t>円</a:t>
                      </a:r>
                      <a:endParaRPr kumimoji="1" lang="en-US" altLang="ja-JP" sz="1050" b="0" i="0" u="none" strike="noStrike" kern="1200" cap="none" spc="0" normalizeH="0" baseline="0" noProof="0" dirty="0">
                        <a:ln>
                          <a:noFill/>
                        </a:ln>
                        <a:solidFill>
                          <a:schemeClr val="tx1">
                            <a:lumMod val="65000"/>
                            <a:lumOff val="35000"/>
                          </a:schemeClr>
                        </a:solidFill>
                        <a:effectLst/>
                        <a:uLnTx/>
                        <a:uFillTx/>
                        <a:latin typeface="Source Han Sans JP" panose="020B0500000000000000" pitchFamily="34" charset="-128"/>
                        <a:ea typeface="Source Han Sans JP" panose="020B0500000000000000" pitchFamily="34" charset="-128"/>
                        <a:cs typeface="+mn-cs"/>
                      </a:endParaRPr>
                    </a:p>
                  </a:txBody>
                  <a:tcPr>
                    <a:lnL w="635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4060010181"/>
                  </a:ext>
                </a:extLst>
              </a:tr>
              <a:tr h="360000">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050" b="0" i="0" u="none" strike="noStrike" kern="1200" cap="none" spc="0" normalizeH="0" baseline="0" noProof="0">
                          <a:ln>
                            <a:noFill/>
                          </a:ln>
                          <a:solidFill>
                            <a:schemeClr val="tx1">
                              <a:lumMod val="65000"/>
                              <a:lumOff val="35000"/>
                            </a:schemeClr>
                          </a:solidFill>
                          <a:effectLst/>
                          <a:uLnTx/>
                          <a:uFillTx/>
                          <a:latin typeface="Source Han Sans JP" panose="020B0500000000000000" pitchFamily="34" charset="-128"/>
                          <a:ea typeface="Source Han Sans JP" panose="020B0500000000000000" pitchFamily="34" charset="-128"/>
                          <a:cs typeface="+mn-cs"/>
                        </a:rPr>
                        <a:t>「弁当系」被置換商品の想定売値</a:t>
                      </a:r>
                    </a:p>
                  </a:txBody>
                  <a:tcPr>
                    <a:lnL w="1270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en-US" altLang="ja-JP" sz="1050" b="0" i="0" u="none" strike="noStrike" kern="1200" cap="none" spc="0" normalizeH="0" baseline="0" noProof="0" dirty="0">
                          <a:ln>
                            <a:noFill/>
                          </a:ln>
                          <a:solidFill>
                            <a:schemeClr val="tx1">
                              <a:lumMod val="65000"/>
                              <a:lumOff val="35000"/>
                            </a:schemeClr>
                          </a:solidFill>
                          <a:effectLst/>
                          <a:uLnTx/>
                          <a:uFillTx/>
                          <a:latin typeface="Source Han Sans JP" panose="020B0500000000000000" pitchFamily="34" charset="-128"/>
                          <a:ea typeface="Source Han Sans JP" panose="020B0500000000000000" pitchFamily="34" charset="-128"/>
                          <a:cs typeface="+mn-cs"/>
                        </a:rPr>
                        <a:t>650 </a:t>
                      </a:r>
                      <a:r>
                        <a:rPr kumimoji="1" lang="ja-JP" altLang="en-US" sz="1050" b="0" i="0" u="none" strike="noStrike" kern="1200" cap="none" spc="0" normalizeH="0" baseline="0" noProof="0">
                          <a:ln>
                            <a:noFill/>
                          </a:ln>
                          <a:solidFill>
                            <a:schemeClr val="tx1">
                              <a:lumMod val="65000"/>
                              <a:lumOff val="35000"/>
                            </a:schemeClr>
                          </a:solidFill>
                          <a:effectLst/>
                          <a:uLnTx/>
                          <a:uFillTx/>
                          <a:latin typeface="Source Han Sans JP" panose="020B0500000000000000" pitchFamily="34" charset="-128"/>
                          <a:ea typeface="Source Han Sans JP" panose="020B0500000000000000" pitchFamily="34" charset="-128"/>
                          <a:cs typeface="+mn-cs"/>
                        </a:rPr>
                        <a:t>円</a:t>
                      </a:r>
                      <a:endParaRPr kumimoji="1" lang="en-US" altLang="ja-JP" sz="1050" b="0" i="0" u="none" strike="noStrike" kern="1200" cap="none" spc="0" normalizeH="0" baseline="0" noProof="0" dirty="0">
                        <a:ln>
                          <a:noFill/>
                        </a:ln>
                        <a:solidFill>
                          <a:schemeClr val="tx1">
                            <a:lumMod val="65000"/>
                            <a:lumOff val="35000"/>
                          </a:schemeClr>
                        </a:solidFill>
                        <a:effectLst/>
                        <a:uLnTx/>
                        <a:uFillTx/>
                        <a:latin typeface="Source Han Sans JP" panose="020B0500000000000000" pitchFamily="34" charset="-128"/>
                        <a:ea typeface="Source Han Sans JP" panose="020B0500000000000000" pitchFamily="34" charset="-128"/>
                        <a:cs typeface="+mn-cs"/>
                      </a:endParaRPr>
                    </a:p>
                  </a:txBody>
                  <a:tcPr>
                    <a:lnL w="635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3389214619"/>
                  </a:ext>
                </a:extLst>
              </a:tr>
              <a:tr h="360000">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050" b="0" i="0" u="none" strike="noStrike" kern="1200" cap="none" spc="0" normalizeH="0" baseline="0" noProof="0">
                          <a:ln>
                            <a:noFill/>
                          </a:ln>
                          <a:solidFill>
                            <a:schemeClr val="tx1">
                              <a:lumMod val="65000"/>
                              <a:lumOff val="35000"/>
                            </a:schemeClr>
                          </a:solidFill>
                          <a:effectLst/>
                          <a:uLnTx/>
                          <a:uFillTx/>
                          <a:latin typeface="Source Han Sans JP" panose="020B0500000000000000" pitchFamily="34" charset="-128"/>
                          <a:ea typeface="Source Han Sans JP" panose="020B0500000000000000" pitchFamily="34" charset="-128"/>
                          <a:cs typeface="+mn-cs"/>
                        </a:rPr>
                        <a:t>１年間の若年利用者数</a:t>
                      </a:r>
                    </a:p>
                  </a:txBody>
                  <a:tcPr>
                    <a:lnL w="1270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en-US" altLang="ja-JP" sz="1050" b="0" i="0" u="none" strike="noStrike" kern="1200" cap="none" spc="0" normalizeH="0" baseline="0" noProof="0" dirty="0">
                          <a:ln>
                            <a:noFill/>
                          </a:ln>
                          <a:solidFill>
                            <a:schemeClr val="tx1">
                              <a:lumMod val="65000"/>
                              <a:lumOff val="35000"/>
                            </a:schemeClr>
                          </a:solidFill>
                          <a:effectLst/>
                          <a:uLnTx/>
                          <a:uFillTx/>
                          <a:latin typeface="Source Han Sans JP" panose="020B0500000000000000" pitchFamily="34" charset="-128"/>
                          <a:ea typeface="Source Han Sans JP" panose="020B0500000000000000" pitchFamily="34" charset="-128"/>
                          <a:cs typeface="+mn-cs"/>
                        </a:rPr>
                        <a:t>1700 </a:t>
                      </a:r>
                      <a:r>
                        <a:rPr kumimoji="1" lang="ja-JP" altLang="en-US" sz="1050" b="0" i="0" u="none" strike="noStrike" kern="1200" cap="none" spc="0" normalizeH="0" baseline="0" noProof="0">
                          <a:ln>
                            <a:noFill/>
                          </a:ln>
                          <a:solidFill>
                            <a:schemeClr val="tx1">
                              <a:lumMod val="65000"/>
                              <a:lumOff val="35000"/>
                            </a:schemeClr>
                          </a:solidFill>
                          <a:effectLst/>
                          <a:uLnTx/>
                          <a:uFillTx/>
                          <a:latin typeface="Source Han Sans JP" panose="020B0500000000000000" pitchFamily="34" charset="-128"/>
                          <a:ea typeface="Source Han Sans JP" panose="020B0500000000000000" pitchFamily="34" charset="-128"/>
                          <a:cs typeface="+mn-cs"/>
                        </a:rPr>
                        <a:t>万人</a:t>
                      </a:r>
                      <a:endParaRPr kumimoji="1" lang="en-US" altLang="ja-JP" sz="1050" b="0" i="0" u="none" strike="noStrike" kern="1200" cap="none" spc="0" normalizeH="0" baseline="0" noProof="0" dirty="0">
                        <a:ln>
                          <a:noFill/>
                        </a:ln>
                        <a:solidFill>
                          <a:schemeClr val="tx1">
                            <a:lumMod val="65000"/>
                            <a:lumOff val="35000"/>
                          </a:schemeClr>
                        </a:solidFill>
                        <a:effectLst/>
                        <a:uLnTx/>
                        <a:uFillTx/>
                        <a:latin typeface="Source Han Sans JP" panose="020B0500000000000000" pitchFamily="34" charset="-128"/>
                        <a:ea typeface="Source Han Sans JP" panose="020B0500000000000000" pitchFamily="34" charset="-128"/>
                        <a:cs typeface="+mn-cs"/>
                      </a:endParaRPr>
                    </a:p>
                  </a:txBody>
                  <a:tcPr>
                    <a:lnL w="635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1000110276"/>
                  </a:ext>
                </a:extLst>
              </a:tr>
              <a:tr h="360000">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050" b="0" i="0" u="none" strike="noStrike" kern="1200" cap="none" spc="0" normalizeH="0" baseline="0" noProof="0">
                          <a:ln>
                            <a:noFill/>
                          </a:ln>
                          <a:solidFill>
                            <a:schemeClr val="tx1">
                              <a:lumMod val="65000"/>
                              <a:lumOff val="35000"/>
                            </a:schemeClr>
                          </a:solidFill>
                          <a:effectLst/>
                          <a:uLnTx/>
                          <a:uFillTx/>
                          <a:latin typeface="Source Han Sans JP" panose="020B0500000000000000" pitchFamily="34" charset="-128"/>
                          <a:ea typeface="Source Han Sans JP" panose="020B0500000000000000" pitchFamily="34" charset="-128"/>
                          <a:cs typeface="+mn-cs"/>
                        </a:rPr>
                        <a:t>新商品の開発費</a:t>
                      </a:r>
                    </a:p>
                  </a:txBody>
                  <a:tcPr>
                    <a:lnL w="1270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en-US" altLang="ja-JP" sz="1050" b="0" i="0" u="none" strike="noStrike" kern="1200" cap="none" spc="0" normalizeH="0" baseline="0" noProof="0" dirty="0">
                          <a:ln>
                            <a:noFill/>
                          </a:ln>
                          <a:solidFill>
                            <a:schemeClr val="tx1">
                              <a:lumMod val="65000"/>
                              <a:lumOff val="35000"/>
                            </a:schemeClr>
                          </a:solidFill>
                          <a:effectLst/>
                          <a:uLnTx/>
                          <a:uFillTx/>
                          <a:latin typeface="Source Han Sans JP" panose="020B0500000000000000" pitchFamily="34" charset="-128"/>
                          <a:ea typeface="Source Han Sans JP" panose="020B0500000000000000" pitchFamily="34" charset="-128"/>
                          <a:cs typeface="+mn-cs"/>
                        </a:rPr>
                        <a:t>250 </a:t>
                      </a:r>
                      <a:r>
                        <a:rPr kumimoji="1" lang="ja-JP" altLang="en-US" sz="1050" b="0" i="0" u="none" strike="noStrike" kern="1200" cap="none" spc="0" normalizeH="0" baseline="0" noProof="0">
                          <a:ln>
                            <a:noFill/>
                          </a:ln>
                          <a:solidFill>
                            <a:schemeClr val="tx1">
                              <a:lumMod val="65000"/>
                              <a:lumOff val="35000"/>
                            </a:schemeClr>
                          </a:solidFill>
                          <a:effectLst/>
                          <a:uLnTx/>
                          <a:uFillTx/>
                          <a:latin typeface="Source Han Sans JP" panose="020B0500000000000000" pitchFamily="34" charset="-128"/>
                          <a:ea typeface="Source Han Sans JP" panose="020B0500000000000000" pitchFamily="34" charset="-128"/>
                          <a:cs typeface="+mn-cs"/>
                        </a:rPr>
                        <a:t>万円</a:t>
                      </a:r>
                      <a:r>
                        <a:rPr kumimoji="1" lang="en-US" altLang="ja-JP" sz="1050" b="0" i="0" u="none" strike="noStrike" kern="1200" cap="none" spc="0" normalizeH="0" baseline="0" noProof="0" dirty="0">
                          <a:ln>
                            <a:noFill/>
                          </a:ln>
                          <a:solidFill>
                            <a:schemeClr val="tx1">
                              <a:lumMod val="65000"/>
                              <a:lumOff val="35000"/>
                            </a:schemeClr>
                          </a:solidFill>
                          <a:effectLst/>
                          <a:uLnTx/>
                          <a:uFillTx/>
                          <a:latin typeface="Source Han Sans JP" panose="020B0500000000000000" pitchFamily="34" charset="-128"/>
                          <a:ea typeface="Source Han Sans JP" panose="020B0500000000000000" pitchFamily="34" charset="-128"/>
                          <a:cs typeface="+mn-cs"/>
                        </a:rPr>
                        <a:t> / </a:t>
                      </a:r>
                      <a:r>
                        <a:rPr kumimoji="1" lang="ja-JP" altLang="en-US" sz="1050" b="0" i="0" u="none" strike="noStrike" kern="1200" cap="none" spc="0" normalizeH="0" baseline="0" noProof="0">
                          <a:ln>
                            <a:noFill/>
                          </a:ln>
                          <a:solidFill>
                            <a:schemeClr val="tx1">
                              <a:lumMod val="65000"/>
                              <a:lumOff val="35000"/>
                            </a:schemeClr>
                          </a:solidFill>
                          <a:effectLst/>
                          <a:uLnTx/>
                          <a:uFillTx/>
                          <a:latin typeface="Source Han Sans JP" panose="020B0500000000000000" pitchFamily="34" charset="-128"/>
                          <a:ea typeface="Source Han Sans JP" panose="020B0500000000000000" pitchFamily="34" charset="-128"/>
                          <a:cs typeface="+mn-cs"/>
                        </a:rPr>
                        <a:t>商品</a:t>
                      </a:r>
                      <a:endParaRPr kumimoji="1" lang="en-US" altLang="ja-JP" sz="1050" b="0" i="0" u="none" strike="noStrike" kern="1200" cap="none" spc="0" normalizeH="0" baseline="0" noProof="0" dirty="0">
                        <a:ln>
                          <a:noFill/>
                        </a:ln>
                        <a:solidFill>
                          <a:schemeClr val="tx1">
                            <a:lumMod val="65000"/>
                            <a:lumOff val="35000"/>
                          </a:schemeClr>
                        </a:solidFill>
                        <a:effectLst/>
                        <a:uLnTx/>
                        <a:uFillTx/>
                        <a:latin typeface="Source Han Sans JP" panose="020B0500000000000000" pitchFamily="34" charset="-128"/>
                        <a:ea typeface="Source Han Sans JP" panose="020B0500000000000000" pitchFamily="34" charset="-128"/>
                        <a:cs typeface="+mn-cs"/>
                      </a:endParaRPr>
                    </a:p>
                  </a:txBody>
                  <a:tcPr>
                    <a:lnL w="635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2632843171"/>
                  </a:ext>
                </a:extLst>
              </a:tr>
              <a:tr h="351125">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050" b="0" i="0" u="none" strike="noStrike" kern="1200" cap="none" spc="0" normalizeH="0" baseline="0" noProof="0">
                          <a:ln>
                            <a:noFill/>
                          </a:ln>
                          <a:solidFill>
                            <a:schemeClr val="tx1">
                              <a:lumMod val="65000"/>
                              <a:lumOff val="35000"/>
                            </a:schemeClr>
                          </a:solidFill>
                          <a:effectLst/>
                          <a:uLnTx/>
                          <a:uFillTx/>
                          <a:latin typeface="Source Han Sans JP" panose="020B0500000000000000" pitchFamily="34" charset="-128"/>
                          <a:ea typeface="Source Han Sans JP" panose="020B0500000000000000" pitchFamily="34" charset="-128"/>
                          <a:cs typeface="+mn-cs"/>
                        </a:rPr>
                        <a:t>商品粗利率</a:t>
                      </a:r>
                    </a:p>
                  </a:txBody>
                  <a:tcPr>
                    <a:lnL w="1270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en-US" altLang="ja-JP" sz="1050" b="0" i="0" u="none" strike="noStrike" kern="1200" cap="none" spc="0" normalizeH="0" baseline="0" noProof="0" dirty="0">
                          <a:ln>
                            <a:noFill/>
                          </a:ln>
                          <a:solidFill>
                            <a:schemeClr val="tx1">
                              <a:lumMod val="65000"/>
                              <a:lumOff val="35000"/>
                            </a:schemeClr>
                          </a:solidFill>
                          <a:effectLst/>
                          <a:uLnTx/>
                          <a:uFillTx/>
                          <a:latin typeface="Source Han Sans JP" panose="020B0500000000000000" pitchFamily="34" charset="-128"/>
                          <a:ea typeface="Source Han Sans JP" panose="020B0500000000000000" pitchFamily="34" charset="-128"/>
                          <a:cs typeface="+mn-cs"/>
                        </a:rPr>
                        <a:t>32 %</a:t>
                      </a:r>
                    </a:p>
                  </a:txBody>
                  <a:tcPr>
                    <a:lnL w="635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3840724468"/>
                  </a:ext>
                </a:extLst>
              </a:tr>
            </a:tbl>
          </a:graphicData>
        </a:graphic>
      </p:graphicFrame>
      <p:graphicFrame>
        <p:nvGraphicFramePr>
          <p:cNvPr id="13" name="表 12">
            <a:extLst>
              <a:ext uri="{FF2B5EF4-FFF2-40B4-BE49-F238E27FC236}">
                <a16:creationId xmlns:a16="http://schemas.microsoft.com/office/drawing/2014/main" id="{3B0AD403-F28A-D992-5658-737AFF804EE9}"/>
              </a:ext>
            </a:extLst>
          </p:cNvPr>
          <p:cNvGraphicFramePr>
            <a:graphicFrameLocks noGrp="1"/>
          </p:cNvGraphicFramePr>
          <p:nvPr>
            <p:extLst>
              <p:ext uri="{D42A27DB-BD31-4B8C-83A1-F6EECF244321}">
                <p14:modId xmlns:p14="http://schemas.microsoft.com/office/powerpoint/2010/main" val="2362795732"/>
              </p:ext>
            </p:extLst>
          </p:nvPr>
        </p:nvGraphicFramePr>
        <p:xfrm>
          <a:off x="4589250" y="3562302"/>
          <a:ext cx="6942399" cy="2520000"/>
        </p:xfrm>
        <a:graphic>
          <a:graphicData uri="http://schemas.openxmlformats.org/drawingml/2006/table">
            <a:tbl>
              <a:tblPr>
                <a:tableStyleId>{91EBBBCC-DAD2-459C-BE2E-F6DE35CF9A28}</a:tableStyleId>
              </a:tblPr>
              <a:tblGrid>
                <a:gridCol w="1028487">
                  <a:extLst>
                    <a:ext uri="{9D8B030D-6E8A-4147-A177-3AD203B41FA5}">
                      <a16:colId xmlns:a16="http://schemas.microsoft.com/office/drawing/2014/main" val="97736310"/>
                    </a:ext>
                  </a:extLst>
                </a:gridCol>
                <a:gridCol w="1579418">
                  <a:extLst>
                    <a:ext uri="{9D8B030D-6E8A-4147-A177-3AD203B41FA5}">
                      <a16:colId xmlns:a16="http://schemas.microsoft.com/office/drawing/2014/main" val="438668555"/>
                    </a:ext>
                  </a:extLst>
                </a:gridCol>
                <a:gridCol w="1187533">
                  <a:extLst>
                    <a:ext uri="{9D8B030D-6E8A-4147-A177-3AD203B41FA5}">
                      <a16:colId xmlns:a16="http://schemas.microsoft.com/office/drawing/2014/main" val="4004378625"/>
                    </a:ext>
                  </a:extLst>
                </a:gridCol>
                <a:gridCol w="1914897">
                  <a:extLst>
                    <a:ext uri="{9D8B030D-6E8A-4147-A177-3AD203B41FA5}">
                      <a16:colId xmlns:a16="http://schemas.microsoft.com/office/drawing/2014/main" val="4120336540"/>
                    </a:ext>
                  </a:extLst>
                </a:gridCol>
                <a:gridCol w="1232064">
                  <a:extLst>
                    <a:ext uri="{9D8B030D-6E8A-4147-A177-3AD203B41FA5}">
                      <a16:colId xmlns:a16="http://schemas.microsoft.com/office/drawing/2014/main" val="544263317"/>
                    </a:ext>
                  </a:extLst>
                </a:gridCol>
              </a:tblGrid>
              <a:tr h="360000">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050">
                          <a:solidFill>
                            <a:schemeClr val="tx1">
                              <a:lumMod val="85000"/>
                              <a:lumOff val="15000"/>
                            </a:schemeClr>
                          </a:solidFill>
                          <a:latin typeface="Source Han Sans JP" panose="020B0500000000000000" pitchFamily="34" charset="-128"/>
                          <a:ea typeface="Source Han Sans JP" panose="020B0500000000000000" pitchFamily="34" charset="-128"/>
                        </a:rPr>
                        <a:t>置換商品数</a:t>
                      </a:r>
                      <a:endParaRPr kumimoji="1" lang="en-US" altLang="ja-JP" sz="105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marT="46800">
                    <a:lnL w="1270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050">
                          <a:solidFill>
                            <a:schemeClr val="tx1">
                              <a:lumMod val="85000"/>
                              <a:lumOff val="15000"/>
                            </a:schemeClr>
                          </a:solidFill>
                          <a:latin typeface="Source Han Sans JP" panose="020B0500000000000000" pitchFamily="34" charset="-128"/>
                          <a:ea typeface="Source Han Sans JP" panose="020B0500000000000000" pitchFamily="34" charset="-128"/>
                        </a:rPr>
                        <a:t>施策後の購買記録数</a:t>
                      </a:r>
                      <a:endParaRPr kumimoji="1" lang="en-US" altLang="ja-JP" sz="105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050">
                          <a:solidFill>
                            <a:schemeClr val="tx1">
                              <a:lumMod val="85000"/>
                              <a:lumOff val="15000"/>
                            </a:schemeClr>
                          </a:solidFill>
                          <a:latin typeface="Source Han Sans JP" panose="020B0500000000000000" pitchFamily="34" charset="-128"/>
                          <a:ea typeface="Source Han Sans JP" panose="020B0500000000000000" pitchFamily="34" charset="-128"/>
                        </a:rPr>
                        <a:t>現在比</a:t>
                      </a:r>
                      <a:endParaRPr kumimoji="1" lang="en-US" altLang="ja-JP" sz="105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050">
                          <a:solidFill>
                            <a:schemeClr val="tx1">
                              <a:lumMod val="85000"/>
                              <a:lumOff val="15000"/>
                            </a:schemeClr>
                          </a:solidFill>
                          <a:latin typeface="Source Han Sans JP" panose="020B0500000000000000" pitchFamily="34" charset="-128"/>
                          <a:ea typeface="Source Han Sans JP" panose="020B0500000000000000" pitchFamily="34" charset="-128"/>
                        </a:rPr>
                        <a:t>ローソンとの差の縮小率</a:t>
                      </a:r>
                      <a:endParaRPr kumimoji="1" lang="en-US" altLang="ja-JP" sz="105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tc>
                  <a:txBody>
                    <a:bodyPr/>
                    <a:lstStyle/>
                    <a:p>
                      <a:pPr marL="0" marR="0" lvl="0" indent="0" algn="ctr" defTabSz="914400" rtl="0" eaLnBrk="1" fontAlgn="auto" latinLnBrk="0" hangingPunct="1">
                        <a:lnSpc>
                          <a:spcPts val="2140"/>
                        </a:lnSpc>
                        <a:spcBef>
                          <a:spcPts val="0"/>
                        </a:spcBef>
                        <a:spcAft>
                          <a:spcPts val="0"/>
                        </a:spcAft>
                        <a:buClrTx/>
                        <a:buSzTx/>
                        <a:buFontTx/>
                        <a:buNone/>
                        <a:tabLst/>
                        <a:defRPr/>
                      </a:pPr>
                      <a:r>
                        <a:rPr kumimoji="1" lang="ja-JP" altLang="en-US" sz="1050">
                          <a:solidFill>
                            <a:schemeClr val="tx1">
                              <a:lumMod val="85000"/>
                              <a:lumOff val="15000"/>
                            </a:schemeClr>
                          </a:solidFill>
                          <a:latin typeface="Source Han Sans JP" panose="020B0500000000000000" pitchFamily="34" charset="-128"/>
                          <a:ea typeface="Source Han Sans JP" panose="020B0500000000000000" pitchFamily="34" charset="-128"/>
                        </a:rPr>
                        <a:t>簡易収支</a:t>
                      </a:r>
                      <a:endParaRPr kumimoji="1" lang="en-US" altLang="ja-JP" sz="1050" dirty="0">
                        <a:solidFill>
                          <a:schemeClr val="tx1">
                            <a:lumMod val="85000"/>
                            <a:lumOff val="15000"/>
                          </a:schemeClr>
                        </a:solidFill>
                        <a:latin typeface="Source Han Sans JP" panose="020B0500000000000000" pitchFamily="34" charset="-128"/>
                        <a:ea typeface="Source Han Sans JP" panose="020B0500000000000000" pitchFamily="34" charset="-128"/>
                      </a:endParaRPr>
                    </a:p>
                  </a:txBody>
                  <a:tcPr>
                    <a:lnL w="635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5EDE9"/>
                    </a:solidFill>
                  </a:tcPr>
                </a:tc>
                <a:extLst>
                  <a:ext uri="{0D108BD9-81ED-4DB2-BD59-A6C34878D82A}">
                    <a16:rowId xmlns:a16="http://schemas.microsoft.com/office/drawing/2014/main" val="3096550131"/>
                  </a:ext>
                </a:extLst>
              </a:tr>
              <a:tr h="360000">
                <a:tc>
                  <a:txBody>
                    <a:bodyPr/>
                    <a:lstStyle/>
                    <a:p>
                      <a:pPr marL="0" marR="0" lvl="0" indent="0" algn="just" defTabSz="914400" rtl="0" eaLnBrk="1" fontAlgn="auto" latinLnBrk="0" hangingPunct="1">
                        <a:lnSpc>
                          <a:spcPts val="2040"/>
                        </a:lnSpc>
                        <a:spcBef>
                          <a:spcPts val="0"/>
                        </a:spcBef>
                        <a:spcAft>
                          <a:spcPts val="0"/>
                        </a:spcAft>
                        <a:buClrTx/>
                        <a:buSzTx/>
                        <a:buFontTx/>
                        <a:buNone/>
                        <a:tabLst/>
                        <a:defRPr/>
                      </a:pPr>
                      <a:r>
                        <a:rPr kumimoji="1" lang="en-US" altLang="ja-JP" sz="1050" b="0" i="0" u="none" strike="noStrike" kern="1200" cap="none" spc="0" normalizeH="0" baseline="0" noProof="0" dirty="0">
                          <a:ln>
                            <a:noFill/>
                          </a:ln>
                          <a:solidFill>
                            <a:schemeClr val="tx1">
                              <a:lumMod val="75000"/>
                              <a:lumOff val="25000"/>
                            </a:schemeClr>
                          </a:solidFill>
                          <a:effectLst/>
                          <a:uLnTx/>
                          <a:uFillTx/>
                          <a:latin typeface="Source Han Sans JP" panose="020B0500000000000000" pitchFamily="34" charset="-128"/>
                          <a:ea typeface="Source Han Sans JP" panose="020B0500000000000000" pitchFamily="34" charset="-128"/>
                          <a:cs typeface="+mn-cs"/>
                        </a:rPr>
                        <a:t>0</a:t>
                      </a:r>
                      <a:r>
                        <a:rPr kumimoji="1" lang="ja-JP" altLang="en-US" sz="1050" b="0" i="0" u="none" strike="noStrike" kern="1200" cap="none" spc="0" normalizeH="0" baseline="0" noProof="0">
                          <a:ln>
                            <a:noFill/>
                          </a:ln>
                          <a:solidFill>
                            <a:schemeClr val="tx1">
                              <a:lumMod val="75000"/>
                              <a:lumOff val="25000"/>
                            </a:schemeClr>
                          </a:solidFill>
                          <a:effectLst/>
                          <a:uLnTx/>
                          <a:uFillTx/>
                          <a:latin typeface="Source Han Sans JP" panose="020B0500000000000000" pitchFamily="34" charset="-128"/>
                          <a:ea typeface="Source Han Sans JP" panose="020B0500000000000000" pitchFamily="34" charset="-128"/>
                          <a:cs typeface="+mn-cs"/>
                        </a:rPr>
                        <a:t>（現状）</a:t>
                      </a:r>
                      <a:endParaRPr kumimoji="1" lang="en-US" altLang="ja-JP" sz="1050" b="0" i="0" u="none" strike="noStrike" kern="1200" cap="none" spc="0" normalizeH="0" baseline="0" noProof="0" dirty="0">
                        <a:ln>
                          <a:noFill/>
                        </a:ln>
                        <a:solidFill>
                          <a:schemeClr val="tx1">
                            <a:lumMod val="75000"/>
                            <a:lumOff val="25000"/>
                          </a:schemeClr>
                        </a:solidFill>
                        <a:effectLst/>
                        <a:uLnTx/>
                        <a:uFillTx/>
                        <a:latin typeface="Source Han Sans JP" panose="020B0500000000000000" pitchFamily="34" charset="-128"/>
                        <a:ea typeface="Source Han Sans JP" panose="020B0500000000000000" pitchFamily="34" charset="-128"/>
                        <a:cs typeface="+mn-cs"/>
                      </a:endParaRPr>
                    </a:p>
                  </a:txBody>
                  <a:tcPr>
                    <a:lnL w="1270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en-US" altLang="ja-JP" sz="1050" b="0" i="0" u="none" strike="noStrike" kern="1200" cap="none" spc="0" normalizeH="0" baseline="0" noProof="0" dirty="0">
                          <a:ln>
                            <a:noFill/>
                          </a:ln>
                          <a:solidFill>
                            <a:srgbClr val="C00000"/>
                          </a:solidFill>
                          <a:effectLst/>
                          <a:uLnTx/>
                          <a:uFillTx/>
                          <a:latin typeface="Source Han Sans JP" panose="020B0500000000000000" pitchFamily="34" charset="-128"/>
                          <a:ea typeface="Source Han Sans JP" panose="020B0500000000000000" pitchFamily="34" charset="-128"/>
                          <a:cs typeface="+mn-cs"/>
                        </a:rPr>
                        <a:t>0.831</a:t>
                      </a:r>
                    </a:p>
                  </a:txBody>
                  <a:tcP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050" b="0" i="0" u="none" strike="noStrike" kern="1200" cap="none" spc="0" normalizeH="0" baseline="0" noProof="0">
                          <a:ln>
                            <a:noFill/>
                          </a:ln>
                          <a:solidFill>
                            <a:schemeClr val="tx1">
                              <a:lumMod val="65000"/>
                              <a:lumOff val="35000"/>
                            </a:schemeClr>
                          </a:solidFill>
                          <a:effectLst/>
                          <a:uLnTx/>
                          <a:uFillTx/>
                          <a:latin typeface="Source Han Sans JP" panose="020B0500000000000000" pitchFamily="34" charset="-128"/>
                          <a:ea typeface="Source Han Sans JP" panose="020B0500000000000000" pitchFamily="34" charset="-128"/>
                          <a:cs typeface="+mn-cs"/>
                        </a:rPr>
                        <a:t>ー</a:t>
                      </a:r>
                      <a:endParaRPr kumimoji="1" lang="en-US" altLang="ja-JP" sz="1050" b="0" i="0" u="none" strike="noStrike" kern="1200" cap="none" spc="0" normalizeH="0" baseline="0" noProof="0" dirty="0">
                        <a:ln>
                          <a:noFill/>
                        </a:ln>
                        <a:solidFill>
                          <a:schemeClr val="tx1">
                            <a:lumMod val="65000"/>
                            <a:lumOff val="35000"/>
                          </a:schemeClr>
                        </a:solidFill>
                        <a:effectLst/>
                        <a:uLnTx/>
                        <a:uFillTx/>
                        <a:latin typeface="Source Han Sans JP" panose="020B0500000000000000" pitchFamily="34" charset="-128"/>
                        <a:ea typeface="Source Han Sans JP" panose="020B0500000000000000" pitchFamily="34" charset="-128"/>
                        <a:cs typeface="+mn-cs"/>
                      </a:endParaRPr>
                    </a:p>
                  </a:txBody>
                  <a:tcP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en-US" altLang="ja-JP" sz="1050" b="0" i="0" u="none" strike="noStrike" kern="1200" cap="none" spc="0" normalizeH="0" baseline="0" noProof="0" dirty="0">
                          <a:ln>
                            <a:noFill/>
                          </a:ln>
                          <a:solidFill>
                            <a:schemeClr val="tx1">
                              <a:lumMod val="65000"/>
                              <a:lumOff val="35000"/>
                            </a:schemeClr>
                          </a:solidFill>
                          <a:effectLst/>
                          <a:uLnTx/>
                          <a:uFillTx/>
                          <a:latin typeface="Source Han Sans JP" panose="020B0500000000000000" pitchFamily="34" charset="-128"/>
                          <a:ea typeface="Source Han Sans JP" panose="020B0500000000000000" pitchFamily="34" charset="-128"/>
                          <a:cs typeface="+mn-cs"/>
                        </a:rPr>
                        <a:t>0.0 %</a:t>
                      </a:r>
                    </a:p>
                  </a:txBody>
                  <a:tcP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ja-JP" altLang="en-US" sz="1050" b="0" i="0" u="none" strike="noStrike" kern="1200" cap="none" spc="0" normalizeH="0" baseline="0" noProof="0">
                          <a:ln>
                            <a:noFill/>
                          </a:ln>
                          <a:solidFill>
                            <a:schemeClr val="tx1">
                              <a:lumMod val="65000"/>
                              <a:lumOff val="35000"/>
                            </a:schemeClr>
                          </a:solidFill>
                          <a:effectLst/>
                          <a:uLnTx/>
                          <a:uFillTx/>
                          <a:latin typeface="Source Han Sans JP" panose="020B0500000000000000" pitchFamily="34" charset="-128"/>
                          <a:ea typeface="Source Han Sans JP" panose="020B0500000000000000" pitchFamily="34" charset="-128"/>
                          <a:cs typeface="+mn-cs"/>
                        </a:rPr>
                        <a:t>ー</a:t>
                      </a:r>
                      <a:endParaRPr kumimoji="1" lang="en-US" altLang="ja-JP" sz="1050" b="0" i="0" u="none" strike="noStrike" kern="1200" cap="none" spc="0" normalizeH="0" baseline="0" noProof="0" dirty="0">
                        <a:ln>
                          <a:noFill/>
                        </a:ln>
                        <a:solidFill>
                          <a:schemeClr val="tx1">
                            <a:lumMod val="65000"/>
                            <a:lumOff val="35000"/>
                          </a:schemeClr>
                        </a:solidFill>
                        <a:effectLst/>
                        <a:uLnTx/>
                        <a:uFillTx/>
                        <a:latin typeface="Source Han Sans JP" panose="020B0500000000000000" pitchFamily="34" charset="-128"/>
                        <a:ea typeface="Source Han Sans JP" panose="020B0500000000000000" pitchFamily="34" charset="-128"/>
                        <a:cs typeface="+mn-cs"/>
                      </a:endParaRPr>
                    </a:p>
                  </a:txBody>
                  <a:tcPr>
                    <a:lnL w="635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1538559344"/>
                  </a:ext>
                </a:extLst>
              </a:tr>
              <a:tr h="360000">
                <a:tc>
                  <a:txBody>
                    <a:bodyPr/>
                    <a:lstStyle/>
                    <a:p>
                      <a:pPr marL="0" marR="0" lvl="0" indent="0" algn="just" defTabSz="914400" rtl="0" eaLnBrk="1" fontAlgn="auto" latinLnBrk="0" hangingPunct="1">
                        <a:lnSpc>
                          <a:spcPts val="2040"/>
                        </a:lnSpc>
                        <a:spcBef>
                          <a:spcPts val="0"/>
                        </a:spcBef>
                        <a:spcAft>
                          <a:spcPts val="0"/>
                        </a:spcAft>
                        <a:buClrTx/>
                        <a:buSzTx/>
                        <a:buFontTx/>
                        <a:buNone/>
                        <a:tabLst/>
                        <a:defRPr/>
                      </a:pPr>
                      <a:r>
                        <a:rPr kumimoji="1" lang="en-US" altLang="ja-JP" sz="1050" b="0" i="0" u="none" strike="noStrike" kern="1200" cap="none" spc="0" normalizeH="0" baseline="0" noProof="0" dirty="0">
                          <a:ln>
                            <a:noFill/>
                          </a:ln>
                          <a:solidFill>
                            <a:schemeClr val="tx1">
                              <a:lumMod val="75000"/>
                              <a:lumOff val="25000"/>
                            </a:schemeClr>
                          </a:solidFill>
                          <a:effectLst/>
                          <a:uLnTx/>
                          <a:uFillTx/>
                          <a:latin typeface="Source Han Sans JP" panose="020B0500000000000000" pitchFamily="34" charset="-128"/>
                          <a:ea typeface="Source Han Sans JP" panose="020B0500000000000000" pitchFamily="34" charset="-128"/>
                          <a:cs typeface="+mn-cs"/>
                        </a:rPr>
                        <a:t>1</a:t>
                      </a:r>
                      <a:endParaRPr kumimoji="1" lang="ja-JP" altLang="en-US" sz="1050" b="0" i="0" u="none" strike="noStrike" kern="1200" cap="none" spc="0" normalizeH="0" baseline="0" noProof="0">
                        <a:ln>
                          <a:noFill/>
                        </a:ln>
                        <a:solidFill>
                          <a:schemeClr val="tx1">
                            <a:lumMod val="75000"/>
                            <a:lumOff val="25000"/>
                          </a:schemeClr>
                        </a:solidFill>
                        <a:effectLst/>
                        <a:uLnTx/>
                        <a:uFillTx/>
                        <a:latin typeface="Source Han Sans JP" panose="020B0500000000000000" pitchFamily="34" charset="-128"/>
                        <a:ea typeface="Source Han Sans JP" panose="020B0500000000000000" pitchFamily="34" charset="-128"/>
                        <a:cs typeface="+mn-cs"/>
                      </a:endParaRPr>
                    </a:p>
                  </a:txBody>
                  <a:tcPr>
                    <a:lnL w="1270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en-US" altLang="ja-JP" sz="1050" b="0" i="0" u="none" strike="noStrike" kern="1200" cap="none" spc="0" normalizeH="0" baseline="0" noProof="0" dirty="0">
                          <a:ln>
                            <a:noFill/>
                          </a:ln>
                          <a:solidFill>
                            <a:schemeClr val="tx1">
                              <a:lumMod val="65000"/>
                              <a:lumOff val="35000"/>
                            </a:schemeClr>
                          </a:solidFill>
                          <a:effectLst/>
                          <a:uLnTx/>
                          <a:uFillTx/>
                          <a:latin typeface="Source Han Sans JP" panose="020B0500000000000000" pitchFamily="34" charset="-128"/>
                          <a:ea typeface="Source Han Sans JP" panose="020B0500000000000000" pitchFamily="34" charset="-128"/>
                          <a:cs typeface="+mn-cs"/>
                        </a:rPr>
                        <a:t>1.036</a:t>
                      </a:r>
                    </a:p>
                  </a:txBody>
                  <a:tcP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en-US" altLang="ja-JP" sz="1050" b="0" i="0" u="none" strike="noStrike" kern="1200" cap="none" spc="0" normalizeH="0" baseline="0" noProof="0" dirty="0">
                          <a:ln>
                            <a:noFill/>
                          </a:ln>
                          <a:solidFill>
                            <a:schemeClr val="tx1">
                              <a:lumMod val="65000"/>
                              <a:lumOff val="35000"/>
                            </a:schemeClr>
                          </a:solidFill>
                          <a:effectLst/>
                          <a:uLnTx/>
                          <a:uFillTx/>
                          <a:latin typeface="Source Han Sans JP" panose="020B0500000000000000" pitchFamily="34" charset="-128"/>
                          <a:ea typeface="Source Han Sans JP" panose="020B0500000000000000" pitchFamily="34" charset="-128"/>
                          <a:cs typeface="+mn-cs"/>
                        </a:rPr>
                        <a:t>+ 24.6 %</a:t>
                      </a:r>
                    </a:p>
                  </a:txBody>
                  <a:tcP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en-US" altLang="ja-JP" sz="1050" b="0" i="0" u="none" strike="noStrike" kern="1200" cap="none" spc="0" normalizeH="0" baseline="0" noProof="0" dirty="0">
                          <a:ln>
                            <a:noFill/>
                          </a:ln>
                          <a:solidFill>
                            <a:schemeClr val="tx1">
                              <a:lumMod val="65000"/>
                              <a:lumOff val="35000"/>
                            </a:schemeClr>
                          </a:solidFill>
                          <a:effectLst/>
                          <a:uLnTx/>
                          <a:uFillTx/>
                          <a:latin typeface="Source Han Sans JP" panose="020B0500000000000000" pitchFamily="34" charset="-128"/>
                          <a:ea typeface="Source Han Sans JP" panose="020B0500000000000000" pitchFamily="34" charset="-128"/>
                          <a:cs typeface="+mn-cs"/>
                        </a:rPr>
                        <a:t>7.3 %</a:t>
                      </a:r>
                    </a:p>
                  </a:txBody>
                  <a:tcP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en-US" altLang="ja-JP" sz="1050" b="0" i="0" u="none" strike="noStrike" kern="1200" cap="none" spc="0" normalizeH="0" baseline="0" noProof="0" dirty="0">
                          <a:ln>
                            <a:noFill/>
                          </a:ln>
                          <a:solidFill>
                            <a:schemeClr val="tx1">
                              <a:lumMod val="65000"/>
                              <a:lumOff val="35000"/>
                            </a:schemeClr>
                          </a:solidFill>
                          <a:effectLst/>
                          <a:uLnTx/>
                          <a:uFillTx/>
                          <a:latin typeface="Source Han Sans JP" panose="020B0500000000000000" pitchFamily="34" charset="-128"/>
                          <a:ea typeface="Source Han Sans JP" panose="020B0500000000000000" pitchFamily="34" charset="-128"/>
                          <a:cs typeface="+mn-cs"/>
                        </a:rPr>
                        <a:t>+ 17 </a:t>
                      </a:r>
                      <a:r>
                        <a:rPr kumimoji="1" lang="ja-JP" altLang="en-US" sz="1050" b="0" i="0" u="none" strike="noStrike" kern="1200" cap="none" spc="0" normalizeH="0" baseline="0" noProof="0">
                          <a:ln>
                            <a:noFill/>
                          </a:ln>
                          <a:solidFill>
                            <a:schemeClr val="tx1">
                              <a:lumMod val="65000"/>
                              <a:lumOff val="35000"/>
                            </a:schemeClr>
                          </a:solidFill>
                          <a:effectLst/>
                          <a:uLnTx/>
                          <a:uFillTx/>
                          <a:latin typeface="Source Han Sans JP" panose="020B0500000000000000" pitchFamily="34" charset="-128"/>
                          <a:ea typeface="Source Han Sans JP" panose="020B0500000000000000" pitchFamily="34" charset="-128"/>
                          <a:cs typeface="+mn-cs"/>
                        </a:rPr>
                        <a:t>万円</a:t>
                      </a:r>
                      <a:endParaRPr kumimoji="1" lang="en-US" altLang="ja-JP" sz="1050" b="0" i="0" u="none" strike="noStrike" kern="1200" cap="none" spc="0" normalizeH="0" baseline="0" noProof="0" dirty="0">
                        <a:ln>
                          <a:noFill/>
                        </a:ln>
                        <a:solidFill>
                          <a:schemeClr val="tx1">
                            <a:lumMod val="65000"/>
                            <a:lumOff val="35000"/>
                          </a:schemeClr>
                        </a:solidFill>
                        <a:effectLst/>
                        <a:uLnTx/>
                        <a:uFillTx/>
                        <a:latin typeface="Source Han Sans JP" panose="020B0500000000000000" pitchFamily="34" charset="-128"/>
                        <a:ea typeface="Source Han Sans JP" panose="020B0500000000000000" pitchFamily="34" charset="-128"/>
                        <a:cs typeface="+mn-cs"/>
                      </a:endParaRPr>
                    </a:p>
                  </a:txBody>
                  <a:tcPr>
                    <a:lnL w="635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881338051"/>
                  </a:ext>
                </a:extLst>
              </a:tr>
              <a:tr h="360000">
                <a:tc>
                  <a:txBody>
                    <a:bodyPr/>
                    <a:lstStyle/>
                    <a:p>
                      <a:pPr marL="0" marR="0" lvl="0" indent="0" algn="just" defTabSz="914400" rtl="0" eaLnBrk="1" fontAlgn="auto" latinLnBrk="0" hangingPunct="1">
                        <a:lnSpc>
                          <a:spcPts val="2040"/>
                        </a:lnSpc>
                        <a:spcBef>
                          <a:spcPts val="0"/>
                        </a:spcBef>
                        <a:spcAft>
                          <a:spcPts val="0"/>
                        </a:spcAft>
                        <a:buClrTx/>
                        <a:buSzTx/>
                        <a:buFontTx/>
                        <a:buNone/>
                        <a:tabLst/>
                        <a:defRPr/>
                      </a:pPr>
                      <a:r>
                        <a:rPr kumimoji="1" lang="en-US" altLang="ja-JP" sz="1050" b="0" i="0" u="none" strike="noStrike" kern="1200" cap="none" spc="0" normalizeH="0" baseline="0" noProof="0" dirty="0">
                          <a:ln>
                            <a:noFill/>
                          </a:ln>
                          <a:solidFill>
                            <a:schemeClr val="tx1">
                              <a:lumMod val="75000"/>
                              <a:lumOff val="25000"/>
                            </a:schemeClr>
                          </a:solidFill>
                          <a:effectLst/>
                          <a:uLnTx/>
                          <a:uFillTx/>
                          <a:latin typeface="Source Han Sans JP" panose="020B0500000000000000" pitchFamily="34" charset="-128"/>
                          <a:ea typeface="Source Han Sans JP" panose="020B0500000000000000" pitchFamily="34" charset="-128"/>
                          <a:cs typeface="+mn-cs"/>
                        </a:rPr>
                        <a:t>2</a:t>
                      </a:r>
                      <a:endParaRPr kumimoji="1" lang="ja-JP" altLang="en-US" sz="1050" b="0" i="0" u="none" strike="noStrike" kern="1200" cap="none" spc="0" normalizeH="0" baseline="0" noProof="0">
                        <a:ln>
                          <a:noFill/>
                        </a:ln>
                        <a:solidFill>
                          <a:schemeClr val="tx1">
                            <a:lumMod val="75000"/>
                            <a:lumOff val="25000"/>
                          </a:schemeClr>
                        </a:solidFill>
                        <a:effectLst/>
                        <a:uLnTx/>
                        <a:uFillTx/>
                        <a:latin typeface="Source Han Sans JP" panose="020B0500000000000000" pitchFamily="34" charset="-128"/>
                        <a:ea typeface="Source Han Sans JP" panose="020B0500000000000000" pitchFamily="34" charset="-128"/>
                        <a:cs typeface="+mn-cs"/>
                      </a:endParaRPr>
                    </a:p>
                  </a:txBody>
                  <a:tcPr>
                    <a:lnL w="1270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en-US" altLang="ja-JP" sz="1050" b="0" i="0" u="none" strike="noStrike" kern="1200" cap="none" spc="0" normalizeH="0" baseline="0" noProof="0" dirty="0">
                          <a:ln>
                            <a:noFill/>
                          </a:ln>
                          <a:solidFill>
                            <a:schemeClr val="tx1">
                              <a:lumMod val="65000"/>
                              <a:lumOff val="35000"/>
                            </a:schemeClr>
                          </a:solidFill>
                          <a:effectLst/>
                          <a:uLnTx/>
                          <a:uFillTx/>
                          <a:latin typeface="Source Han Sans JP" panose="020B0500000000000000" pitchFamily="34" charset="-128"/>
                          <a:ea typeface="Source Han Sans JP" panose="020B0500000000000000" pitchFamily="34" charset="-128"/>
                          <a:cs typeface="+mn-cs"/>
                        </a:rPr>
                        <a:t>1.232</a:t>
                      </a:r>
                    </a:p>
                  </a:txBody>
                  <a:tcP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en-US" altLang="ja-JP" sz="1050" b="0" i="0" u="none" strike="noStrike" kern="1200" cap="none" spc="0" normalizeH="0" baseline="0" noProof="0" dirty="0">
                          <a:ln>
                            <a:noFill/>
                          </a:ln>
                          <a:solidFill>
                            <a:schemeClr val="tx1">
                              <a:lumMod val="65000"/>
                              <a:lumOff val="35000"/>
                            </a:schemeClr>
                          </a:solidFill>
                          <a:effectLst/>
                          <a:uLnTx/>
                          <a:uFillTx/>
                          <a:latin typeface="Source Han Sans JP" panose="020B0500000000000000" pitchFamily="34" charset="-128"/>
                          <a:ea typeface="Source Han Sans JP" panose="020B0500000000000000" pitchFamily="34" charset="-128"/>
                          <a:cs typeface="+mn-cs"/>
                        </a:rPr>
                        <a:t>+ 48.3%</a:t>
                      </a:r>
                    </a:p>
                  </a:txBody>
                  <a:tcP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en-US" altLang="ja-JP" sz="1050" b="0" i="0" u="none" strike="noStrike" kern="1200" cap="none" spc="0" normalizeH="0" baseline="0" noProof="0" dirty="0">
                          <a:ln>
                            <a:noFill/>
                          </a:ln>
                          <a:solidFill>
                            <a:schemeClr val="tx1">
                              <a:lumMod val="65000"/>
                              <a:lumOff val="35000"/>
                            </a:schemeClr>
                          </a:solidFill>
                          <a:effectLst/>
                          <a:uLnTx/>
                          <a:uFillTx/>
                          <a:latin typeface="Source Han Sans JP" panose="020B0500000000000000" pitchFamily="34" charset="-128"/>
                          <a:ea typeface="Source Han Sans JP" panose="020B0500000000000000" pitchFamily="34" charset="-128"/>
                          <a:cs typeface="+mn-cs"/>
                        </a:rPr>
                        <a:t>14.3 %</a:t>
                      </a:r>
                    </a:p>
                  </a:txBody>
                  <a:tcP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en-US" altLang="ja-JP" sz="1050" b="0" i="0" u="none" strike="noStrike" kern="1200" cap="none" spc="0" normalizeH="0" baseline="0" noProof="0" dirty="0">
                          <a:ln>
                            <a:noFill/>
                          </a:ln>
                          <a:solidFill>
                            <a:schemeClr val="tx1">
                              <a:lumMod val="65000"/>
                              <a:lumOff val="35000"/>
                            </a:schemeClr>
                          </a:solidFill>
                          <a:effectLst/>
                          <a:uLnTx/>
                          <a:uFillTx/>
                          <a:latin typeface="Source Han Sans JP" panose="020B0500000000000000" pitchFamily="34" charset="-128"/>
                          <a:ea typeface="Source Han Sans JP" panose="020B0500000000000000" pitchFamily="34" charset="-128"/>
                          <a:cs typeface="+mn-cs"/>
                        </a:rPr>
                        <a:t>+ 20 </a:t>
                      </a:r>
                      <a:r>
                        <a:rPr kumimoji="1" lang="ja-JP" altLang="en-US" sz="1050" b="0" i="0" u="none" strike="noStrike" kern="1200" cap="none" spc="0" normalizeH="0" baseline="0" noProof="0">
                          <a:ln>
                            <a:noFill/>
                          </a:ln>
                          <a:solidFill>
                            <a:schemeClr val="tx1">
                              <a:lumMod val="65000"/>
                              <a:lumOff val="35000"/>
                            </a:schemeClr>
                          </a:solidFill>
                          <a:effectLst/>
                          <a:uLnTx/>
                          <a:uFillTx/>
                          <a:latin typeface="Source Han Sans JP" panose="020B0500000000000000" pitchFamily="34" charset="-128"/>
                          <a:ea typeface="Source Han Sans JP" panose="020B0500000000000000" pitchFamily="34" charset="-128"/>
                          <a:cs typeface="+mn-cs"/>
                        </a:rPr>
                        <a:t>万円</a:t>
                      </a:r>
                      <a:endParaRPr kumimoji="1" lang="en-US" altLang="ja-JP" sz="1050" b="0" i="0" u="none" strike="noStrike" kern="1200" cap="none" spc="0" normalizeH="0" baseline="0" noProof="0" dirty="0">
                        <a:ln>
                          <a:noFill/>
                        </a:ln>
                        <a:solidFill>
                          <a:schemeClr val="tx1">
                            <a:lumMod val="65000"/>
                            <a:lumOff val="35000"/>
                          </a:schemeClr>
                        </a:solidFill>
                        <a:effectLst/>
                        <a:uLnTx/>
                        <a:uFillTx/>
                        <a:latin typeface="Source Han Sans JP" panose="020B0500000000000000" pitchFamily="34" charset="-128"/>
                        <a:ea typeface="Source Han Sans JP" panose="020B0500000000000000" pitchFamily="34" charset="-128"/>
                        <a:cs typeface="+mn-cs"/>
                      </a:endParaRPr>
                    </a:p>
                  </a:txBody>
                  <a:tcPr>
                    <a:lnL w="635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4060010181"/>
                  </a:ext>
                </a:extLst>
              </a:tr>
              <a:tr h="360000">
                <a:tc>
                  <a:txBody>
                    <a:bodyPr/>
                    <a:lstStyle/>
                    <a:p>
                      <a:pPr marL="0" marR="0" lvl="0" indent="0" algn="just" defTabSz="914400" rtl="0" eaLnBrk="1" fontAlgn="auto" latinLnBrk="0" hangingPunct="1">
                        <a:lnSpc>
                          <a:spcPts val="2040"/>
                        </a:lnSpc>
                        <a:spcBef>
                          <a:spcPts val="0"/>
                        </a:spcBef>
                        <a:spcAft>
                          <a:spcPts val="0"/>
                        </a:spcAft>
                        <a:buClrTx/>
                        <a:buSzTx/>
                        <a:buFontTx/>
                        <a:buNone/>
                        <a:tabLst/>
                        <a:defRPr/>
                      </a:pPr>
                      <a:r>
                        <a:rPr kumimoji="1" lang="en-US" altLang="ja-JP" sz="1050" b="1" i="0" u="none" strike="noStrike" kern="1200" cap="none" spc="0" normalizeH="0" baseline="0" noProof="0" dirty="0">
                          <a:ln>
                            <a:noFill/>
                          </a:ln>
                          <a:solidFill>
                            <a:schemeClr val="tx1">
                              <a:lumMod val="75000"/>
                              <a:lumOff val="25000"/>
                            </a:schemeClr>
                          </a:solidFill>
                          <a:effectLst/>
                          <a:uLnTx/>
                          <a:uFillTx/>
                          <a:latin typeface="Source Han Sans JP" panose="020B0500000000000000" pitchFamily="34" charset="-128"/>
                          <a:ea typeface="Source Han Sans JP" panose="020B0500000000000000" pitchFamily="34" charset="-128"/>
                          <a:cs typeface="+mn-cs"/>
                        </a:rPr>
                        <a:t>3</a:t>
                      </a:r>
                      <a:endParaRPr kumimoji="1" lang="ja-JP" altLang="en-US" sz="1050" b="1" i="0" u="none" strike="noStrike" kern="1200" cap="none" spc="0" normalizeH="0" baseline="0" noProof="0">
                        <a:ln>
                          <a:noFill/>
                        </a:ln>
                        <a:solidFill>
                          <a:schemeClr val="tx1">
                            <a:lumMod val="75000"/>
                            <a:lumOff val="25000"/>
                          </a:schemeClr>
                        </a:solidFill>
                        <a:effectLst/>
                        <a:uLnTx/>
                        <a:uFillTx/>
                        <a:latin typeface="Source Han Sans JP" panose="020B0500000000000000" pitchFamily="34" charset="-128"/>
                        <a:ea typeface="Source Han Sans JP" panose="020B0500000000000000" pitchFamily="34" charset="-128"/>
                        <a:cs typeface="+mn-cs"/>
                      </a:endParaRPr>
                    </a:p>
                  </a:txBody>
                  <a:tcPr>
                    <a:lnL w="1270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211793">
                        <a:alpha val="10000"/>
                      </a:srgbClr>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en-US" altLang="ja-JP" sz="1050" b="1" i="0" u="none" strike="noStrike" kern="1200" cap="none" spc="0" normalizeH="0" baseline="0" noProof="0" dirty="0">
                          <a:ln>
                            <a:noFill/>
                          </a:ln>
                          <a:solidFill>
                            <a:schemeClr val="tx1">
                              <a:lumMod val="65000"/>
                              <a:lumOff val="35000"/>
                            </a:schemeClr>
                          </a:solidFill>
                          <a:effectLst/>
                          <a:uLnTx/>
                          <a:uFillTx/>
                          <a:latin typeface="Source Han Sans JP" panose="020B0500000000000000" pitchFamily="34" charset="-128"/>
                          <a:ea typeface="Source Han Sans JP" panose="020B0500000000000000" pitchFamily="34" charset="-128"/>
                          <a:cs typeface="+mn-cs"/>
                        </a:rPr>
                        <a:t>1.424</a:t>
                      </a:r>
                    </a:p>
                  </a:txBody>
                  <a:tcP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211793">
                        <a:alpha val="10000"/>
                      </a:srgbClr>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en-US" altLang="ja-JP" sz="1050" b="1" i="0" u="none" strike="noStrike" kern="1200" cap="none" spc="0" normalizeH="0" baseline="0" noProof="0" dirty="0">
                          <a:ln>
                            <a:noFill/>
                          </a:ln>
                          <a:solidFill>
                            <a:schemeClr val="tx1">
                              <a:lumMod val="65000"/>
                              <a:lumOff val="35000"/>
                            </a:schemeClr>
                          </a:solidFill>
                          <a:effectLst/>
                          <a:uLnTx/>
                          <a:uFillTx/>
                          <a:latin typeface="Source Han Sans JP" panose="020B0500000000000000" pitchFamily="34" charset="-128"/>
                          <a:ea typeface="Source Han Sans JP" panose="020B0500000000000000" pitchFamily="34" charset="-128"/>
                          <a:cs typeface="+mn-cs"/>
                        </a:rPr>
                        <a:t>+ 71.3 %</a:t>
                      </a:r>
                    </a:p>
                  </a:txBody>
                  <a:tcP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211793">
                        <a:alpha val="10000"/>
                      </a:srgbClr>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en-US" altLang="ja-JP" sz="1050" b="1" i="0" u="none" strike="noStrike" kern="1200" cap="none" spc="0" normalizeH="0" baseline="0" noProof="0" dirty="0">
                          <a:ln>
                            <a:noFill/>
                          </a:ln>
                          <a:solidFill>
                            <a:schemeClr val="tx1">
                              <a:lumMod val="65000"/>
                              <a:lumOff val="35000"/>
                            </a:schemeClr>
                          </a:solidFill>
                          <a:effectLst/>
                          <a:uLnTx/>
                          <a:uFillTx/>
                          <a:latin typeface="Source Han Sans JP" panose="020B0500000000000000" pitchFamily="34" charset="-128"/>
                          <a:ea typeface="Source Han Sans JP" panose="020B0500000000000000" pitchFamily="34" charset="-128"/>
                          <a:cs typeface="+mn-cs"/>
                        </a:rPr>
                        <a:t>21.1 %</a:t>
                      </a:r>
                    </a:p>
                  </a:txBody>
                  <a:tcP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211793">
                        <a:alpha val="10000"/>
                      </a:srgbClr>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en-US" altLang="ja-JP" sz="1050" b="1" i="0" u="none" strike="noStrike" kern="1200" cap="none" spc="0" normalizeH="0" baseline="0" noProof="0" dirty="0">
                          <a:ln>
                            <a:noFill/>
                          </a:ln>
                          <a:solidFill>
                            <a:schemeClr val="tx1">
                              <a:lumMod val="65000"/>
                              <a:lumOff val="35000"/>
                            </a:schemeClr>
                          </a:solidFill>
                          <a:effectLst/>
                          <a:uLnTx/>
                          <a:uFillTx/>
                          <a:latin typeface="Source Han Sans JP" panose="020B0500000000000000" pitchFamily="34" charset="-128"/>
                          <a:ea typeface="Source Han Sans JP" panose="020B0500000000000000" pitchFamily="34" charset="-128"/>
                          <a:cs typeface="+mn-cs"/>
                        </a:rPr>
                        <a:t>+ 15 </a:t>
                      </a:r>
                      <a:r>
                        <a:rPr kumimoji="1" lang="ja-JP" altLang="en-US" sz="1050" b="1" i="0" u="none" strike="noStrike" kern="1200" cap="none" spc="0" normalizeH="0" baseline="0" noProof="0">
                          <a:ln>
                            <a:noFill/>
                          </a:ln>
                          <a:solidFill>
                            <a:schemeClr val="tx1">
                              <a:lumMod val="65000"/>
                              <a:lumOff val="35000"/>
                            </a:schemeClr>
                          </a:solidFill>
                          <a:effectLst/>
                          <a:uLnTx/>
                          <a:uFillTx/>
                          <a:latin typeface="Source Han Sans JP" panose="020B0500000000000000" pitchFamily="34" charset="-128"/>
                          <a:ea typeface="Source Han Sans JP" panose="020B0500000000000000" pitchFamily="34" charset="-128"/>
                          <a:cs typeface="+mn-cs"/>
                        </a:rPr>
                        <a:t>万円</a:t>
                      </a:r>
                      <a:endParaRPr kumimoji="1" lang="en-US" altLang="ja-JP" sz="1050" b="1" i="0" u="none" strike="noStrike" kern="1200" cap="none" spc="0" normalizeH="0" baseline="0" noProof="0" dirty="0">
                        <a:ln>
                          <a:noFill/>
                        </a:ln>
                        <a:solidFill>
                          <a:schemeClr val="tx1">
                            <a:lumMod val="65000"/>
                            <a:lumOff val="35000"/>
                          </a:schemeClr>
                        </a:solidFill>
                        <a:effectLst/>
                        <a:uLnTx/>
                        <a:uFillTx/>
                        <a:latin typeface="Source Han Sans JP" panose="020B0500000000000000" pitchFamily="34" charset="-128"/>
                        <a:ea typeface="Source Han Sans JP" panose="020B0500000000000000" pitchFamily="34" charset="-128"/>
                        <a:cs typeface="+mn-cs"/>
                      </a:endParaRPr>
                    </a:p>
                  </a:txBody>
                  <a:tcPr>
                    <a:lnL w="635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211793">
                        <a:alpha val="10000"/>
                      </a:srgbClr>
                    </a:solidFill>
                  </a:tcPr>
                </a:tc>
                <a:extLst>
                  <a:ext uri="{0D108BD9-81ED-4DB2-BD59-A6C34878D82A}">
                    <a16:rowId xmlns:a16="http://schemas.microsoft.com/office/drawing/2014/main" val="3389214619"/>
                  </a:ext>
                </a:extLst>
              </a:tr>
              <a:tr h="360000">
                <a:tc>
                  <a:txBody>
                    <a:bodyPr/>
                    <a:lstStyle/>
                    <a:p>
                      <a:pPr marL="0" marR="0" lvl="0" indent="0" algn="just" defTabSz="914400" rtl="0" eaLnBrk="1" fontAlgn="auto" latinLnBrk="0" hangingPunct="1">
                        <a:lnSpc>
                          <a:spcPts val="2040"/>
                        </a:lnSpc>
                        <a:spcBef>
                          <a:spcPts val="0"/>
                        </a:spcBef>
                        <a:spcAft>
                          <a:spcPts val="0"/>
                        </a:spcAft>
                        <a:buClrTx/>
                        <a:buSzTx/>
                        <a:buFontTx/>
                        <a:buNone/>
                        <a:tabLst/>
                        <a:defRPr/>
                      </a:pPr>
                      <a:r>
                        <a:rPr kumimoji="1" lang="en-US" altLang="ja-JP" sz="1050" b="0" i="0" u="none" strike="noStrike" kern="1200" cap="none" spc="0" normalizeH="0" baseline="0" noProof="0" dirty="0">
                          <a:ln>
                            <a:noFill/>
                          </a:ln>
                          <a:solidFill>
                            <a:schemeClr val="tx1">
                              <a:lumMod val="75000"/>
                              <a:lumOff val="25000"/>
                            </a:schemeClr>
                          </a:solidFill>
                          <a:effectLst/>
                          <a:uLnTx/>
                          <a:uFillTx/>
                          <a:latin typeface="Source Han Sans JP" panose="020B0500000000000000" pitchFamily="34" charset="-128"/>
                          <a:ea typeface="Source Han Sans JP" panose="020B0500000000000000" pitchFamily="34" charset="-128"/>
                          <a:cs typeface="+mn-cs"/>
                        </a:rPr>
                        <a:t>4</a:t>
                      </a:r>
                      <a:endParaRPr kumimoji="1" lang="ja-JP" altLang="en-US" sz="1050" b="0" i="0" u="none" strike="noStrike" kern="1200" cap="none" spc="0" normalizeH="0" baseline="0" noProof="0">
                        <a:ln>
                          <a:noFill/>
                        </a:ln>
                        <a:solidFill>
                          <a:schemeClr val="tx1">
                            <a:lumMod val="75000"/>
                            <a:lumOff val="25000"/>
                          </a:schemeClr>
                        </a:solidFill>
                        <a:effectLst/>
                        <a:uLnTx/>
                        <a:uFillTx/>
                        <a:latin typeface="Source Han Sans JP" panose="020B0500000000000000" pitchFamily="34" charset="-128"/>
                        <a:ea typeface="Source Han Sans JP" panose="020B0500000000000000" pitchFamily="34" charset="-128"/>
                        <a:cs typeface="+mn-cs"/>
                      </a:endParaRPr>
                    </a:p>
                  </a:txBody>
                  <a:tcPr>
                    <a:lnL w="1270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en-US" altLang="ja-JP" sz="1050" b="0" i="0" u="none" strike="noStrike" kern="1200" cap="none" spc="0" normalizeH="0" baseline="0" noProof="0" dirty="0">
                          <a:ln>
                            <a:noFill/>
                          </a:ln>
                          <a:solidFill>
                            <a:schemeClr val="tx1">
                              <a:lumMod val="65000"/>
                              <a:lumOff val="35000"/>
                            </a:schemeClr>
                          </a:solidFill>
                          <a:effectLst/>
                          <a:uLnTx/>
                          <a:uFillTx/>
                          <a:latin typeface="Source Han Sans JP" panose="020B0500000000000000" pitchFamily="34" charset="-128"/>
                          <a:ea typeface="Source Han Sans JP" panose="020B0500000000000000" pitchFamily="34" charset="-128"/>
                          <a:cs typeface="+mn-cs"/>
                        </a:rPr>
                        <a:t>1.607</a:t>
                      </a:r>
                    </a:p>
                  </a:txBody>
                  <a:tcP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en-US" altLang="ja-JP" sz="1050" b="0" i="0" u="none" strike="noStrike" kern="1200" cap="none" spc="0" normalizeH="0" baseline="0" noProof="0" dirty="0">
                          <a:ln>
                            <a:noFill/>
                          </a:ln>
                          <a:solidFill>
                            <a:schemeClr val="tx1">
                              <a:lumMod val="65000"/>
                              <a:lumOff val="35000"/>
                            </a:schemeClr>
                          </a:solidFill>
                          <a:effectLst/>
                          <a:uLnTx/>
                          <a:uFillTx/>
                          <a:latin typeface="Source Han Sans JP" panose="020B0500000000000000" pitchFamily="34" charset="-128"/>
                          <a:ea typeface="Source Han Sans JP" panose="020B0500000000000000" pitchFamily="34" charset="-128"/>
                          <a:cs typeface="+mn-cs"/>
                        </a:rPr>
                        <a:t>+ 93.4 %</a:t>
                      </a:r>
                    </a:p>
                  </a:txBody>
                  <a:tcP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en-US" altLang="ja-JP" sz="1050" b="0" i="0" u="none" strike="noStrike" kern="1200" cap="none" spc="0" normalizeH="0" baseline="0" noProof="0" dirty="0">
                          <a:ln>
                            <a:noFill/>
                          </a:ln>
                          <a:solidFill>
                            <a:schemeClr val="tx1">
                              <a:lumMod val="65000"/>
                              <a:lumOff val="35000"/>
                            </a:schemeClr>
                          </a:solidFill>
                          <a:effectLst/>
                          <a:uLnTx/>
                          <a:uFillTx/>
                          <a:latin typeface="Source Han Sans JP" panose="020B0500000000000000" pitchFamily="34" charset="-128"/>
                          <a:ea typeface="Source Han Sans JP" panose="020B0500000000000000" pitchFamily="34" charset="-128"/>
                          <a:cs typeface="+mn-cs"/>
                        </a:rPr>
                        <a:t>27.7 %</a:t>
                      </a:r>
                    </a:p>
                  </a:txBody>
                  <a:tcP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en-US" altLang="ja-JP" sz="1050" b="0" i="0" u="none" strike="noStrike" kern="1200" cap="none" spc="0" normalizeH="0" baseline="0" noProof="0" dirty="0">
                          <a:ln>
                            <a:noFill/>
                          </a:ln>
                          <a:solidFill>
                            <a:schemeClr val="tx1">
                              <a:lumMod val="65000"/>
                              <a:lumOff val="35000"/>
                            </a:schemeClr>
                          </a:solidFill>
                          <a:effectLst/>
                          <a:uLnTx/>
                          <a:uFillTx/>
                          <a:latin typeface="Source Han Sans JP" panose="020B0500000000000000" pitchFamily="34" charset="-128"/>
                          <a:ea typeface="Source Han Sans JP" panose="020B0500000000000000" pitchFamily="34" charset="-128"/>
                          <a:cs typeface="+mn-cs"/>
                        </a:rPr>
                        <a:t>- 4 </a:t>
                      </a:r>
                      <a:r>
                        <a:rPr kumimoji="1" lang="ja-JP" altLang="en-US" sz="1050" b="0" i="0" u="none" strike="noStrike" kern="1200" cap="none" spc="0" normalizeH="0" baseline="0" noProof="0">
                          <a:ln>
                            <a:noFill/>
                          </a:ln>
                          <a:solidFill>
                            <a:schemeClr val="tx1">
                              <a:lumMod val="65000"/>
                              <a:lumOff val="35000"/>
                            </a:schemeClr>
                          </a:solidFill>
                          <a:effectLst/>
                          <a:uLnTx/>
                          <a:uFillTx/>
                          <a:latin typeface="Source Han Sans JP" panose="020B0500000000000000" pitchFamily="34" charset="-128"/>
                          <a:ea typeface="Source Han Sans JP" panose="020B0500000000000000" pitchFamily="34" charset="-128"/>
                          <a:cs typeface="+mn-cs"/>
                        </a:rPr>
                        <a:t>万円</a:t>
                      </a:r>
                      <a:endParaRPr kumimoji="1" lang="en-US" altLang="ja-JP" sz="1050" b="0" i="0" u="none" strike="noStrike" kern="1200" cap="none" spc="0" normalizeH="0" baseline="0" noProof="0" dirty="0">
                        <a:ln>
                          <a:noFill/>
                        </a:ln>
                        <a:solidFill>
                          <a:schemeClr val="tx1">
                            <a:lumMod val="65000"/>
                            <a:lumOff val="35000"/>
                          </a:schemeClr>
                        </a:solidFill>
                        <a:effectLst/>
                        <a:uLnTx/>
                        <a:uFillTx/>
                        <a:latin typeface="Source Han Sans JP" panose="020B0500000000000000" pitchFamily="34" charset="-128"/>
                        <a:ea typeface="Source Han Sans JP" panose="020B0500000000000000" pitchFamily="34" charset="-128"/>
                        <a:cs typeface="+mn-cs"/>
                      </a:endParaRPr>
                    </a:p>
                  </a:txBody>
                  <a:tcPr>
                    <a:lnL w="635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1000110276"/>
                  </a:ext>
                </a:extLst>
              </a:tr>
              <a:tr h="360000">
                <a:tc>
                  <a:txBody>
                    <a:bodyPr/>
                    <a:lstStyle/>
                    <a:p>
                      <a:pPr marL="0" marR="0" lvl="0" indent="0" algn="just" defTabSz="914400" rtl="0" eaLnBrk="1" fontAlgn="auto" latinLnBrk="0" hangingPunct="1">
                        <a:lnSpc>
                          <a:spcPts val="2040"/>
                        </a:lnSpc>
                        <a:spcBef>
                          <a:spcPts val="0"/>
                        </a:spcBef>
                        <a:spcAft>
                          <a:spcPts val="0"/>
                        </a:spcAft>
                        <a:buClrTx/>
                        <a:buSzTx/>
                        <a:buFontTx/>
                        <a:buNone/>
                        <a:tabLst/>
                        <a:defRPr/>
                      </a:pPr>
                      <a:r>
                        <a:rPr kumimoji="1" lang="en-US" altLang="ja-JP" sz="1050" b="0" i="0" u="none" strike="noStrike" kern="1200" cap="none" spc="0" normalizeH="0" baseline="0" noProof="0" dirty="0">
                          <a:ln>
                            <a:noFill/>
                          </a:ln>
                          <a:solidFill>
                            <a:schemeClr val="tx1">
                              <a:lumMod val="75000"/>
                              <a:lumOff val="25000"/>
                            </a:schemeClr>
                          </a:solidFill>
                          <a:effectLst/>
                          <a:uLnTx/>
                          <a:uFillTx/>
                          <a:latin typeface="Source Han Sans JP" panose="020B0500000000000000" pitchFamily="34" charset="-128"/>
                          <a:ea typeface="Source Han Sans JP" panose="020B0500000000000000" pitchFamily="34" charset="-128"/>
                          <a:cs typeface="+mn-cs"/>
                        </a:rPr>
                        <a:t>5</a:t>
                      </a:r>
                      <a:endParaRPr kumimoji="1" lang="ja-JP" altLang="en-US" sz="1050" b="0" i="0" u="none" strike="noStrike" kern="1200" cap="none" spc="0" normalizeH="0" baseline="0" noProof="0">
                        <a:ln>
                          <a:noFill/>
                        </a:ln>
                        <a:solidFill>
                          <a:schemeClr val="tx1">
                            <a:lumMod val="75000"/>
                            <a:lumOff val="25000"/>
                          </a:schemeClr>
                        </a:solidFill>
                        <a:effectLst/>
                        <a:uLnTx/>
                        <a:uFillTx/>
                        <a:latin typeface="Source Han Sans JP" panose="020B0500000000000000" pitchFamily="34" charset="-128"/>
                        <a:ea typeface="Source Han Sans JP" panose="020B0500000000000000" pitchFamily="34" charset="-128"/>
                        <a:cs typeface="+mn-cs"/>
                      </a:endParaRPr>
                    </a:p>
                  </a:txBody>
                  <a:tcPr>
                    <a:lnL w="1270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en-US" altLang="ja-JP" sz="1050" b="0" i="0" u="none" strike="noStrike" kern="1200" cap="none" spc="0" normalizeH="0" baseline="0" noProof="0" dirty="0">
                          <a:ln>
                            <a:noFill/>
                          </a:ln>
                          <a:solidFill>
                            <a:schemeClr val="tx1">
                              <a:lumMod val="65000"/>
                              <a:lumOff val="35000"/>
                            </a:schemeClr>
                          </a:solidFill>
                          <a:effectLst/>
                          <a:uLnTx/>
                          <a:uFillTx/>
                          <a:latin typeface="Source Han Sans JP" panose="020B0500000000000000" pitchFamily="34" charset="-128"/>
                          <a:ea typeface="Source Han Sans JP" panose="020B0500000000000000" pitchFamily="34" charset="-128"/>
                          <a:cs typeface="+mn-cs"/>
                        </a:rPr>
                        <a:t>1.780</a:t>
                      </a:r>
                    </a:p>
                  </a:txBody>
                  <a:tcP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en-US" altLang="ja-JP" sz="1050" b="0" i="0" u="none" strike="noStrike" kern="1200" cap="none" spc="0" normalizeH="0" baseline="0" noProof="0" dirty="0">
                          <a:ln>
                            <a:noFill/>
                          </a:ln>
                          <a:solidFill>
                            <a:schemeClr val="tx1">
                              <a:lumMod val="65000"/>
                              <a:lumOff val="35000"/>
                            </a:schemeClr>
                          </a:solidFill>
                          <a:effectLst/>
                          <a:uLnTx/>
                          <a:uFillTx/>
                          <a:latin typeface="Source Han Sans JP" panose="020B0500000000000000" pitchFamily="34" charset="-128"/>
                          <a:ea typeface="Source Han Sans JP" panose="020B0500000000000000" pitchFamily="34" charset="-128"/>
                          <a:cs typeface="+mn-cs"/>
                        </a:rPr>
                        <a:t>+ 114.2 %</a:t>
                      </a:r>
                    </a:p>
                  </a:txBody>
                  <a:tcP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en-US" altLang="ja-JP" sz="1050" b="0" i="0" u="none" strike="noStrike" kern="1200" cap="none" spc="0" normalizeH="0" baseline="0" noProof="0" dirty="0">
                          <a:ln>
                            <a:noFill/>
                          </a:ln>
                          <a:solidFill>
                            <a:schemeClr val="tx1">
                              <a:lumMod val="65000"/>
                              <a:lumOff val="35000"/>
                            </a:schemeClr>
                          </a:solidFill>
                          <a:effectLst/>
                          <a:uLnTx/>
                          <a:uFillTx/>
                          <a:latin typeface="Source Han Sans JP" panose="020B0500000000000000" pitchFamily="34" charset="-128"/>
                          <a:ea typeface="Source Han Sans JP" panose="020B0500000000000000" pitchFamily="34" charset="-128"/>
                          <a:cs typeface="+mn-cs"/>
                        </a:rPr>
                        <a:t>33.8 %</a:t>
                      </a:r>
                    </a:p>
                  </a:txBody>
                  <a:tcPr>
                    <a:lnL w="6350" cap="flat" cmpd="sng" algn="ctr">
                      <a:solidFill>
                        <a:schemeClr val="tx1">
                          <a:lumMod val="50000"/>
                          <a:lumOff val="50000"/>
                        </a:schemeClr>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ts val="2040"/>
                        </a:lnSpc>
                        <a:spcBef>
                          <a:spcPts val="0"/>
                        </a:spcBef>
                        <a:spcAft>
                          <a:spcPts val="0"/>
                        </a:spcAft>
                        <a:buClrTx/>
                        <a:buSzTx/>
                        <a:buFontTx/>
                        <a:buNone/>
                        <a:tabLst/>
                        <a:defRPr/>
                      </a:pPr>
                      <a:r>
                        <a:rPr kumimoji="1" lang="en-US" altLang="ja-JP" sz="1050" b="0" i="0" u="none" strike="noStrike" kern="1200" cap="none" spc="0" normalizeH="0" baseline="0" noProof="0" dirty="0">
                          <a:ln>
                            <a:noFill/>
                          </a:ln>
                          <a:solidFill>
                            <a:schemeClr val="tx1">
                              <a:lumMod val="65000"/>
                              <a:lumOff val="35000"/>
                            </a:schemeClr>
                          </a:solidFill>
                          <a:effectLst/>
                          <a:uLnTx/>
                          <a:uFillTx/>
                          <a:latin typeface="Source Han Sans JP" panose="020B0500000000000000" pitchFamily="34" charset="-128"/>
                          <a:ea typeface="Source Han Sans JP" panose="020B0500000000000000" pitchFamily="34" charset="-128"/>
                          <a:cs typeface="+mn-cs"/>
                        </a:rPr>
                        <a:t>- 41 </a:t>
                      </a:r>
                      <a:r>
                        <a:rPr kumimoji="1" lang="ja-JP" altLang="en-US" sz="1050" b="0" i="0" u="none" strike="noStrike" kern="1200" cap="none" spc="0" normalizeH="0" baseline="0" noProof="0">
                          <a:ln>
                            <a:noFill/>
                          </a:ln>
                          <a:solidFill>
                            <a:schemeClr val="tx1">
                              <a:lumMod val="65000"/>
                              <a:lumOff val="35000"/>
                            </a:schemeClr>
                          </a:solidFill>
                          <a:effectLst/>
                          <a:uLnTx/>
                          <a:uFillTx/>
                          <a:latin typeface="Source Han Sans JP" panose="020B0500000000000000" pitchFamily="34" charset="-128"/>
                          <a:ea typeface="Source Han Sans JP" panose="020B0500000000000000" pitchFamily="34" charset="-128"/>
                          <a:cs typeface="+mn-cs"/>
                        </a:rPr>
                        <a:t>万円</a:t>
                      </a:r>
                      <a:endParaRPr kumimoji="1" lang="en-US" altLang="ja-JP" sz="1050" b="0" i="0" u="none" strike="noStrike" kern="1200" cap="none" spc="0" normalizeH="0" baseline="0" noProof="0" dirty="0">
                        <a:ln>
                          <a:noFill/>
                        </a:ln>
                        <a:solidFill>
                          <a:schemeClr val="tx1">
                            <a:lumMod val="65000"/>
                            <a:lumOff val="35000"/>
                          </a:schemeClr>
                        </a:solidFill>
                        <a:effectLst/>
                        <a:uLnTx/>
                        <a:uFillTx/>
                        <a:latin typeface="Source Han Sans JP" panose="020B0500000000000000" pitchFamily="34" charset="-128"/>
                        <a:ea typeface="Source Han Sans JP" panose="020B0500000000000000" pitchFamily="34" charset="-128"/>
                        <a:cs typeface="+mn-cs"/>
                      </a:endParaRPr>
                    </a:p>
                  </a:txBody>
                  <a:tcPr>
                    <a:lnL w="635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solidFill>
                      <a:srgbClr val="FFFFFF"/>
                    </a:solidFill>
                  </a:tcPr>
                </a:tc>
                <a:extLst>
                  <a:ext uri="{0D108BD9-81ED-4DB2-BD59-A6C34878D82A}">
                    <a16:rowId xmlns:a16="http://schemas.microsoft.com/office/drawing/2014/main" val="2632843171"/>
                  </a:ext>
                </a:extLst>
              </a:tr>
            </a:tbl>
          </a:graphicData>
        </a:graphic>
      </p:graphicFrame>
      <p:sp>
        <p:nvSpPr>
          <p:cNvPr id="14" name="テキスト ボックス 13">
            <a:extLst>
              <a:ext uri="{FF2B5EF4-FFF2-40B4-BE49-F238E27FC236}">
                <a16:creationId xmlns:a16="http://schemas.microsoft.com/office/drawing/2014/main" id="{5FF3E06D-0907-216D-6536-51B542C7FB9B}"/>
              </a:ext>
            </a:extLst>
          </p:cNvPr>
          <p:cNvSpPr txBox="1"/>
          <p:nvPr/>
        </p:nvSpPr>
        <p:spPr>
          <a:xfrm>
            <a:off x="7873646" y="6087652"/>
            <a:ext cx="3747933" cy="369525"/>
          </a:xfrm>
          <a:prstGeom prst="rect">
            <a:avLst/>
          </a:prstGeom>
          <a:noFill/>
        </p:spPr>
        <p:txBody>
          <a:bodyPr wrap="square">
            <a:spAutoFit/>
          </a:bodyPr>
          <a:lstStyle/>
          <a:p>
            <a:pPr>
              <a:lnSpc>
                <a:spcPts val="2480"/>
              </a:lnSpc>
              <a:defRPr/>
            </a:pPr>
            <a:r>
              <a:rPr kumimoji="1" lang="ja-JP" altLang="en-US" sz="1100"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簡易収支</a:t>
            </a:r>
            <a:r>
              <a:rPr kumimoji="1" lang="en-US" altLang="ja-JP" sz="11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rPr>
              <a:t> = </a:t>
            </a:r>
            <a:r>
              <a:rPr kumimoji="1" lang="ja-JP" altLang="en-US" sz="1100"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年間売り上げ増加額</a:t>
            </a:r>
            <a:r>
              <a:rPr kumimoji="1" lang="en-US" altLang="ja-JP" sz="11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rPr>
              <a:t> × </a:t>
            </a:r>
            <a:r>
              <a:rPr kumimoji="1" lang="ja-JP" altLang="en-US" sz="1100"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商品粗利率</a:t>
            </a:r>
            <a:r>
              <a:rPr kumimoji="1" lang="en-US" altLang="ja-JP" sz="11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rPr>
              <a:t> – </a:t>
            </a:r>
            <a:r>
              <a:rPr kumimoji="1" lang="ja-JP" altLang="en-US" sz="1100" spc="30">
                <a:solidFill>
                  <a:schemeClr val="tx1">
                    <a:lumMod val="75000"/>
                    <a:lumOff val="25000"/>
                  </a:schemeClr>
                </a:solidFill>
                <a:latin typeface="源ノ角ゴシック JP" panose="020B0500000000000000" pitchFamily="34" charset="-128"/>
                <a:ea typeface="源ノ角ゴシック JP" panose="020B0500000000000000" pitchFamily="34" charset="-128"/>
              </a:rPr>
              <a:t>開発費</a:t>
            </a:r>
            <a:endParaRPr kumimoji="1" lang="en-US" altLang="ja-JP" sz="1100" spc="30" dirty="0">
              <a:solidFill>
                <a:schemeClr val="tx1">
                  <a:lumMod val="75000"/>
                  <a:lumOff val="25000"/>
                </a:schemeClr>
              </a:solidFill>
              <a:latin typeface="源ノ角ゴシック JP" panose="020B0500000000000000" pitchFamily="34" charset="-128"/>
              <a:ea typeface="源ノ角ゴシック JP" panose="020B0500000000000000" pitchFamily="34" charset="-128"/>
            </a:endParaRPr>
          </a:p>
        </p:txBody>
      </p:sp>
    </p:spTree>
    <p:extLst>
      <p:ext uri="{BB962C8B-B14F-4D97-AF65-F5344CB8AC3E}">
        <p14:creationId xmlns:p14="http://schemas.microsoft.com/office/powerpoint/2010/main" val="368711527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5225EAD4-EBD2-58AF-4BBF-F7F348C59EAB}"/>
              </a:ext>
            </a:extLst>
          </p:cNvPr>
          <p:cNvSpPr txBox="1"/>
          <p:nvPr/>
        </p:nvSpPr>
        <p:spPr>
          <a:xfrm>
            <a:off x="658602" y="435280"/>
            <a:ext cx="10874796" cy="6422720"/>
          </a:xfrm>
          <a:prstGeom prst="rect">
            <a:avLst/>
          </a:prstGeom>
          <a:noFill/>
        </p:spPr>
        <p:txBody>
          <a:bodyPr wrap="square">
            <a:spAutoFit/>
          </a:bodyPr>
          <a:lstStyle/>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厚生労働省．</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平成</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22</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年国民健康・栄養調査報告</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2012</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www.mhlw.go.jp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stf</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seisakunitsuite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/bunya/</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kenkou_iryou</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kenkou</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eiyou</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/h22-houkoku_00001.html</a:t>
            </a:r>
            <a:b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b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b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b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厚生労働省．</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令和</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年国民健康・栄養調査報告</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www.mhlw.go.jp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stf</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seisakunitsuite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/bunya/</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kenkou_iryou</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kenkou</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eiyou</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/r6-houkoku_00001.html</a:t>
            </a:r>
            <a:b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b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b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b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[3]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厚生労働省．</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日本人の食事摂取基準（</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2010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2009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www.mhlw.go.jp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houdou</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/2009/05/h0529-1.html</a:t>
            </a:r>
            <a:b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b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b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b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[4]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厚生労働省．</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日本人の食事摂取基準（</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2025</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年版）策定検討会報告書</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2024</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2025</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25</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日最終更新）．</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www.mhlw.go.jp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stf</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/newpage_44138.html</a:t>
            </a:r>
            <a:b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b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b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b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[5]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農林水産省．</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平成</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27</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年度食育推進施策（食育白書）</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概要</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2016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www.maff.go.jp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/j/</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syokuiku</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wpaper</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/pdf/gaiyou_1.pdf</a:t>
            </a:r>
            <a:b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b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b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b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[6]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農林水産省．</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食育に関する意識調査報告書</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2025</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www.maff.go.jp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/j/</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syokuiku</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ishiki</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/r07/</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pdf_index.html</a:t>
            </a:r>
            <a:b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b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[7]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野菜</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肉</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ごはんを</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品で完結！せいろ蒸し風の味わいを追求した「蒸し野菜と豚しゃぶのサラダごはん」が新登場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/news/2026/202605261200.html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endPar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endPar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[8]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イレブンに全</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15</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品のカレー商品が登場！ 定番人気から専門店監修の商品まで幅広く揃う「カレーフェス」を開催！</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/news/2026/202608031000.html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endPar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endPar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「安全・安心、健康」で美味しい食の提案「カラダへの想いこの手から」のラインアップを拡大</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2018</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/news/2018/_129222.html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endPar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[10]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イレブンはこれからも「安全・安心・健康」にこだわった商品開発を推進します</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2018</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/news/2018/_127615.html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[11]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容器本体を紙製に切り替え、環境負荷低減の取り組みを推進 チルド弁当の定番商品</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品をリニューアル！</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/news/2020/2020060809.html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endPar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p:txBody>
      </p:sp>
    </p:spTree>
    <p:extLst>
      <p:ext uri="{BB962C8B-B14F-4D97-AF65-F5344CB8AC3E}">
        <p14:creationId xmlns:p14="http://schemas.microsoft.com/office/powerpoint/2010/main" val="385885540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996BBC-5D92-2CFB-4E56-BFFFDB398181}"/>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21724921-DD28-E567-102C-4DE485122369}"/>
              </a:ext>
            </a:extLst>
          </p:cNvPr>
          <p:cNvSpPr txBox="1"/>
          <p:nvPr/>
        </p:nvSpPr>
        <p:spPr>
          <a:xfrm>
            <a:off x="658602" y="435280"/>
            <a:ext cx="10874796" cy="6422720"/>
          </a:xfrm>
          <a:prstGeom prst="rect">
            <a:avLst/>
          </a:prstGeom>
          <a:noFill/>
        </p:spPr>
        <p:txBody>
          <a:bodyPr wrap="square">
            <a:spAutoFit/>
          </a:bodyPr>
          <a:lstStyle/>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[12]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「カラダへの想いこの手から」“</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日に必要な野菜の</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分の</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がとれる”等「関ジャニ∞」監修のおむすび・弁当・冷たいうどんが登場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2019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/news/2019/201905151500.html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[13]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高品質なデュラム小麦を</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100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％使用 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イレブンのパスタ全面刷新</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2018</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/news/2018/_129017.html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[14]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たっぷり使用した野菜を麺と混ぜて食べる商品が登場！「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1/2</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日分の野菜を食べる ピリ辛まぜ麺」</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2018</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/news/2018/20180615_01.html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[15]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「マルチグレインサンド」</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品を新発売！</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2022</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/news/2022/202204141200.html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[16]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「最近、運動が不足がち</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」な食生活をサポート！「野菜」や「食物繊維」が手軽に摂れる「カラダへの想いこの手から」シリーズ</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/news/2020/2020051414.html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[17]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健康を気づかう方の食生活をサポート！全粒粉を使用したサンドイッチ・ロールパンを発売</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/news/2020/202009041500.html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[18]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野菜たっぷり！食べる“麺なし”スープが新登場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2024</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/news/2024/202409181000.html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[19]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健康を気づかう方のための商品「カラダへの想いこの手から」 サンドイッチ・ロールパンに「たんぱく質が摂れる」商品が登場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/news/2020/202007031105.html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健康意識の高まりに合わせて人気の「ロールパン」をリニューアル！</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2021</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/news/2021/20211102120001_copy.html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[21]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多彩なヘルシーメニューを毎日お手軽に セブンミールの「健康応援 日替り弁当」が新登場！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2011</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/library/material/localhost/pdf/2011/20110428sebunmi-ru.pdf</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[22]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寒暖差による“嗜好の変化”に対応 オリジナル「スープ惣菜」</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5</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品目を刷新</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2019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/news/2019/20190819.html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p:txBody>
      </p:sp>
    </p:spTree>
    <p:extLst>
      <p:ext uri="{BB962C8B-B14F-4D97-AF65-F5344CB8AC3E}">
        <p14:creationId xmlns:p14="http://schemas.microsoft.com/office/powerpoint/2010/main" val="65593580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F47CEA-B3B9-F2DB-7C42-61E31213ED91}"/>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A3123D92-12D3-38DF-FCB7-2FD507F511BD}"/>
              </a:ext>
            </a:extLst>
          </p:cNvPr>
          <p:cNvSpPr txBox="1"/>
          <p:nvPr/>
        </p:nvSpPr>
        <p:spPr>
          <a:xfrm>
            <a:off x="658602" y="435280"/>
            <a:ext cx="10874796" cy="6038000"/>
          </a:xfrm>
          <a:prstGeom prst="rect">
            <a:avLst/>
          </a:prstGeom>
          <a:noFill/>
        </p:spPr>
        <p:txBody>
          <a:bodyPr wrap="square">
            <a:spAutoFit/>
          </a:bodyPr>
          <a:lstStyle/>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株式会社セブン＆アイ・ホールディングス．</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ゼロサイダートリプル </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500ml』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．発行年不明．</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https://7premium.jp/product/search/</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detail?id</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=7389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[24]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『7P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ゼロサイダートリプルビタミン＋</a:t>
            </a:r>
            <a:r>
              <a:rPr kumimoji="1" lang="el-GR"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α 500</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．発行年不明．</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/products/a/item/460117/</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[25]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『7P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ゼロサイダートリプル乳酸菌＋</a:t>
            </a:r>
            <a:r>
              <a:rPr kumimoji="1" lang="el-GR"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α 500</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．発行年不明．</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/products/a/item/460313/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[26]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『7</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プレミアム ゼロサイダートリプルファイバー＋</a:t>
            </a:r>
            <a:r>
              <a:rPr kumimoji="1" lang="el-GR"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α 500</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．発行年不明．</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/products/a/item/460685/</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[27]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『7</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プレミアム ゼロサイダートリプルファイバー＋</a:t>
            </a:r>
            <a:r>
              <a:rPr kumimoji="1" lang="el-GR"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α 1.5</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．発行年不明．</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/products/a/item/460694/</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[28]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『7P</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糖質</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0g</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低カロリー麺 担々麺</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．発行年不明．</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/products/a/item/251008/</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[29]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『7P</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糖質</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0g</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低カロリー麺 辛麺スープ付き</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．発行年不明．</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/products/a/item/251000/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[30]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累計販売数</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1,300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万本突破！！「セブンプレミアム 豆腐スイーツバー」シリーズから「ストロベリーソイラテ」が新登場！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2025</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/news/2025/202504081600.html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[31]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セブンプレミアムとして初の“糖質ゼロ”新ジャンル「セブンプレミアム ザ・ブリュー糖質ゼロ」</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/news/2023/202307031130.html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endPar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[32]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美味しくてさらに！糖質控えめのパンを発売</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2021</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/news/2021/202108111100.html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[33]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野菜たっぷり！「野菜とハムの彩りサンド </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186kcal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」を新発売！</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2013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dbps_data</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/_material_/localhost/pdf/2011/2013081401.pdf</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[34]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『200kcal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以下に抑えたサンドイッチが続々登場！「シーザーサラダサンド </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170kcal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」発売</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2017</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US"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/020197.html</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p:txBody>
      </p:sp>
    </p:spTree>
    <p:extLst>
      <p:ext uri="{BB962C8B-B14F-4D97-AF65-F5344CB8AC3E}">
        <p14:creationId xmlns:p14="http://schemas.microsoft.com/office/powerpoint/2010/main" val="41961965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62A52A-5E70-B4F7-69EA-BC6F643B70BF}"/>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494B08AD-A52F-39D0-891E-70A649BDB039}"/>
              </a:ext>
            </a:extLst>
          </p:cNvPr>
          <p:cNvSpPr txBox="1"/>
          <p:nvPr/>
        </p:nvSpPr>
        <p:spPr>
          <a:xfrm>
            <a:off x="658602" y="435280"/>
            <a:ext cx="10874796" cy="1806072"/>
          </a:xfrm>
          <a:prstGeom prst="rect">
            <a:avLst/>
          </a:prstGeom>
          <a:noFill/>
        </p:spPr>
        <p:txBody>
          <a:bodyPr wrap="square">
            <a:spAutoFit/>
          </a:bodyPr>
          <a:lstStyle/>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[35]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「セブンプレミアム」人気飲料トリプルゼロシリーズの新商品「セブンプレミアム アクエリアス エスボディ </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500</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ml</a:t>
            </a:r>
            <a:r>
              <a:rPr kumimoji="1" lang="ja-JP" altLang="en"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登場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2024</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/news/2024/202406141000.html</a:t>
            </a:r>
            <a:r>
              <a:rPr kumimoji="1" lang="ja-JP" altLang="en"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[36]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『7</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プレミアム ゼロコーラトリプル </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500</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ml』</a:t>
            </a:r>
            <a:r>
              <a:rPr kumimoji="1" lang="ja-JP" altLang="en"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発行年不明．</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/products/a/item/460500/</a:t>
            </a:r>
            <a:r>
              <a:rPr kumimoji="1" lang="ja-JP" altLang="en"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[37]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『7</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P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糖質</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65</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％オフ 調製豆乳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900</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ml』</a:t>
            </a:r>
            <a:r>
              <a:rPr kumimoji="1" lang="ja-JP" altLang="en"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発行年不明．</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/products/a/item/210675/</a:t>
            </a:r>
            <a:r>
              <a:rPr kumimoji="1" lang="ja-JP" altLang="en"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a:p>
            <a:pPr>
              <a:lnSpc>
                <a:spcPts val="1480"/>
              </a:lnSpc>
              <a:defRPr/>
            </a:pPr>
            <a:endPar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endParaRPr>
          </a:p>
          <a:p>
            <a:pPr>
              <a:lnSpc>
                <a:spcPts val="1480"/>
              </a:lnSpc>
              <a:defRPr/>
            </a:pP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[38] </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株式会社セブン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イレブン・ジャパン．</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糖質</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50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％オフを実現しながら美味しさにこだわりました！「セブンプレミアム」ロカボ焼き菓子</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2020</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https://</a:t>
            </a:r>
            <a:r>
              <a:rPr kumimoji="1" lang="en"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www.sej.co.jp</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/company/</a:t>
            </a:r>
            <a:r>
              <a:rPr kumimoji="1" lang="en" altLang="ja-JP" sz="1000" dirty="0" err="1">
                <a:solidFill>
                  <a:schemeClr val="tx1">
                    <a:lumMod val="65000"/>
                    <a:lumOff val="35000"/>
                  </a:schemeClr>
                </a:solidFill>
                <a:latin typeface="源ノ角ゴシック JP" panose="020B0500000000000000" pitchFamily="34" charset="-128"/>
                <a:ea typeface="源ノ角ゴシック JP" panose="020B0500000000000000" pitchFamily="34" charset="-128"/>
              </a:rPr>
              <a:t>news_release</a:t>
            </a:r>
            <a:r>
              <a:rPr kumimoji="1" lang="en"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/news/2020/202010131600.html</a:t>
            </a:r>
            <a:r>
              <a:rPr kumimoji="1" lang="ja-JP" altLang="en"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参照日：</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2026</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年</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9</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月</a:t>
            </a:r>
            <a:r>
              <a:rPr kumimoji="1" lang="en-US" altLang="ja-JP" sz="1000" dirty="0">
                <a:solidFill>
                  <a:schemeClr val="tx1">
                    <a:lumMod val="65000"/>
                    <a:lumOff val="35000"/>
                  </a:schemeClr>
                </a:solidFill>
                <a:latin typeface="源ノ角ゴシック JP" panose="020B0500000000000000" pitchFamily="34" charset="-128"/>
                <a:ea typeface="源ノ角ゴシック JP" panose="020B0500000000000000" pitchFamily="34" charset="-128"/>
              </a:rPr>
              <a:t>23</a:t>
            </a:r>
            <a:r>
              <a:rPr kumimoji="1" lang="ja-JP" altLang="en-US" sz="1000">
                <a:solidFill>
                  <a:schemeClr val="tx1">
                    <a:lumMod val="65000"/>
                    <a:lumOff val="35000"/>
                  </a:schemeClr>
                </a:solidFill>
                <a:latin typeface="源ノ角ゴシック JP" panose="020B0500000000000000" pitchFamily="34" charset="-128"/>
                <a:ea typeface="源ノ角ゴシック JP" panose="020B0500000000000000" pitchFamily="34" charset="-128"/>
              </a:rPr>
              <a:t>日）．</a:t>
            </a:r>
          </a:p>
        </p:txBody>
      </p:sp>
    </p:spTree>
    <p:extLst>
      <p:ext uri="{BB962C8B-B14F-4D97-AF65-F5344CB8AC3E}">
        <p14:creationId xmlns:p14="http://schemas.microsoft.com/office/powerpoint/2010/main" val="2867737282"/>
      </p:ext>
    </p:extLst>
  </p:cSld>
  <p:clrMapOvr>
    <a:masterClrMapping/>
  </p:clrMapOvr>
</p:sld>
</file>

<file path=ppt/theme/theme1.xml><?xml version="1.0" encoding="utf-8"?>
<a:theme xmlns:a="http://schemas.openxmlformats.org/drawingml/2006/main" name="デザインの設定">
  <a:themeElements>
    <a:clrScheme name="紫">
      <a:dk1>
        <a:sysClr val="windowText" lastClr="000000"/>
      </a:dk1>
      <a:lt1>
        <a:sysClr val="window" lastClr="FFFFFF"/>
      </a:lt1>
      <a:dk2>
        <a:srgbClr val="373545"/>
      </a:dk2>
      <a:lt2>
        <a:srgbClr val="DCD8DC"/>
      </a:lt2>
      <a:accent1>
        <a:srgbClr val="AD84C6"/>
      </a:accent1>
      <a:accent2>
        <a:srgbClr val="8784C7"/>
      </a:accent2>
      <a:accent3>
        <a:srgbClr val="5D739A"/>
      </a:accent3>
      <a:accent4>
        <a:srgbClr val="6997AF"/>
      </a:accent4>
      <a:accent5>
        <a:srgbClr val="84ACB6"/>
      </a:accent5>
      <a:accent6>
        <a:srgbClr val="6F8183"/>
      </a:accent6>
      <a:hlink>
        <a:srgbClr val="69A020"/>
      </a:hlink>
      <a:folHlink>
        <a:srgbClr val="8C8C8C"/>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デザインの設定">
  <a:themeElements>
    <a:clrScheme name="紫">
      <a:dk1>
        <a:sysClr val="windowText" lastClr="000000"/>
      </a:dk1>
      <a:lt1>
        <a:sysClr val="window" lastClr="FFFFFF"/>
      </a:lt1>
      <a:dk2>
        <a:srgbClr val="373545"/>
      </a:dk2>
      <a:lt2>
        <a:srgbClr val="DCD8DC"/>
      </a:lt2>
      <a:accent1>
        <a:srgbClr val="AD84C6"/>
      </a:accent1>
      <a:accent2>
        <a:srgbClr val="8784C7"/>
      </a:accent2>
      <a:accent3>
        <a:srgbClr val="5D739A"/>
      </a:accent3>
      <a:accent4>
        <a:srgbClr val="6997AF"/>
      </a:accent4>
      <a:accent5>
        <a:srgbClr val="84ACB6"/>
      </a:accent5>
      <a:accent6>
        <a:srgbClr val="6F8183"/>
      </a:accent6>
      <a:hlink>
        <a:srgbClr val="69A020"/>
      </a:hlink>
      <a:folHlink>
        <a:srgbClr val="8C8C8C"/>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2_デザインの設定">
  <a:themeElements>
    <a:clrScheme name="紫">
      <a:dk1>
        <a:sysClr val="windowText" lastClr="000000"/>
      </a:dk1>
      <a:lt1>
        <a:sysClr val="window" lastClr="FFFFFF"/>
      </a:lt1>
      <a:dk2>
        <a:srgbClr val="373545"/>
      </a:dk2>
      <a:lt2>
        <a:srgbClr val="DCD8DC"/>
      </a:lt2>
      <a:accent1>
        <a:srgbClr val="AD84C6"/>
      </a:accent1>
      <a:accent2>
        <a:srgbClr val="8784C7"/>
      </a:accent2>
      <a:accent3>
        <a:srgbClr val="5D739A"/>
      </a:accent3>
      <a:accent4>
        <a:srgbClr val="6997AF"/>
      </a:accent4>
      <a:accent5>
        <a:srgbClr val="84ACB6"/>
      </a:accent5>
      <a:accent6>
        <a:srgbClr val="6F8183"/>
      </a:accent6>
      <a:hlink>
        <a:srgbClr val="69A020"/>
      </a:hlink>
      <a:folHlink>
        <a:srgbClr val="8C8C8C"/>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2013 - 2022 テーマ">
  <a:themeElements>
    <a:clrScheme name="Office 2013 - 2022 テーマ">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テーマ">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テーマ">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5.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39178</TotalTime>
  <Words>6665</Words>
  <Application>Microsoft Macintosh PowerPoint</Application>
  <PresentationFormat>ワイド画面</PresentationFormat>
  <Paragraphs>657</Paragraphs>
  <Slides>20</Slides>
  <Notes>14</Notes>
  <HiddenSlides>4</HiddenSlides>
  <MMClips>0</MMClips>
  <ScaleCrop>false</ScaleCrop>
  <HeadingPairs>
    <vt:vector size="6" baseType="variant">
      <vt:variant>
        <vt:lpstr>使用されているフォント</vt:lpstr>
      </vt:variant>
      <vt:variant>
        <vt:i4>8</vt:i4>
      </vt:variant>
      <vt:variant>
        <vt:lpstr>テーマ</vt:lpstr>
      </vt:variant>
      <vt:variant>
        <vt:i4>4</vt:i4>
      </vt:variant>
      <vt:variant>
        <vt:lpstr>スライド タイトル</vt:lpstr>
      </vt:variant>
      <vt:variant>
        <vt:i4>20</vt:i4>
      </vt:variant>
    </vt:vector>
  </HeadingPairs>
  <TitlesOfParts>
    <vt:vector size="32" baseType="lpstr">
      <vt:lpstr>Source Han Sans JP</vt:lpstr>
      <vt:lpstr>源ノ角ゴシック JP</vt:lpstr>
      <vt:lpstr>游ゴシック</vt:lpstr>
      <vt:lpstr>游ゴシック Light</vt:lpstr>
      <vt:lpstr>Arial</vt:lpstr>
      <vt:lpstr>Calibri</vt:lpstr>
      <vt:lpstr>Calibri Light</vt:lpstr>
      <vt:lpstr>Cambria Math</vt:lpstr>
      <vt:lpstr>デザインの設定</vt:lpstr>
      <vt:lpstr>1_デザインの設定</vt:lpstr>
      <vt:lpstr>2_デザインの設定</vt:lpstr>
      <vt:lpstr>Office 2013 - 2022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Aoi Seki</dc:creator>
  <cp:lastModifiedBy>Aoi Seki</cp:lastModifiedBy>
  <cp:revision>185</cp:revision>
  <dcterms:created xsi:type="dcterms:W3CDTF">2024-06-06T14:26:30Z</dcterms:created>
  <dcterms:modified xsi:type="dcterms:W3CDTF">2026-09-24T13:18:09Z</dcterms:modified>
</cp:coreProperties>
</file>
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1"/>
    <p:sldMasterId id="2147483715" r:id="rId2"/>
    <p:sldMasterId id="2147483738" r:id="rId3"/>
    <p:sldMasterId id="2147483801" r:id="rId4"/>
  </p:sldMasterIdLst>
  <p:notesMasterIdLst>
    <p:notesMasterId r:id="rId26"/>
  </p:notesMasterIdLst>
  <p:sldIdLst>
    <p:sldId id="728" r:id="rId5"/>
    <p:sldId id="757" r:id="rId6"/>
    <p:sldId id="758" r:id="rId7"/>
    <p:sldId id="732" r:id="rId8"/>
    <p:sldId id="761" r:id="rId9"/>
    <p:sldId id="759" r:id="rId10"/>
    <p:sldId id="760" r:id="rId11"/>
    <p:sldId id="741" r:id="rId12"/>
    <p:sldId id="773" r:id="rId13"/>
    <p:sldId id="774" r:id="rId14"/>
    <p:sldId id="764" r:id="rId15"/>
    <p:sldId id="768" r:id="rId16"/>
    <p:sldId id="769" r:id="rId17"/>
    <p:sldId id="770" r:id="rId18"/>
    <p:sldId id="771" r:id="rId19"/>
    <p:sldId id="772" r:id="rId20"/>
    <p:sldId id="777" r:id="rId21"/>
    <p:sldId id="756" r:id="rId22"/>
    <p:sldId id="765" r:id="rId23"/>
    <p:sldId id="766" r:id="rId24"/>
    <p:sldId id="76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oi Seki" initials="AS" lastIdx="1" clrIdx="0">
    <p:extLst>
      <p:ext uri="{19B8F6BF-5375-455C-9EA6-DF929625EA0E}">
        <p15:presenceInfo xmlns:p15="http://schemas.microsoft.com/office/powerpoint/2012/main" userId="3c72e6668d2332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5EDE9"/>
    <a:srgbClr val="FFFFFF"/>
    <a:srgbClr val="211793"/>
    <a:srgbClr val="178B76"/>
    <a:srgbClr val="132093"/>
    <a:srgbClr val="1B9A83"/>
    <a:srgbClr val="1828AA"/>
    <a:srgbClr val="21B196"/>
    <a:srgbClr val="599975"/>
    <a:srgbClr val="1C2B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6186B0-A7FA-304A-AB88-7A7A62240308}" v="155" dt="2026-07-22T00:29:56.05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00" autoAdjust="0"/>
    <p:restoredTop sz="78995" autoAdjust="0"/>
  </p:normalViewPr>
  <p:slideViewPr>
    <p:cSldViewPr snapToGrid="0">
      <p:cViewPr>
        <p:scale>
          <a:sx n="109" d="100"/>
          <a:sy n="109" d="100"/>
        </p:scale>
        <p:origin x="2576" y="432"/>
      </p:cViewPr>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8" d="100"/>
          <a:sy n="58" d="100"/>
        </p:scale>
        <p:origin x="2541"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oi Seki" userId="3c72e6668d233292" providerId="LiveId" clId="{B9AE2B71-EDD8-5CEA-A9B6-04399197A6CF}"/>
    <pc:docChg chg="undo redo custSel addSld delSld modSld sldOrd modMainMaster">
      <pc:chgData name="Aoi Seki" userId="3c72e6668d233292" providerId="LiveId" clId="{B9AE2B71-EDD8-5CEA-A9B6-04399197A6CF}" dt="2026-07-22T03:27:23.591" v="25830" actId="14100"/>
      <pc:docMkLst>
        <pc:docMk/>
      </pc:docMkLst>
      <pc:sldChg chg="modSp add del mod modAnim">
        <pc:chgData name="Aoi Seki" userId="3c72e6668d233292" providerId="LiveId" clId="{B9AE2B71-EDD8-5CEA-A9B6-04399197A6CF}" dt="2026-07-21T14:49:44.236" v="23508" actId="1035"/>
        <pc:sldMkLst>
          <pc:docMk/>
          <pc:sldMk cId="608137704" sldId="642"/>
        </pc:sldMkLst>
        <pc:spChg chg="mod">
          <ac:chgData name="Aoi Seki" userId="3c72e6668d233292" providerId="LiveId" clId="{B9AE2B71-EDD8-5CEA-A9B6-04399197A6CF}" dt="2026-07-20T10:21:06.071" v="21890" actId="1076"/>
          <ac:spMkLst>
            <pc:docMk/>
            <pc:sldMk cId="608137704" sldId="642"/>
            <ac:spMk id="6" creationId="{E6D1060F-44F9-5DFF-3978-7C206131EF6B}"/>
          </ac:spMkLst>
        </pc:spChg>
        <pc:spChg chg="mod">
          <ac:chgData name="Aoi Seki" userId="3c72e6668d233292" providerId="LiveId" clId="{B9AE2B71-EDD8-5CEA-A9B6-04399197A6CF}" dt="2026-07-20T10:21:06.071" v="21890" actId="1076"/>
          <ac:spMkLst>
            <pc:docMk/>
            <pc:sldMk cId="608137704" sldId="642"/>
            <ac:spMk id="10" creationId="{24706157-186B-20DC-108F-96232A155A8C}"/>
          </ac:spMkLst>
        </pc:spChg>
        <pc:spChg chg="mod">
          <ac:chgData name="Aoi Seki" userId="3c72e6668d233292" providerId="LiveId" clId="{B9AE2B71-EDD8-5CEA-A9B6-04399197A6CF}" dt="2026-07-20T10:21:06.071" v="21890" actId="1076"/>
          <ac:spMkLst>
            <pc:docMk/>
            <pc:sldMk cId="608137704" sldId="642"/>
            <ac:spMk id="11" creationId="{755125DC-C064-A058-1283-6379D90F65EF}"/>
          </ac:spMkLst>
        </pc:spChg>
        <pc:spChg chg="mod">
          <ac:chgData name="Aoi Seki" userId="3c72e6668d233292" providerId="LiveId" clId="{B9AE2B71-EDD8-5CEA-A9B6-04399197A6CF}" dt="2026-07-20T10:21:06.071" v="21890" actId="1076"/>
          <ac:spMkLst>
            <pc:docMk/>
            <pc:sldMk cId="608137704" sldId="642"/>
            <ac:spMk id="13" creationId="{08522342-8DF4-4EF9-B36A-7C9373D79EA1}"/>
          </ac:spMkLst>
        </pc:spChg>
        <pc:spChg chg="mod">
          <ac:chgData name="Aoi Seki" userId="3c72e6668d233292" providerId="LiveId" clId="{B9AE2B71-EDD8-5CEA-A9B6-04399197A6CF}" dt="2026-07-20T10:21:06.071" v="21890" actId="1076"/>
          <ac:spMkLst>
            <pc:docMk/>
            <pc:sldMk cId="608137704" sldId="642"/>
            <ac:spMk id="22" creationId="{D2DA319E-F696-8F5E-A7EC-2967358A253C}"/>
          </ac:spMkLst>
        </pc:spChg>
        <pc:spChg chg="mod">
          <ac:chgData name="Aoi Seki" userId="3c72e6668d233292" providerId="LiveId" clId="{B9AE2B71-EDD8-5CEA-A9B6-04399197A6CF}" dt="2026-07-20T10:21:06.071" v="21890" actId="1076"/>
          <ac:spMkLst>
            <pc:docMk/>
            <pc:sldMk cId="608137704" sldId="642"/>
            <ac:spMk id="27" creationId="{E0ACE5ED-E904-BB87-4ACF-C55ED20CFB92}"/>
          </ac:spMkLst>
        </pc:spChg>
        <pc:spChg chg="mod">
          <ac:chgData name="Aoi Seki" userId="3c72e6668d233292" providerId="LiveId" clId="{B9AE2B71-EDD8-5CEA-A9B6-04399197A6CF}" dt="2026-07-20T10:21:06.071" v="21890" actId="1076"/>
          <ac:spMkLst>
            <pc:docMk/>
            <pc:sldMk cId="608137704" sldId="642"/>
            <ac:spMk id="31" creationId="{52845CB3-848A-EE64-9512-ACCE36E81EC8}"/>
          </ac:spMkLst>
        </pc:spChg>
        <pc:spChg chg="mod">
          <ac:chgData name="Aoi Seki" userId="3c72e6668d233292" providerId="LiveId" clId="{B9AE2B71-EDD8-5CEA-A9B6-04399197A6CF}" dt="2026-07-20T10:21:06.071" v="21890" actId="1076"/>
          <ac:spMkLst>
            <pc:docMk/>
            <pc:sldMk cId="608137704" sldId="642"/>
            <ac:spMk id="48" creationId="{7E1E8BA0-AE21-157B-D0AC-5CFE8AEFB19F}"/>
          </ac:spMkLst>
        </pc:spChg>
        <pc:spChg chg="mod">
          <ac:chgData name="Aoi Seki" userId="3c72e6668d233292" providerId="LiveId" clId="{B9AE2B71-EDD8-5CEA-A9B6-04399197A6CF}" dt="2026-07-20T10:21:06.071" v="21890" actId="1076"/>
          <ac:spMkLst>
            <pc:docMk/>
            <pc:sldMk cId="608137704" sldId="642"/>
            <ac:spMk id="51" creationId="{ECC56679-0BDD-90AE-FE69-729DDDDC67E0}"/>
          </ac:spMkLst>
        </pc:spChg>
        <pc:spChg chg="mod">
          <ac:chgData name="Aoi Seki" userId="3c72e6668d233292" providerId="LiveId" clId="{B9AE2B71-EDD8-5CEA-A9B6-04399197A6CF}" dt="2026-07-20T10:21:06.071" v="21890" actId="1076"/>
          <ac:spMkLst>
            <pc:docMk/>
            <pc:sldMk cId="608137704" sldId="642"/>
            <ac:spMk id="53" creationId="{E791AF6F-4F7B-91E1-1C0B-3A9B3D1DBC7B}"/>
          </ac:spMkLst>
        </pc:spChg>
        <pc:grpChg chg="mod">
          <ac:chgData name="Aoi Seki" userId="3c72e6668d233292" providerId="LiveId" clId="{B9AE2B71-EDD8-5CEA-A9B6-04399197A6CF}" dt="2026-07-21T14:49:44.236" v="23508" actId="1035"/>
          <ac:grpSpMkLst>
            <pc:docMk/>
            <pc:sldMk cId="608137704" sldId="642"/>
            <ac:grpSpMk id="24" creationId="{C465F563-147C-04EF-5C9E-3708D309D2A3}"/>
          </ac:grpSpMkLst>
        </pc:grpChg>
      </pc:sldChg>
      <pc:sldChg chg="modSp del mod ord">
        <pc:chgData name="Aoi Seki" userId="3c72e6668d233292" providerId="LiveId" clId="{B9AE2B71-EDD8-5CEA-A9B6-04399197A6CF}" dt="2026-07-22T00:37:03.214" v="25800" actId="2696"/>
        <pc:sldMkLst>
          <pc:docMk/>
          <pc:sldMk cId="2760324763" sldId="671"/>
        </pc:sldMkLst>
      </pc:sldChg>
      <pc:sldChg chg="addSp delSp modSp add del mod">
        <pc:chgData name="Aoi Seki" userId="3c72e6668d233292" providerId="LiveId" clId="{B9AE2B71-EDD8-5CEA-A9B6-04399197A6CF}" dt="2026-07-22T00:37:04.335" v="25802" actId="2696"/>
        <pc:sldMkLst>
          <pc:docMk/>
          <pc:sldMk cId="1247563994" sldId="684"/>
        </pc:sldMkLst>
      </pc:sldChg>
      <pc:sldChg chg="addSp modSp del mod">
        <pc:chgData name="Aoi Seki" userId="3c72e6668d233292" providerId="LiveId" clId="{B9AE2B71-EDD8-5CEA-A9B6-04399197A6CF}" dt="2026-07-22T00:37:34.074" v="25815" actId="2696"/>
        <pc:sldMkLst>
          <pc:docMk/>
          <pc:sldMk cId="3965797247" sldId="687"/>
        </pc:sldMkLst>
      </pc:sldChg>
      <pc:sldChg chg="addSp delSp modSp new mod modClrScheme chgLayout">
        <pc:chgData name="Aoi Seki" userId="3c72e6668d233292" providerId="LiveId" clId="{B9AE2B71-EDD8-5CEA-A9B6-04399197A6CF}" dt="2026-07-22T00:36:53.477" v="25798" actId="700"/>
        <pc:sldMkLst>
          <pc:docMk/>
          <pc:sldMk cId="268593480" sldId="696"/>
        </pc:sldMkLst>
        <pc:spChg chg="add mod">
          <ac:chgData name="Aoi Seki" userId="3c72e6668d233292" providerId="LiveId" clId="{B9AE2B71-EDD8-5CEA-A9B6-04399197A6CF}" dt="2026-07-07T08:51:35.107" v="17866" actId="164"/>
          <ac:spMkLst>
            <pc:docMk/>
            <pc:sldMk cId="268593480" sldId="696"/>
            <ac:spMk id="2" creationId="{D57724A6-A86E-F842-F013-0DAF24FA75C6}"/>
          </ac:spMkLst>
        </pc:spChg>
        <pc:spChg chg="add mod">
          <ac:chgData name="Aoi Seki" userId="3c72e6668d233292" providerId="LiveId" clId="{B9AE2B71-EDD8-5CEA-A9B6-04399197A6CF}" dt="2026-07-07T09:18:51.777" v="18224" actId="1037"/>
          <ac:spMkLst>
            <pc:docMk/>
            <pc:sldMk cId="268593480" sldId="696"/>
            <ac:spMk id="112" creationId="{891789FE-3CCB-99F9-9C6B-56573257B3E3}"/>
          </ac:spMkLst>
        </pc:spChg>
        <pc:grpChg chg="mod">
          <ac:chgData name="Aoi Seki" userId="3c72e6668d233292" providerId="LiveId" clId="{B9AE2B71-EDD8-5CEA-A9B6-04399197A6CF}" dt="2026-07-07T08:51:36.799" v="17867" actId="1035"/>
          <ac:grpSpMkLst>
            <pc:docMk/>
            <pc:sldMk cId="268593480" sldId="696"/>
            <ac:grpSpMk id="87" creationId="{296604C8-E6FB-1447-5F46-3F9542C6793A}"/>
          </ac:grpSpMkLst>
        </pc:grpChg>
        <pc:grpChg chg="add mod">
          <ac:chgData name="Aoi Seki" userId="3c72e6668d233292" providerId="LiveId" clId="{B9AE2B71-EDD8-5CEA-A9B6-04399197A6CF}" dt="2026-07-07T08:51:35.107" v="17866" actId="164"/>
          <ac:grpSpMkLst>
            <pc:docMk/>
            <pc:sldMk cId="268593480" sldId="696"/>
            <ac:grpSpMk id="113" creationId="{BE352126-E3B9-95D1-DF4D-36E5BD8BFF05}"/>
          </ac:grpSpMkLst>
        </pc:grpChg>
        <pc:picChg chg="mod">
          <ac:chgData name="Aoi Seki" userId="3c72e6668d233292" providerId="LiveId" clId="{B9AE2B71-EDD8-5CEA-A9B6-04399197A6CF}" dt="2026-07-07T08:47:47.595" v="17809"/>
          <ac:picMkLst>
            <pc:docMk/>
            <pc:sldMk cId="268593480" sldId="696"/>
            <ac:picMk id="90" creationId="{299F7EE7-71DF-5313-D180-EDD2E725A468}"/>
          </ac:picMkLst>
        </pc:picChg>
        <pc:picChg chg="mod">
          <ac:chgData name="Aoi Seki" userId="3c72e6668d233292" providerId="LiveId" clId="{B9AE2B71-EDD8-5CEA-A9B6-04399197A6CF}" dt="2026-07-07T08:47:47.595" v="17809"/>
          <ac:picMkLst>
            <pc:docMk/>
            <pc:sldMk cId="268593480" sldId="696"/>
            <ac:picMk id="91" creationId="{423C6DA5-30AF-EB24-3D1E-9C00BE3BA51E}"/>
          </ac:picMkLst>
        </pc:picChg>
        <pc:picChg chg="mod">
          <ac:chgData name="Aoi Seki" userId="3c72e6668d233292" providerId="LiveId" clId="{B9AE2B71-EDD8-5CEA-A9B6-04399197A6CF}" dt="2026-07-07T08:47:47.595" v="17809"/>
          <ac:picMkLst>
            <pc:docMk/>
            <pc:sldMk cId="268593480" sldId="696"/>
            <ac:picMk id="95" creationId="{ABF37378-541A-3295-963F-2891F19B4AED}"/>
          </ac:picMkLst>
        </pc:picChg>
        <pc:picChg chg="mod">
          <ac:chgData name="Aoi Seki" userId="3c72e6668d233292" providerId="LiveId" clId="{B9AE2B71-EDD8-5CEA-A9B6-04399197A6CF}" dt="2026-07-07T08:47:47.595" v="17809"/>
          <ac:picMkLst>
            <pc:docMk/>
            <pc:sldMk cId="268593480" sldId="696"/>
            <ac:picMk id="99" creationId="{A5C0CBD0-3E63-E407-CF67-FA2C7059CAF7}"/>
          </ac:picMkLst>
        </pc:picChg>
        <pc:picChg chg="mod">
          <ac:chgData name="Aoi Seki" userId="3c72e6668d233292" providerId="LiveId" clId="{B9AE2B71-EDD8-5CEA-A9B6-04399197A6CF}" dt="2026-07-07T08:47:47.595" v="17809"/>
          <ac:picMkLst>
            <pc:docMk/>
            <pc:sldMk cId="268593480" sldId="696"/>
            <ac:picMk id="102" creationId="{D00AC420-EE04-29B6-81FC-7473F93FDC59}"/>
          </ac:picMkLst>
        </pc:picChg>
        <pc:picChg chg="mod">
          <ac:chgData name="Aoi Seki" userId="3c72e6668d233292" providerId="LiveId" clId="{B9AE2B71-EDD8-5CEA-A9B6-04399197A6CF}" dt="2026-07-07T08:47:47.595" v="17809"/>
          <ac:picMkLst>
            <pc:docMk/>
            <pc:sldMk cId="268593480" sldId="696"/>
            <ac:picMk id="103" creationId="{7E369C2C-929C-5C97-8319-711B35D977FF}"/>
          </ac:picMkLst>
        </pc:picChg>
        <pc:picChg chg="mod">
          <ac:chgData name="Aoi Seki" userId="3c72e6668d233292" providerId="LiveId" clId="{B9AE2B71-EDD8-5CEA-A9B6-04399197A6CF}" dt="2026-07-07T08:47:47.595" v="17809"/>
          <ac:picMkLst>
            <pc:docMk/>
            <pc:sldMk cId="268593480" sldId="696"/>
            <ac:picMk id="104" creationId="{C26908C3-2748-306B-8933-622E445ACC82}"/>
          </ac:picMkLst>
        </pc:picChg>
        <pc:picChg chg="mod">
          <ac:chgData name="Aoi Seki" userId="3c72e6668d233292" providerId="LiveId" clId="{B9AE2B71-EDD8-5CEA-A9B6-04399197A6CF}" dt="2026-07-07T08:47:47.595" v="17809"/>
          <ac:picMkLst>
            <pc:docMk/>
            <pc:sldMk cId="268593480" sldId="696"/>
            <ac:picMk id="106" creationId="{59758C72-E6D7-C193-22E5-0B343D9A0719}"/>
          </ac:picMkLst>
        </pc:picChg>
        <pc:picChg chg="mod">
          <ac:chgData name="Aoi Seki" userId="3c72e6668d233292" providerId="LiveId" clId="{B9AE2B71-EDD8-5CEA-A9B6-04399197A6CF}" dt="2026-07-07T08:47:47.595" v="17809"/>
          <ac:picMkLst>
            <pc:docMk/>
            <pc:sldMk cId="268593480" sldId="696"/>
            <ac:picMk id="107" creationId="{D6C756A4-F4F1-68A1-9138-BAC432A87583}"/>
          </ac:picMkLst>
        </pc:picChg>
        <pc:picChg chg="mod">
          <ac:chgData name="Aoi Seki" userId="3c72e6668d233292" providerId="LiveId" clId="{B9AE2B71-EDD8-5CEA-A9B6-04399197A6CF}" dt="2026-07-07T08:47:47.595" v="17809"/>
          <ac:picMkLst>
            <pc:docMk/>
            <pc:sldMk cId="268593480" sldId="696"/>
            <ac:picMk id="110" creationId="{25BE580C-CF55-83EF-1C9B-D8B384E8EE21}"/>
          </ac:picMkLst>
        </pc:picChg>
      </pc:sldChg>
      <pc:sldChg chg="addSp delSp modSp new mod modClrScheme chgLayout">
        <pc:chgData name="Aoi Seki" userId="3c72e6668d233292" providerId="LiveId" clId="{B9AE2B71-EDD8-5CEA-A9B6-04399197A6CF}" dt="2026-07-22T00:36:56.961" v="25799" actId="700"/>
        <pc:sldMkLst>
          <pc:docMk/>
          <pc:sldMk cId="1565710938" sldId="697"/>
        </pc:sldMkLst>
        <pc:spChg chg="mod">
          <ac:chgData name="Aoi Seki" userId="3c72e6668d233292" providerId="LiveId" clId="{B9AE2B71-EDD8-5CEA-A9B6-04399197A6CF}" dt="2026-07-07T08:56:21.052" v="17873"/>
          <ac:spMkLst>
            <pc:docMk/>
            <pc:sldMk cId="1565710938" sldId="697"/>
            <ac:spMk id="8" creationId="{5668D032-889E-790E-40A5-BA16F5A3C3F5}"/>
          </ac:spMkLst>
        </pc:spChg>
        <pc:spChg chg="mod">
          <ac:chgData name="Aoi Seki" userId="3c72e6668d233292" providerId="LiveId" clId="{B9AE2B71-EDD8-5CEA-A9B6-04399197A6CF}" dt="2026-07-07T08:56:21.052" v="17873"/>
          <ac:spMkLst>
            <pc:docMk/>
            <pc:sldMk cId="1565710938" sldId="697"/>
            <ac:spMk id="10" creationId="{334D8CB9-9B81-C60B-5954-4E158D274C2D}"/>
          </ac:spMkLst>
        </pc:spChg>
        <pc:spChg chg="mod">
          <ac:chgData name="Aoi Seki" userId="3c72e6668d233292" providerId="LiveId" clId="{B9AE2B71-EDD8-5CEA-A9B6-04399197A6CF}" dt="2026-07-07T08:56:21.052" v="17873"/>
          <ac:spMkLst>
            <pc:docMk/>
            <pc:sldMk cId="1565710938" sldId="697"/>
            <ac:spMk id="11" creationId="{51AC3CEE-5A0F-EBF7-E2A6-356FD565AB0C}"/>
          </ac:spMkLst>
        </pc:spChg>
        <pc:spChg chg="mod">
          <ac:chgData name="Aoi Seki" userId="3c72e6668d233292" providerId="LiveId" clId="{B9AE2B71-EDD8-5CEA-A9B6-04399197A6CF}" dt="2026-07-07T08:56:21.052" v="17873"/>
          <ac:spMkLst>
            <pc:docMk/>
            <pc:sldMk cId="1565710938" sldId="697"/>
            <ac:spMk id="15" creationId="{333080D5-2509-7012-DDD1-241847A81B8D}"/>
          </ac:spMkLst>
        </pc:spChg>
        <pc:spChg chg="mod">
          <ac:chgData name="Aoi Seki" userId="3c72e6668d233292" providerId="LiveId" clId="{B9AE2B71-EDD8-5CEA-A9B6-04399197A6CF}" dt="2026-07-07T08:56:21.052" v="17873"/>
          <ac:spMkLst>
            <pc:docMk/>
            <pc:sldMk cId="1565710938" sldId="697"/>
            <ac:spMk id="16" creationId="{75B9063E-7F6D-6F6D-DB7F-2C88E4A1D900}"/>
          </ac:spMkLst>
        </pc:spChg>
        <pc:spChg chg="add mod">
          <ac:chgData name="Aoi Seki" userId="3c72e6668d233292" providerId="LiveId" clId="{B9AE2B71-EDD8-5CEA-A9B6-04399197A6CF}" dt="2026-07-07T15:30:22.371" v="20092" actId="1076"/>
          <ac:spMkLst>
            <pc:docMk/>
            <pc:sldMk cId="1565710938" sldId="697"/>
            <ac:spMk id="19" creationId="{7FB88F43-23A2-51C1-BF12-0B4FAB17892F}"/>
          </ac:spMkLst>
        </pc:spChg>
        <pc:spChg chg="add mod">
          <ac:chgData name="Aoi Seki" userId="3c72e6668d233292" providerId="LiveId" clId="{B9AE2B71-EDD8-5CEA-A9B6-04399197A6CF}" dt="2026-07-07T09:07:30.200" v="18018" actId="164"/>
          <ac:spMkLst>
            <pc:docMk/>
            <pc:sldMk cId="1565710938" sldId="697"/>
            <ac:spMk id="20" creationId="{E3F6F272-A0AB-7D07-4A0B-F737349022DE}"/>
          </ac:spMkLst>
        </pc:spChg>
        <pc:spChg chg="add mod">
          <ac:chgData name="Aoi Seki" userId="3c72e6668d233292" providerId="LiveId" clId="{B9AE2B71-EDD8-5CEA-A9B6-04399197A6CF}" dt="2026-07-07T09:07:32.899" v="18019" actId="164"/>
          <ac:spMkLst>
            <pc:docMk/>
            <pc:sldMk cId="1565710938" sldId="697"/>
            <ac:spMk id="21" creationId="{8F49E42C-A444-FA8A-304F-3B2C56CCE115}"/>
          </ac:spMkLst>
        </pc:spChg>
        <pc:spChg chg="add mod">
          <ac:chgData name="Aoi Seki" userId="3c72e6668d233292" providerId="LiveId" clId="{B9AE2B71-EDD8-5CEA-A9B6-04399197A6CF}" dt="2026-07-10T03:46:04.952" v="21865" actId="14100"/>
          <ac:spMkLst>
            <pc:docMk/>
            <pc:sldMk cId="1565710938" sldId="697"/>
            <ac:spMk id="22" creationId="{54DDBABE-112E-AFEC-D9E4-9F393B6EB0FC}"/>
          </ac:spMkLst>
        </pc:spChg>
        <pc:spChg chg="add mod">
          <ac:chgData name="Aoi Seki" userId="3c72e6668d233292" providerId="LiveId" clId="{B9AE2B71-EDD8-5CEA-A9B6-04399197A6CF}" dt="2026-07-08T06:22:51.793" v="21284" actId="1076"/>
          <ac:spMkLst>
            <pc:docMk/>
            <pc:sldMk cId="1565710938" sldId="697"/>
            <ac:spMk id="25" creationId="{1ADD513E-866A-9541-2C76-616114E3AEBF}"/>
          </ac:spMkLst>
        </pc:spChg>
        <pc:spChg chg="mod">
          <ac:chgData name="Aoi Seki" userId="3c72e6668d233292" providerId="LiveId" clId="{B9AE2B71-EDD8-5CEA-A9B6-04399197A6CF}" dt="2026-07-07T09:18:57.471" v="18226"/>
          <ac:spMkLst>
            <pc:docMk/>
            <pc:sldMk cId="1565710938" sldId="697"/>
            <ac:spMk id="27" creationId="{57F84028-382E-2A0E-BB76-4295C9C6455D}"/>
          </ac:spMkLst>
        </pc:spChg>
        <pc:spChg chg="mod">
          <ac:chgData name="Aoi Seki" userId="3c72e6668d233292" providerId="LiveId" clId="{B9AE2B71-EDD8-5CEA-A9B6-04399197A6CF}" dt="2026-07-07T09:18:57.471" v="18226"/>
          <ac:spMkLst>
            <pc:docMk/>
            <pc:sldMk cId="1565710938" sldId="697"/>
            <ac:spMk id="28" creationId="{74AC2B62-B982-1169-B3AE-0504E162528F}"/>
          </ac:spMkLst>
        </pc:spChg>
        <pc:grpChg chg="mod">
          <ac:chgData name="Aoi Seki" userId="3c72e6668d233292" providerId="LiveId" clId="{B9AE2B71-EDD8-5CEA-A9B6-04399197A6CF}" dt="2026-07-07T09:07:30.200" v="18018" actId="164"/>
          <ac:grpSpMkLst>
            <pc:docMk/>
            <pc:sldMk cId="1565710938" sldId="697"/>
            <ac:grpSpMk id="6" creationId="{9D1B213D-D25B-0A43-0EF2-104F5B91C7A7}"/>
          </ac:grpSpMkLst>
        </pc:grpChg>
        <pc:grpChg chg="mod">
          <ac:chgData name="Aoi Seki" userId="3c72e6668d233292" providerId="LiveId" clId="{B9AE2B71-EDD8-5CEA-A9B6-04399197A6CF}" dt="2026-07-07T08:56:21.052" v="17873"/>
          <ac:grpSpMkLst>
            <pc:docMk/>
            <pc:sldMk cId="1565710938" sldId="697"/>
            <ac:grpSpMk id="7" creationId="{5DD43ABB-99FF-0832-D32B-E2F30DA64273}"/>
          </ac:grpSpMkLst>
        </pc:grpChg>
        <pc:grpChg chg="mod">
          <ac:chgData name="Aoi Seki" userId="3c72e6668d233292" providerId="LiveId" clId="{B9AE2B71-EDD8-5CEA-A9B6-04399197A6CF}" dt="2026-07-07T08:56:21.052" v="17873"/>
          <ac:grpSpMkLst>
            <pc:docMk/>
            <pc:sldMk cId="1565710938" sldId="697"/>
            <ac:grpSpMk id="9" creationId="{8F09D80C-22F0-6C14-BBA5-DF4665D64CE5}"/>
          </ac:grpSpMkLst>
        </pc:grpChg>
        <pc:grpChg chg="mod">
          <ac:chgData name="Aoi Seki" userId="3c72e6668d233292" providerId="LiveId" clId="{B9AE2B71-EDD8-5CEA-A9B6-04399197A6CF}" dt="2026-07-07T08:56:21.052" v="17873"/>
          <ac:grpSpMkLst>
            <pc:docMk/>
            <pc:sldMk cId="1565710938" sldId="697"/>
            <ac:grpSpMk id="12" creationId="{D1D5CD96-706B-BAFC-D7BA-49D022BAD0A1}"/>
          </ac:grpSpMkLst>
        </pc:grpChg>
        <pc:grpChg chg="add mod">
          <ac:chgData name="Aoi Seki" userId="3c72e6668d233292" providerId="LiveId" clId="{B9AE2B71-EDD8-5CEA-A9B6-04399197A6CF}" dt="2026-07-07T09:15:27.818" v="18208" actId="1036"/>
          <ac:grpSpMkLst>
            <pc:docMk/>
            <pc:sldMk cId="1565710938" sldId="697"/>
            <ac:grpSpMk id="23" creationId="{09905D26-757C-1125-3879-A017C7D70AE4}"/>
          </ac:grpSpMkLst>
        </pc:grpChg>
        <pc:grpChg chg="add mod">
          <ac:chgData name="Aoi Seki" userId="3c72e6668d233292" providerId="LiveId" clId="{B9AE2B71-EDD8-5CEA-A9B6-04399197A6CF}" dt="2026-07-07T09:15:27.818" v="18208" actId="1036"/>
          <ac:grpSpMkLst>
            <pc:docMk/>
            <pc:sldMk cId="1565710938" sldId="697"/>
            <ac:grpSpMk id="24" creationId="{4756372C-6940-8E91-AC04-7C5FD3A568ED}"/>
          </ac:grpSpMkLst>
        </pc:grpChg>
        <pc:grpChg chg="add mod">
          <ac:chgData name="Aoi Seki" userId="3c72e6668d233292" providerId="LiveId" clId="{B9AE2B71-EDD8-5CEA-A9B6-04399197A6CF}" dt="2026-07-07T09:18:57.471" v="18226"/>
          <ac:grpSpMkLst>
            <pc:docMk/>
            <pc:sldMk cId="1565710938" sldId="697"/>
            <ac:grpSpMk id="26" creationId="{1C3BD6A4-9B7C-F659-3C7B-06573055A38C}"/>
          </ac:grpSpMkLst>
        </pc:grpChg>
        <pc:picChg chg="mod">
          <ac:chgData name="Aoi Seki" userId="3c72e6668d233292" providerId="LiveId" clId="{B9AE2B71-EDD8-5CEA-A9B6-04399197A6CF}" dt="2026-07-07T08:56:21.052" v="17873"/>
          <ac:picMkLst>
            <pc:docMk/>
            <pc:sldMk cId="1565710938" sldId="697"/>
            <ac:picMk id="13" creationId="{244AEAC5-E274-0F2D-BE7E-196F051FBE35}"/>
          </ac:picMkLst>
        </pc:picChg>
        <pc:picChg chg="mod">
          <ac:chgData name="Aoi Seki" userId="3c72e6668d233292" providerId="LiveId" clId="{B9AE2B71-EDD8-5CEA-A9B6-04399197A6CF}" dt="2026-07-07T08:56:21.052" v="17873"/>
          <ac:picMkLst>
            <pc:docMk/>
            <pc:sldMk cId="1565710938" sldId="697"/>
            <ac:picMk id="14" creationId="{F0E4C5C2-34EE-C1D8-C563-BAD0DD1E091F}"/>
          </ac:picMkLst>
        </pc:picChg>
        <pc:picChg chg="add mod">
          <ac:chgData name="Aoi Seki" userId="3c72e6668d233292" providerId="LiveId" clId="{B9AE2B71-EDD8-5CEA-A9B6-04399197A6CF}" dt="2026-07-07T09:07:32.899" v="18019" actId="164"/>
          <ac:picMkLst>
            <pc:docMk/>
            <pc:sldMk cId="1565710938" sldId="697"/>
            <ac:picMk id="18" creationId="{8EC324D8-4456-F3ED-2189-5D382CD53453}"/>
          </ac:picMkLst>
        </pc:picChg>
      </pc:sldChg>
      <pc:sldChg chg="addSp delSp modSp add del mod">
        <pc:chgData name="Aoi Seki" userId="3c72e6668d233292" providerId="LiveId" clId="{B9AE2B71-EDD8-5CEA-A9B6-04399197A6CF}" dt="2026-07-22T00:37:03.705" v="25801" actId="2696"/>
        <pc:sldMkLst>
          <pc:docMk/>
          <pc:sldMk cId="4007403190" sldId="698"/>
        </pc:sldMkLst>
      </pc:sldChg>
      <pc:sldChg chg="addSp delSp modSp new del mod modClrScheme chgLayout">
        <pc:chgData name="Aoi Seki" userId="3c72e6668d233292" providerId="LiveId" clId="{B9AE2B71-EDD8-5CEA-A9B6-04399197A6CF}" dt="2026-07-22T00:37:04.719" v="25803" actId="2696"/>
        <pc:sldMkLst>
          <pc:docMk/>
          <pc:sldMk cId="499769518" sldId="699"/>
        </pc:sldMkLst>
      </pc:sldChg>
      <pc:sldChg chg="addSp delSp modSp new del mod modClrScheme chgLayout">
        <pc:chgData name="Aoi Seki" userId="3c72e6668d233292" providerId="LiveId" clId="{B9AE2B71-EDD8-5CEA-A9B6-04399197A6CF}" dt="2026-07-22T00:37:05.774" v="25804" actId="2696"/>
        <pc:sldMkLst>
          <pc:docMk/>
          <pc:sldMk cId="1618993878" sldId="700"/>
        </pc:sldMkLst>
      </pc:sldChg>
      <pc:sldChg chg="addSp delSp modSp new del mod">
        <pc:chgData name="Aoi Seki" userId="3c72e6668d233292" providerId="LiveId" clId="{B9AE2B71-EDD8-5CEA-A9B6-04399197A6CF}" dt="2026-07-22T00:37:06.032" v="25805" actId="2696"/>
        <pc:sldMkLst>
          <pc:docMk/>
          <pc:sldMk cId="1499596391" sldId="701"/>
        </pc:sldMkLst>
      </pc:sldChg>
      <pc:sldChg chg="addSp modSp new del mod">
        <pc:chgData name="Aoi Seki" userId="3c72e6668d233292" providerId="LiveId" clId="{B9AE2B71-EDD8-5CEA-A9B6-04399197A6CF}" dt="2026-07-22T00:37:06.549" v="25806" actId="2696"/>
        <pc:sldMkLst>
          <pc:docMk/>
          <pc:sldMk cId="1473997782" sldId="702"/>
        </pc:sldMkLst>
      </pc:sldChg>
      <pc:sldChg chg="addSp delSp modSp new mod modClrScheme chgLayout">
        <pc:chgData name="Aoi Seki" userId="3c72e6668d233292" providerId="LiveId" clId="{B9AE2B71-EDD8-5CEA-A9B6-04399197A6CF}" dt="2026-07-22T00:37:20.343" v="25809" actId="700"/>
        <pc:sldMkLst>
          <pc:docMk/>
          <pc:sldMk cId="1371219234" sldId="703"/>
        </pc:sldMkLst>
        <pc:spChg chg="add mod">
          <ac:chgData name="Aoi Seki" userId="3c72e6668d233292" providerId="LiveId" clId="{B9AE2B71-EDD8-5CEA-A9B6-04399197A6CF}" dt="2026-07-08T04:42:08.930" v="20741" actId="164"/>
          <ac:spMkLst>
            <pc:docMk/>
            <pc:sldMk cId="1371219234" sldId="703"/>
            <ac:spMk id="2" creationId="{83E95846-D484-950E-1A6F-1BBD51E201F2}"/>
          </ac:spMkLst>
        </pc:spChg>
        <pc:spChg chg="add mod">
          <ac:chgData name="Aoi Seki" userId="3c72e6668d233292" providerId="LiveId" clId="{B9AE2B71-EDD8-5CEA-A9B6-04399197A6CF}" dt="2026-07-08T04:43:02.781" v="20749" actId="1035"/>
          <ac:spMkLst>
            <pc:docMk/>
            <pc:sldMk cId="1371219234" sldId="703"/>
            <ac:spMk id="4" creationId="{FAFBE736-B248-D9F5-6EDC-C2ECF75DC336}"/>
          </ac:spMkLst>
        </pc:spChg>
        <pc:spChg chg="add mod">
          <ac:chgData name="Aoi Seki" userId="3c72e6668d233292" providerId="LiveId" clId="{B9AE2B71-EDD8-5CEA-A9B6-04399197A6CF}" dt="2026-07-08T04:54:19.032" v="20906" actId="1035"/>
          <ac:spMkLst>
            <pc:docMk/>
            <pc:sldMk cId="1371219234" sldId="703"/>
            <ac:spMk id="5" creationId="{BA9411D6-7AF7-6FFA-D592-74E0D179192F}"/>
          </ac:spMkLst>
        </pc:spChg>
        <pc:spChg chg="add mod">
          <ac:chgData name="Aoi Seki" userId="3c72e6668d233292" providerId="LiveId" clId="{B9AE2B71-EDD8-5CEA-A9B6-04399197A6CF}" dt="2026-07-08T04:57:42.840" v="20912" actId="1036"/>
          <ac:spMkLst>
            <pc:docMk/>
            <pc:sldMk cId="1371219234" sldId="703"/>
            <ac:spMk id="16" creationId="{DCD37943-0D31-572D-A99A-26EF0A12C494}"/>
          </ac:spMkLst>
        </pc:spChg>
        <pc:spChg chg="add mod">
          <ac:chgData name="Aoi Seki" userId="3c72e6668d233292" providerId="LiveId" clId="{B9AE2B71-EDD8-5CEA-A9B6-04399197A6CF}" dt="2026-07-08T04:57:46.819" v="20913" actId="1036"/>
          <ac:spMkLst>
            <pc:docMk/>
            <pc:sldMk cId="1371219234" sldId="703"/>
            <ac:spMk id="17" creationId="{6A1B3DB7-7415-65F2-2A05-6D57C2865F10}"/>
          </ac:spMkLst>
        </pc:spChg>
        <pc:spChg chg="add mod">
          <ac:chgData name="Aoi Seki" userId="3c72e6668d233292" providerId="LiveId" clId="{B9AE2B71-EDD8-5CEA-A9B6-04399197A6CF}" dt="2026-07-08T04:51:38.019" v="20844" actId="164"/>
          <ac:spMkLst>
            <pc:docMk/>
            <pc:sldMk cId="1371219234" sldId="703"/>
            <ac:spMk id="18" creationId="{801E5C30-C8A7-2B19-2CB9-CC5A6817700D}"/>
          </ac:spMkLst>
        </pc:spChg>
        <pc:spChg chg="add mod">
          <ac:chgData name="Aoi Seki" userId="3c72e6668d233292" providerId="LiveId" clId="{B9AE2B71-EDD8-5CEA-A9B6-04399197A6CF}" dt="2026-07-08T04:50:41.768" v="20804" actId="164"/>
          <ac:spMkLst>
            <pc:docMk/>
            <pc:sldMk cId="1371219234" sldId="703"/>
            <ac:spMk id="19" creationId="{688227A9-8249-B40F-7334-0B425EEAB1E0}"/>
          </ac:spMkLst>
        </pc:spChg>
        <pc:spChg chg="add mod">
          <ac:chgData name="Aoi Seki" userId="3c72e6668d233292" providerId="LiveId" clId="{B9AE2B71-EDD8-5CEA-A9B6-04399197A6CF}" dt="2026-07-08T04:51:52.751" v="20848" actId="164"/>
          <ac:spMkLst>
            <pc:docMk/>
            <pc:sldMk cId="1371219234" sldId="703"/>
            <ac:spMk id="22" creationId="{37BC0064-D106-7AC7-BF2B-E63C6F0C684F}"/>
          </ac:spMkLst>
        </pc:spChg>
        <pc:spChg chg="add mod">
          <ac:chgData name="Aoi Seki" userId="3c72e6668d233292" providerId="LiveId" clId="{B9AE2B71-EDD8-5CEA-A9B6-04399197A6CF}" dt="2026-07-08T04:52:29.403" v="20896" actId="164"/>
          <ac:spMkLst>
            <pc:docMk/>
            <pc:sldMk cId="1371219234" sldId="703"/>
            <ac:spMk id="24" creationId="{D7023310-C3CE-E506-6EE0-80C21B6A4D10}"/>
          </ac:spMkLst>
        </pc:spChg>
        <pc:grpChg chg="add mod">
          <ac:chgData name="Aoi Seki" userId="3c72e6668d233292" providerId="LiveId" clId="{B9AE2B71-EDD8-5CEA-A9B6-04399197A6CF}" dt="2026-07-08T04:52:51.405" v="20900" actId="1035"/>
          <ac:grpSpMkLst>
            <pc:docMk/>
            <pc:sldMk cId="1371219234" sldId="703"/>
            <ac:grpSpMk id="6" creationId="{A47934A6-EA82-1E5D-C07C-6FCDE939A1B9}"/>
          </ac:grpSpMkLst>
        </pc:grpChg>
        <pc:grpChg chg="add mod">
          <ac:chgData name="Aoi Seki" userId="3c72e6668d233292" providerId="LiveId" clId="{B9AE2B71-EDD8-5CEA-A9B6-04399197A6CF}" dt="2026-07-08T04:51:38.019" v="20844" actId="164"/>
          <ac:grpSpMkLst>
            <pc:docMk/>
            <pc:sldMk cId="1371219234" sldId="703"/>
            <ac:grpSpMk id="20" creationId="{E5FA841A-968A-4F96-3919-111EF13D508A}"/>
          </ac:grpSpMkLst>
        </pc:grpChg>
        <pc:grpChg chg="add mod">
          <ac:chgData name="Aoi Seki" userId="3c72e6668d233292" providerId="LiveId" clId="{B9AE2B71-EDD8-5CEA-A9B6-04399197A6CF}" dt="2026-07-08T04:51:38.019" v="20844" actId="164"/>
          <ac:grpSpMkLst>
            <pc:docMk/>
            <pc:sldMk cId="1371219234" sldId="703"/>
            <ac:grpSpMk id="21" creationId="{CDE41FB6-2BC0-BE6E-6BF0-CBDF1F0D0770}"/>
          </ac:grpSpMkLst>
        </pc:grpChg>
        <pc:grpChg chg="add mod">
          <ac:chgData name="Aoi Seki" userId="3c72e6668d233292" providerId="LiveId" clId="{B9AE2B71-EDD8-5CEA-A9B6-04399197A6CF}" dt="2026-07-08T04:52:29.403" v="20896" actId="164"/>
          <ac:grpSpMkLst>
            <pc:docMk/>
            <pc:sldMk cId="1371219234" sldId="703"/>
            <ac:grpSpMk id="23" creationId="{D1A9FC15-0242-0430-4124-F7677A1F32F1}"/>
          </ac:grpSpMkLst>
        </pc:grpChg>
        <pc:grpChg chg="add mod">
          <ac:chgData name="Aoi Seki" userId="3c72e6668d233292" providerId="LiveId" clId="{B9AE2B71-EDD8-5CEA-A9B6-04399197A6CF}" dt="2026-07-08T04:52:29.403" v="20896" actId="164"/>
          <ac:grpSpMkLst>
            <pc:docMk/>
            <pc:sldMk cId="1371219234" sldId="703"/>
            <ac:grpSpMk id="25" creationId="{D9B178AF-39A4-8D9E-BC1B-792FEAE10566}"/>
          </ac:grpSpMkLst>
        </pc:grpChg>
        <pc:picChg chg="add mod">
          <ac:chgData name="Aoi Seki" userId="3c72e6668d233292" providerId="LiveId" clId="{B9AE2B71-EDD8-5CEA-A9B6-04399197A6CF}" dt="2026-07-08T04:50:41.768" v="20804" actId="164"/>
          <ac:picMkLst>
            <pc:docMk/>
            <pc:sldMk cId="1371219234" sldId="703"/>
            <ac:picMk id="9" creationId="{1811914F-5A86-4B07-8E77-7BFBBF0968A6}"/>
          </ac:picMkLst>
        </pc:picChg>
        <pc:picChg chg="add mod">
          <ac:chgData name="Aoi Seki" userId="3c72e6668d233292" providerId="LiveId" clId="{B9AE2B71-EDD8-5CEA-A9B6-04399197A6CF}" dt="2026-07-08T04:51:52.751" v="20848" actId="164"/>
          <ac:picMkLst>
            <pc:docMk/>
            <pc:sldMk cId="1371219234" sldId="703"/>
            <ac:picMk id="11" creationId="{82562D95-D582-7BBA-64D8-4EF340F43E1B}"/>
          </ac:picMkLst>
        </pc:picChg>
        <pc:picChg chg="add mod">
          <ac:chgData name="Aoi Seki" userId="3c72e6668d233292" providerId="LiveId" clId="{B9AE2B71-EDD8-5CEA-A9B6-04399197A6CF}" dt="2026-07-08T04:58:02.992" v="20915" actId="1038"/>
          <ac:picMkLst>
            <pc:docMk/>
            <pc:sldMk cId="1371219234" sldId="703"/>
            <ac:picMk id="13" creationId="{8B9F5736-900C-E45F-BCC2-4E797227CA3B}"/>
          </ac:picMkLst>
        </pc:picChg>
        <pc:picChg chg="add mod">
          <ac:chgData name="Aoi Seki" userId="3c72e6668d233292" providerId="LiveId" clId="{B9AE2B71-EDD8-5CEA-A9B6-04399197A6CF}" dt="2026-07-08T04:58:02.992" v="20915" actId="1038"/>
          <ac:picMkLst>
            <pc:docMk/>
            <pc:sldMk cId="1371219234" sldId="703"/>
            <ac:picMk id="15" creationId="{CEA145B3-F7A4-7265-C1AF-B6372D745D64}"/>
          </ac:picMkLst>
        </pc:picChg>
      </pc:sldChg>
      <pc:sldChg chg="addSp delSp modSp add mod modClrScheme chgLayout">
        <pc:chgData name="Aoi Seki" userId="3c72e6668d233292" providerId="LiveId" clId="{B9AE2B71-EDD8-5CEA-A9B6-04399197A6CF}" dt="2026-07-22T00:37:12.927" v="25807" actId="700"/>
        <pc:sldMkLst>
          <pc:docMk/>
          <pc:sldMk cId="2209131265" sldId="704"/>
        </pc:sldMkLst>
        <pc:spChg chg="mod">
          <ac:chgData name="Aoi Seki" userId="3c72e6668d233292" providerId="LiveId" clId="{B9AE2B71-EDD8-5CEA-A9B6-04399197A6CF}" dt="2026-07-08T02:06:16.801" v="20349" actId="20577"/>
          <ac:spMkLst>
            <pc:docMk/>
            <pc:sldMk cId="2209131265" sldId="704"/>
            <ac:spMk id="2" creationId="{F54C53AD-D90C-B875-E33F-173A282FF9C4}"/>
          </ac:spMkLst>
        </pc:spChg>
        <pc:spChg chg="add mod">
          <ac:chgData name="Aoi Seki" userId="3c72e6668d233292" providerId="LiveId" clId="{B9AE2B71-EDD8-5CEA-A9B6-04399197A6CF}" dt="2026-07-08T04:13:34.456" v="20501" actId="20577"/>
          <ac:spMkLst>
            <pc:docMk/>
            <pc:sldMk cId="2209131265" sldId="704"/>
            <ac:spMk id="3" creationId="{79BFB2C1-C3FD-DA89-0037-DEFAA282BCC0}"/>
          </ac:spMkLst>
        </pc:spChg>
        <pc:spChg chg="mod">
          <ac:chgData name="Aoi Seki" userId="3c72e6668d233292" providerId="LiveId" clId="{B9AE2B71-EDD8-5CEA-A9B6-04399197A6CF}" dt="2026-07-08T01:48:13.484" v="20244" actId="20577"/>
          <ac:spMkLst>
            <pc:docMk/>
            <pc:sldMk cId="2209131265" sldId="704"/>
            <ac:spMk id="5" creationId="{D3AAC304-31A3-523D-15EE-1305B9950AA1}"/>
          </ac:spMkLst>
        </pc:spChg>
        <pc:spChg chg="mod">
          <ac:chgData name="Aoi Seki" userId="3c72e6668d233292" providerId="LiveId" clId="{B9AE2B71-EDD8-5CEA-A9B6-04399197A6CF}" dt="2026-07-08T02:09:11.869" v="20378" actId="115"/>
          <ac:spMkLst>
            <pc:docMk/>
            <pc:sldMk cId="2209131265" sldId="704"/>
            <ac:spMk id="6" creationId="{3E835E4D-B141-4E55-97AC-620C9EC2CFD9}"/>
          </ac:spMkLst>
        </pc:spChg>
        <pc:spChg chg="mod">
          <ac:chgData name="Aoi Seki" userId="3c72e6668d233292" providerId="LiveId" clId="{B9AE2B71-EDD8-5CEA-A9B6-04399197A6CF}" dt="2026-07-08T02:09:16.435" v="20379" actId="115"/>
          <ac:spMkLst>
            <pc:docMk/>
            <pc:sldMk cId="2209131265" sldId="704"/>
            <ac:spMk id="13" creationId="{CC27169F-2A46-F2D6-6467-841C81A24C78}"/>
          </ac:spMkLst>
        </pc:spChg>
        <pc:spChg chg="mod">
          <ac:chgData name="Aoi Seki" userId="3c72e6668d233292" providerId="LiveId" clId="{B9AE2B71-EDD8-5CEA-A9B6-04399197A6CF}" dt="2026-07-08T02:06:37.019" v="20366" actId="1037"/>
          <ac:spMkLst>
            <pc:docMk/>
            <pc:sldMk cId="2209131265" sldId="704"/>
            <ac:spMk id="15" creationId="{0A103FCB-DDA8-F3EF-6ECC-8C61EDE6ABC4}"/>
          </ac:spMkLst>
        </pc:spChg>
        <pc:grpChg chg="add del mod">
          <ac:chgData name="Aoi Seki" userId="3c72e6668d233292" providerId="LiveId" clId="{B9AE2B71-EDD8-5CEA-A9B6-04399197A6CF}" dt="2026-07-08T04:21:10.835" v="20543" actId="167"/>
          <ac:grpSpMkLst>
            <pc:docMk/>
            <pc:sldMk cId="2209131265" sldId="704"/>
            <ac:grpSpMk id="7" creationId="{F2A5047F-0C1F-8196-00EC-B4EC66C3A4FE}"/>
          </ac:grpSpMkLst>
        </pc:grpChg>
        <pc:grpChg chg="mod">
          <ac:chgData name="Aoi Seki" userId="3c72e6668d233292" providerId="LiveId" clId="{B9AE2B71-EDD8-5CEA-A9B6-04399197A6CF}" dt="2026-07-08T02:07:29.411" v="20373" actId="164"/>
          <ac:grpSpMkLst>
            <pc:docMk/>
            <pc:sldMk cId="2209131265" sldId="704"/>
            <ac:grpSpMk id="14" creationId="{E4D0C02B-E5E4-E0B0-9897-A7E4FE1C54EF}"/>
          </ac:grpSpMkLst>
        </pc:grpChg>
        <pc:grpChg chg="add mod">
          <ac:chgData name="Aoi Seki" userId="3c72e6668d233292" providerId="LiveId" clId="{B9AE2B71-EDD8-5CEA-A9B6-04399197A6CF}" dt="2026-07-08T04:22:15.021" v="20550" actId="1076"/>
          <ac:grpSpMkLst>
            <pc:docMk/>
            <pc:sldMk cId="2209131265" sldId="704"/>
            <ac:grpSpMk id="62" creationId="{D90515F1-3688-AC6F-458B-6625CD5E0DB5}"/>
          </ac:grpSpMkLst>
        </pc:grpChg>
        <pc:picChg chg="add mod">
          <ac:chgData name="Aoi Seki" userId="3c72e6668d233292" providerId="LiveId" clId="{B9AE2B71-EDD8-5CEA-A9B6-04399197A6CF}" dt="2026-07-08T04:21:20.419" v="20545" actId="164"/>
          <ac:picMkLst>
            <pc:docMk/>
            <pc:sldMk cId="2209131265" sldId="704"/>
            <ac:picMk id="45" creationId="{66ED3FC5-9915-59BD-E59B-1F7A3D6D033C}"/>
          </ac:picMkLst>
        </pc:picChg>
        <pc:picChg chg="add mod">
          <ac:chgData name="Aoi Seki" userId="3c72e6668d233292" providerId="LiveId" clId="{B9AE2B71-EDD8-5CEA-A9B6-04399197A6CF}" dt="2026-07-08T04:22:10.854" v="20549" actId="1076"/>
          <ac:picMkLst>
            <pc:docMk/>
            <pc:sldMk cId="2209131265" sldId="704"/>
            <ac:picMk id="55" creationId="{A0F519A1-3478-5C0B-B296-51DCB7D2D3D3}"/>
          </ac:picMkLst>
        </pc:picChg>
      </pc:sldChg>
      <pc:sldChg chg="addSp delSp modSp add mod modClrScheme chgLayout">
        <pc:chgData name="Aoi Seki" userId="3c72e6668d233292" providerId="LiveId" clId="{B9AE2B71-EDD8-5CEA-A9B6-04399197A6CF}" dt="2026-07-22T00:37:17.629" v="25808" actId="700"/>
        <pc:sldMkLst>
          <pc:docMk/>
          <pc:sldMk cId="3582358552" sldId="705"/>
        </pc:sldMkLst>
        <pc:spChg chg="mod">
          <ac:chgData name="Aoi Seki" userId="3c72e6668d233292" providerId="LiveId" clId="{B9AE2B71-EDD8-5CEA-A9B6-04399197A6CF}" dt="2026-07-08T04:58:21.648" v="20927" actId="20577"/>
          <ac:spMkLst>
            <pc:docMk/>
            <pc:sldMk cId="3582358552" sldId="705"/>
            <ac:spMk id="2" creationId="{0E583A6B-932A-2BD9-D699-9F95A6861672}"/>
          </ac:spMkLst>
        </pc:spChg>
        <pc:spChg chg="mod">
          <ac:chgData name="Aoi Seki" userId="3c72e6668d233292" providerId="LiveId" clId="{B9AE2B71-EDD8-5CEA-A9B6-04399197A6CF}" dt="2026-07-08T05:09:54.857" v="20974" actId="115"/>
          <ac:spMkLst>
            <pc:docMk/>
            <pc:sldMk cId="3582358552" sldId="705"/>
            <ac:spMk id="12" creationId="{EAC149B2-4973-D750-F4C5-181C9BA018C8}"/>
          </ac:spMkLst>
        </pc:spChg>
        <pc:spChg chg="mod">
          <ac:chgData name="Aoi Seki" userId="3c72e6668d233292" providerId="LiveId" clId="{B9AE2B71-EDD8-5CEA-A9B6-04399197A6CF}" dt="2026-07-08T05:06:20.724" v="20946" actId="20577"/>
          <ac:spMkLst>
            <pc:docMk/>
            <pc:sldMk cId="3582358552" sldId="705"/>
            <ac:spMk id="15" creationId="{F243A779-54EE-CE19-90B0-2AD43BCFDD77}"/>
          </ac:spMkLst>
        </pc:spChg>
        <pc:spChg chg="mod">
          <ac:chgData name="Aoi Seki" userId="3c72e6668d233292" providerId="LiveId" clId="{B9AE2B71-EDD8-5CEA-A9B6-04399197A6CF}" dt="2026-07-08T05:08:02.218" v="20958" actId="20577"/>
          <ac:spMkLst>
            <pc:docMk/>
            <pc:sldMk cId="3582358552" sldId="705"/>
            <ac:spMk id="16" creationId="{EAD15332-46A0-8A1A-C364-9D75BE64F01E}"/>
          </ac:spMkLst>
        </pc:spChg>
        <pc:spChg chg="mod">
          <ac:chgData name="Aoi Seki" userId="3c72e6668d233292" providerId="LiveId" clId="{B9AE2B71-EDD8-5CEA-A9B6-04399197A6CF}" dt="2026-07-08T05:13:02.682" v="20976" actId="115"/>
          <ac:spMkLst>
            <pc:docMk/>
            <pc:sldMk cId="3582358552" sldId="705"/>
            <ac:spMk id="17" creationId="{B14D3ABB-A040-82CE-2185-577C5AB18D81}"/>
          </ac:spMkLst>
        </pc:spChg>
        <pc:spChg chg="mod">
          <ac:chgData name="Aoi Seki" userId="3c72e6668d233292" providerId="LiveId" clId="{B9AE2B71-EDD8-5CEA-A9B6-04399197A6CF}" dt="2026-07-08T05:07:30.191" v="20954"/>
          <ac:spMkLst>
            <pc:docMk/>
            <pc:sldMk cId="3582358552" sldId="705"/>
            <ac:spMk id="18" creationId="{1E5FCD48-D105-30E7-5EC2-759409B2EDCB}"/>
          </ac:spMkLst>
        </pc:spChg>
        <pc:grpChg chg="add mod">
          <ac:chgData name="Aoi Seki" userId="3c72e6668d233292" providerId="LiveId" clId="{B9AE2B71-EDD8-5CEA-A9B6-04399197A6CF}" dt="2026-07-08T05:07:30.191" v="20954"/>
          <ac:grpSpMkLst>
            <pc:docMk/>
            <pc:sldMk cId="3582358552" sldId="705"/>
            <ac:grpSpMk id="10" creationId="{0C7FE804-D198-8223-7BD2-D1CF95AB6E61}"/>
          </ac:grpSpMkLst>
        </pc:grpChg>
        <pc:grpChg chg="mod">
          <ac:chgData name="Aoi Seki" userId="3c72e6668d233292" providerId="LiveId" clId="{B9AE2B71-EDD8-5CEA-A9B6-04399197A6CF}" dt="2026-07-08T05:07:30.191" v="20954"/>
          <ac:grpSpMkLst>
            <pc:docMk/>
            <pc:sldMk cId="3582358552" sldId="705"/>
            <ac:grpSpMk id="11" creationId="{375647A1-904B-C78A-AF90-E3234EB37552}"/>
          </ac:grpSpMkLst>
        </pc:grpChg>
        <pc:grpChg chg="add mod">
          <ac:chgData name="Aoi Seki" userId="3c72e6668d233292" providerId="LiveId" clId="{B9AE2B71-EDD8-5CEA-A9B6-04399197A6CF}" dt="2026-07-08T05:09:34.067" v="20973"/>
          <ac:grpSpMkLst>
            <pc:docMk/>
            <pc:sldMk cId="3582358552" sldId="705"/>
            <ac:grpSpMk id="19" creationId="{36016931-6FE0-61E9-F467-18CC394E5A3A}"/>
          </ac:grpSpMkLst>
        </pc:grpChg>
        <pc:picChg chg="mod">
          <ac:chgData name="Aoi Seki" userId="3c72e6668d233292" providerId="LiveId" clId="{B9AE2B71-EDD8-5CEA-A9B6-04399197A6CF}" dt="2026-07-08T05:09:34.067" v="20973"/>
          <ac:picMkLst>
            <pc:docMk/>
            <pc:sldMk cId="3582358552" sldId="705"/>
            <ac:picMk id="20" creationId="{8DAA6293-CCF8-3E14-C1EF-8BCA97A57E22}"/>
          </ac:picMkLst>
        </pc:picChg>
        <pc:picChg chg="mod">
          <ac:chgData name="Aoi Seki" userId="3c72e6668d233292" providerId="LiveId" clId="{B9AE2B71-EDD8-5CEA-A9B6-04399197A6CF}" dt="2026-07-08T05:09:34.067" v="20973"/>
          <ac:picMkLst>
            <pc:docMk/>
            <pc:sldMk cId="3582358552" sldId="705"/>
            <ac:picMk id="21" creationId="{1ADDB173-ACF5-B6DA-3496-0159B9E0FAAB}"/>
          </ac:picMkLst>
        </pc:picChg>
      </pc:sldChg>
      <pc:sldChg chg="addSp delSp modSp add mod modClrScheme chgLayout">
        <pc:chgData name="Aoi Seki" userId="3c72e6668d233292" providerId="LiveId" clId="{B9AE2B71-EDD8-5CEA-A9B6-04399197A6CF}" dt="2026-07-22T00:37:24.018" v="25810" actId="700"/>
        <pc:sldMkLst>
          <pc:docMk/>
          <pc:sldMk cId="3985034753" sldId="706"/>
        </pc:sldMkLst>
        <pc:spChg chg="mod">
          <ac:chgData name="Aoi Seki" userId="3c72e6668d233292" providerId="LiveId" clId="{B9AE2B71-EDD8-5CEA-A9B6-04399197A6CF}" dt="2026-07-08T05:23:59.635" v="20984" actId="14100"/>
          <ac:spMkLst>
            <pc:docMk/>
            <pc:sldMk cId="3985034753" sldId="706"/>
            <ac:spMk id="19" creationId="{93FCDA0C-39F9-6C2A-FE12-779603C66843}"/>
          </ac:spMkLst>
        </pc:spChg>
        <pc:grpChg chg="add mod">
          <ac:chgData name="Aoi Seki" userId="3c72e6668d233292" providerId="LiveId" clId="{B9AE2B71-EDD8-5CEA-A9B6-04399197A6CF}" dt="2026-07-08T05:24:54.264" v="20993" actId="164"/>
          <ac:grpSpMkLst>
            <pc:docMk/>
            <pc:sldMk cId="3985034753" sldId="706"/>
            <ac:grpSpMk id="8" creationId="{03840DA4-4076-C156-F6EC-9E55E3908190}"/>
          </ac:grpSpMkLst>
        </pc:grpChg>
        <pc:grpChg chg="add mod">
          <ac:chgData name="Aoi Seki" userId="3c72e6668d233292" providerId="LiveId" clId="{B9AE2B71-EDD8-5CEA-A9B6-04399197A6CF}" dt="2026-07-08T05:25:38.827" v="21003" actId="164"/>
          <ac:grpSpMkLst>
            <pc:docMk/>
            <pc:sldMk cId="3985034753" sldId="706"/>
            <ac:grpSpMk id="14" creationId="{5373A3C0-DEC2-14E0-F1D3-AAE9270723C8}"/>
          </ac:grpSpMkLst>
        </pc:grpChg>
        <pc:grpChg chg="mod">
          <ac:chgData name="Aoi Seki" userId="3c72e6668d233292" providerId="LiveId" clId="{B9AE2B71-EDD8-5CEA-A9B6-04399197A6CF}" dt="2026-07-08T05:24:54.264" v="20993" actId="164"/>
          <ac:grpSpMkLst>
            <pc:docMk/>
            <pc:sldMk cId="3985034753" sldId="706"/>
            <ac:grpSpMk id="21" creationId="{64AE4BAC-2107-55E1-6354-A1F2BA2C83C7}"/>
          </ac:grpSpMkLst>
        </pc:grpChg>
        <pc:grpChg chg="mod">
          <ac:chgData name="Aoi Seki" userId="3c72e6668d233292" providerId="LiveId" clId="{B9AE2B71-EDD8-5CEA-A9B6-04399197A6CF}" dt="2026-07-08T05:25:38.827" v="21003" actId="164"/>
          <ac:grpSpMkLst>
            <pc:docMk/>
            <pc:sldMk cId="3985034753" sldId="706"/>
            <ac:grpSpMk id="25" creationId="{0A23E9BE-4048-7730-5A36-3C57DF3722C0}"/>
          </ac:grpSpMkLst>
        </pc:grpChg>
        <pc:picChg chg="add mod">
          <ac:chgData name="Aoi Seki" userId="3c72e6668d233292" providerId="LiveId" clId="{B9AE2B71-EDD8-5CEA-A9B6-04399197A6CF}" dt="2026-07-08T05:24:54.264" v="20993" actId="164"/>
          <ac:picMkLst>
            <pc:docMk/>
            <pc:sldMk cId="3985034753" sldId="706"/>
            <ac:picMk id="7" creationId="{C738256F-C963-0DEE-F9B3-1D2BFDA4F783}"/>
          </ac:picMkLst>
        </pc:picChg>
        <pc:picChg chg="add mod">
          <ac:chgData name="Aoi Seki" userId="3c72e6668d233292" providerId="LiveId" clId="{B9AE2B71-EDD8-5CEA-A9B6-04399197A6CF}" dt="2026-07-08T05:25:38.827" v="21003" actId="164"/>
          <ac:picMkLst>
            <pc:docMk/>
            <pc:sldMk cId="3985034753" sldId="706"/>
            <ac:picMk id="12" creationId="{EBC57856-E673-217F-1A17-45416EE36675}"/>
          </ac:picMkLst>
        </pc:picChg>
        <pc:picChg chg="add mod">
          <ac:chgData name="Aoi Seki" userId="3c72e6668d233292" providerId="LiveId" clId="{B9AE2B71-EDD8-5CEA-A9B6-04399197A6CF}" dt="2026-07-08T05:26:33.688" v="21019" actId="167"/>
          <ac:picMkLst>
            <pc:docMk/>
            <pc:sldMk cId="3985034753" sldId="706"/>
            <ac:picMk id="27" creationId="{2A847098-1F78-3B76-633F-2BCE647BBB05}"/>
          </ac:picMkLst>
        </pc:picChg>
        <pc:picChg chg="add mod">
          <ac:chgData name="Aoi Seki" userId="3c72e6668d233292" providerId="LiveId" clId="{B9AE2B71-EDD8-5CEA-A9B6-04399197A6CF}" dt="2026-07-08T05:26:52.355" v="21024" actId="167"/>
          <ac:picMkLst>
            <pc:docMk/>
            <pc:sldMk cId="3985034753" sldId="706"/>
            <ac:picMk id="29" creationId="{3A54BD22-2EB2-AE01-BC6D-BB0719D376D8}"/>
          </ac:picMkLst>
        </pc:picChg>
      </pc:sldChg>
      <pc:sldChg chg="addSp modSp new del mod">
        <pc:chgData name="Aoi Seki" userId="3c72e6668d233292" providerId="LiveId" clId="{B9AE2B71-EDD8-5CEA-A9B6-04399197A6CF}" dt="2026-07-22T00:37:27.979" v="25811" actId="2696"/>
        <pc:sldMkLst>
          <pc:docMk/>
          <pc:sldMk cId="3253177615" sldId="707"/>
        </pc:sldMkLst>
      </pc:sldChg>
      <pc:sldChg chg="addSp delSp modSp add mod modClrScheme chgLayout">
        <pc:chgData name="Aoi Seki" userId="3c72e6668d233292" providerId="LiveId" clId="{B9AE2B71-EDD8-5CEA-A9B6-04399197A6CF}" dt="2026-07-22T00:37:30.162" v="25812" actId="700"/>
        <pc:sldMkLst>
          <pc:docMk/>
          <pc:sldMk cId="2699308231" sldId="708"/>
        </pc:sldMkLst>
        <pc:picChg chg="add mod modCrop">
          <ac:chgData name="Aoi Seki" userId="3c72e6668d233292" providerId="LiveId" clId="{B9AE2B71-EDD8-5CEA-A9B6-04399197A6CF}" dt="2026-07-08T05:36:31.481" v="21136" actId="1038"/>
          <ac:picMkLst>
            <pc:docMk/>
            <pc:sldMk cId="2699308231" sldId="708"/>
            <ac:picMk id="8" creationId="{CD0B90C2-E2E6-1DC9-C553-85173F1FBDE7}"/>
          </ac:picMkLst>
        </pc:picChg>
        <pc:picChg chg="add mod">
          <ac:chgData name="Aoi Seki" userId="3c72e6668d233292" providerId="LiveId" clId="{B9AE2B71-EDD8-5CEA-A9B6-04399197A6CF}" dt="2026-07-08T05:36:27.809" v="21135" actId="1076"/>
          <ac:picMkLst>
            <pc:docMk/>
            <pc:sldMk cId="2699308231" sldId="708"/>
            <ac:picMk id="9" creationId="{424049DA-835F-57CC-82D1-8C94A490DB5C}"/>
          </ac:picMkLst>
        </pc:picChg>
      </pc:sldChg>
      <pc:sldChg chg="addSp delSp modSp new del mod">
        <pc:chgData name="Aoi Seki" userId="3c72e6668d233292" providerId="LiveId" clId="{B9AE2B71-EDD8-5CEA-A9B6-04399197A6CF}" dt="2026-07-22T00:37:33.263" v="25813" actId="2696"/>
        <pc:sldMkLst>
          <pc:docMk/>
          <pc:sldMk cId="667605537" sldId="709"/>
        </pc:sldMkLst>
      </pc:sldChg>
      <pc:sldChg chg="addSp delSp modSp add del mod modClrScheme chgLayout">
        <pc:chgData name="Aoi Seki" userId="3c72e6668d233292" providerId="LiveId" clId="{B9AE2B71-EDD8-5CEA-A9B6-04399197A6CF}" dt="2026-07-22T00:37:33.575" v="25814" actId="2696"/>
        <pc:sldMkLst>
          <pc:docMk/>
          <pc:sldMk cId="1188720854" sldId="710"/>
        </pc:sldMkLst>
      </pc:sldChg>
      <pc:sldChg chg="modSp add mod">
        <pc:chgData name="Aoi Seki" userId="3c72e6668d233292" providerId="LiveId" clId="{B9AE2B71-EDD8-5CEA-A9B6-04399197A6CF}" dt="2026-07-22T02:10:26.027" v="25817" actId="20577"/>
        <pc:sldMkLst>
          <pc:docMk/>
          <pc:sldMk cId="1472620799" sldId="712"/>
        </pc:sldMkLst>
        <pc:spChg chg="mod">
          <ac:chgData name="Aoi Seki" userId="3c72e6668d233292" providerId="LiveId" clId="{B9AE2B71-EDD8-5CEA-A9B6-04399197A6CF}" dt="2026-07-21T11:43:07.978" v="22916" actId="255"/>
          <ac:spMkLst>
            <pc:docMk/>
            <pc:sldMk cId="1472620799" sldId="712"/>
            <ac:spMk id="3" creationId="{9129834F-A069-05CF-8871-7B56CA6D1122}"/>
          </ac:spMkLst>
        </pc:spChg>
        <pc:spChg chg="mod">
          <ac:chgData name="Aoi Seki" userId="3c72e6668d233292" providerId="LiveId" clId="{B9AE2B71-EDD8-5CEA-A9B6-04399197A6CF}" dt="2026-07-22T02:10:26.027" v="25817" actId="20577"/>
          <ac:spMkLst>
            <pc:docMk/>
            <pc:sldMk cId="1472620799" sldId="712"/>
            <ac:spMk id="7" creationId="{2DDE7B74-A580-551D-2DA4-EA1995AB2CE6}"/>
          </ac:spMkLst>
        </pc:spChg>
        <pc:grpChg chg="mod">
          <ac:chgData name="Aoi Seki" userId="3c72e6668d233292" providerId="LiveId" clId="{B9AE2B71-EDD8-5CEA-A9B6-04399197A6CF}" dt="2026-07-21T11:43:15.889" v="22917" actId="1036"/>
          <ac:grpSpMkLst>
            <pc:docMk/>
            <pc:sldMk cId="1472620799" sldId="712"/>
            <ac:grpSpMk id="9" creationId="{E16B0EE2-7444-CBB1-E9DD-2E23DCA5BF4D}"/>
          </ac:grpSpMkLst>
        </pc:grpChg>
      </pc:sldChg>
      <pc:sldChg chg="addSp delSp modSp add mod">
        <pc:chgData name="Aoi Seki" userId="3c72e6668d233292" providerId="LiveId" clId="{B9AE2B71-EDD8-5CEA-A9B6-04399197A6CF}" dt="2026-07-22T02:11:21.470" v="25818" actId="947"/>
        <pc:sldMkLst>
          <pc:docMk/>
          <pc:sldMk cId="3232285701" sldId="713"/>
        </pc:sldMkLst>
        <pc:spChg chg="mod">
          <ac:chgData name="Aoi Seki" userId="3c72e6668d233292" providerId="LiveId" clId="{B9AE2B71-EDD8-5CEA-A9B6-04399197A6CF}" dt="2026-07-21T04:37:48.836" v="22910" actId="14100"/>
          <ac:spMkLst>
            <pc:docMk/>
            <pc:sldMk cId="3232285701" sldId="713"/>
            <ac:spMk id="5" creationId="{BB1CDE7E-CFB8-A199-BCE1-D8CA739F1592}"/>
          </ac:spMkLst>
        </pc:spChg>
        <pc:spChg chg="mod">
          <ac:chgData name="Aoi Seki" userId="3c72e6668d233292" providerId="LiveId" clId="{B9AE2B71-EDD8-5CEA-A9B6-04399197A6CF}" dt="2026-07-21T15:56:31.891" v="24749" actId="947"/>
          <ac:spMkLst>
            <pc:docMk/>
            <pc:sldMk cId="3232285701" sldId="713"/>
            <ac:spMk id="6" creationId="{3086408A-DF88-F3ED-2BD7-52BBE5DBC0AE}"/>
          </ac:spMkLst>
        </pc:spChg>
        <pc:spChg chg="mod">
          <ac:chgData name="Aoi Seki" userId="3c72e6668d233292" providerId="LiveId" clId="{B9AE2B71-EDD8-5CEA-A9B6-04399197A6CF}" dt="2026-07-21T04:37:48.836" v="22910" actId="14100"/>
          <ac:spMkLst>
            <pc:docMk/>
            <pc:sldMk cId="3232285701" sldId="713"/>
            <ac:spMk id="8" creationId="{D81522CA-A8EA-841F-C2A9-8DA1D5986431}"/>
          </ac:spMkLst>
        </pc:spChg>
        <pc:spChg chg="mod">
          <ac:chgData name="Aoi Seki" userId="3c72e6668d233292" providerId="LiveId" clId="{B9AE2B71-EDD8-5CEA-A9B6-04399197A6CF}" dt="2026-07-22T02:11:21.470" v="25818" actId="947"/>
          <ac:spMkLst>
            <pc:docMk/>
            <pc:sldMk cId="3232285701" sldId="713"/>
            <ac:spMk id="13" creationId="{6EDD3DAE-9433-2950-1F75-030FEE90AFFC}"/>
          </ac:spMkLst>
        </pc:spChg>
        <pc:grpChg chg="add mod">
          <ac:chgData name="Aoi Seki" userId="3c72e6668d233292" providerId="LiveId" clId="{B9AE2B71-EDD8-5CEA-A9B6-04399197A6CF}" dt="2026-07-21T23:49:47.994" v="25019"/>
          <ac:grpSpMkLst>
            <pc:docMk/>
            <pc:sldMk cId="3232285701" sldId="713"/>
            <ac:grpSpMk id="2" creationId="{5182833B-3DE3-70B0-E905-10FCE2FF37FE}"/>
          </ac:grpSpMkLst>
        </pc:grpChg>
        <pc:grpChg chg="add mod">
          <ac:chgData name="Aoi Seki" userId="3c72e6668d233292" providerId="LiveId" clId="{B9AE2B71-EDD8-5CEA-A9B6-04399197A6CF}" dt="2026-07-21T23:49:54.281" v="25021"/>
          <ac:grpSpMkLst>
            <pc:docMk/>
            <pc:sldMk cId="3232285701" sldId="713"/>
            <ac:grpSpMk id="12" creationId="{CAF20D52-D380-7D5C-5D26-BB4F3423EBCC}"/>
          </ac:grpSpMkLst>
        </pc:grpChg>
        <pc:grpChg chg="mod">
          <ac:chgData name="Aoi Seki" userId="3c72e6668d233292" providerId="LiveId" clId="{B9AE2B71-EDD8-5CEA-A9B6-04399197A6CF}" dt="2026-07-21T23:50:45.765" v="25034" actId="1035"/>
          <ac:grpSpMkLst>
            <pc:docMk/>
            <pc:sldMk cId="3232285701" sldId="713"/>
            <ac:grpSpMk id="14" creationId="{AC4F92C8-CE12-DE27-E8F9-3764CB9DB0C5}"/>
          </ac:grpSpMkLst>
        </pc:grpChg>
        <pc:grpChg chg="del">
          <ac:chgData name="Aoi Seki" userId="3c72e6668d233292" providerId="LiveId" clId="{B9AE2B71-EDD8-5CEA-A9B6-04399197A6CF}" dt="2026-07-21T23:49:53.937" v="25020" actId="478"/>
          <ac:grpSpMkLst>
            <pc:docMk/>
            <pc:sldMk cId="3232285701" sldId="713"/>
            <ac:grpSpMk id="17" creationId="{A1D2D0AB-4BA0-3632-E859-01E7C344BB4B}"/>
          </ac:grpSpMkLst>
        </pc:grpChg>
        <pc:picChg chg="mod">
          <ac:chgData name="Aoi Seki" userId="3c72e6668d233292" providerId="LiveId" clId="{B9AE2B71-EDD8-5CEA-A9B6-04399197A6CF}" dt="2026-07-21T23:49:47.994" v="25019"/>
          <ac:picMkLst>
            <pc:docMk/>
            <pc:sldMk cId="3232285701" sldId="713"/>
            <ac:picMk id="3" creationId="{1C2CF271-1AFC-B39F-E0A5-49BC500E0F84}"/>
          </ac:picMkLst>
        </pc:picChg>
        <pc:picChg chg="mod">
          <ac:chgData name="Aoi Seki" userId="3c72e6668d233292" providerId="LiveId" clId="{B9AE2B71-EDD8-5CEA-A9B6-04399197A6CF}" dt="2026-07-21T23:49:47.994" v="25019"/>
          <ac:picMkLst>
            <pc:docMk/>
            <pc:sldMk cId="3232285701" sldId="713"/>
            <ac:picMk id="10" creationId="{9469797E-8A73-F5F9-7005-E08AB5D66DC2}"/>
          </ac:picMkLst>
        </pc:picChg>
        <pc:picChg chg="mod">
          <ac:chgData name="Aoi Seki" userId="3c72e6668d233292" providerId="LiveId" clId="{B9AE2B71-EDD8-5CEA-A9B6-04399197A6CF}" dt="2026-07-21T23:49:54.281" v="25021"/>
          <ac:picMkLst>
            <pc:docMk/>
            <pc:sldMk cId="3232285701" sldId="713"/>
            <ac:picMk id="18" creationId="{E83AC2A1-7FB0-04B7-1AEE-238F32409CF6}"/>
          </ac:picMkLst>
        </pc:picChg>
        <pc:picChg chg="mod">
          <ac:chgData name="Aoi Seki" userId="3c72e6668d233292" providerId="LiveId" clId="{B9AE2B71-EDD8-5CEA-A9B6-04399197A6CF}" dt="2026-07-21T23:49:54.281" v="25021"/>
          <ac:picMkLst>
            <pc:docMk/>
            <pc:sldMk cId="3232285701" sldId="713"/>
            <ac:picMk id="19" creationId="{AB3575B3-0ABA-F6E2-1AF5-F449796BC93B}"/>
          </ac:picMkLst>
        </pc:picChg>
      </pc:sldChg>
      <pc:sldChg chg="addSp delSp modSp add mod modNotesTx">
        <pc:chgData name="Aoi Seki" userId="3c72e6668d233292" providerId="LiveId" clId="{B9AE2B71-EDD8-5CEA-A9B6-04399197A6CF}" dt="2026-07-22T02:14:41.249" v="25822" actId="1037"/>
        <pc:sldMkLst>
          <pc:docMk/>
          <pc:sldMk cId="1358966459" sldId="714"/>
        </pc:sldMkLst>
        <pc:spChg chg="mod">
          <ac:chgData name="Aoi Seki" userId="3c72e6668d233292" providerId="LiveId" clId="{B9AE2B71-EDD8-5CEA-A9B6-04399197A6CF}" dt="2026-07-21T03:56:59.717" v="22220"/>
          <ac:spMkLst>
            <pc:docMk/>
            <pc:sldMk cId="1358966459" sldId="714"/>
            <ac:spMk id="9" creationId="{8FBCA6E2-FF2E-B3F0-ECA1-462A9261D82C}"/>
          </ac:spMkLst>
        </pc:spChg>
        <pc:spChg chg="mod">
          <ac:chgData name="Aoi Seki" userId="3c72e6668d233292" providerId="LiveId" clId="{B9AE2B71-EDD8-5CEA-A9B6-04399197A6CF}" dt="2026-07-21T03:56:59.717" v="22220"/>
          <ac:spMkLst>
            <pc:docMk/>
            <pc:sldMk cId="1358966459" sldId="714"/>
            <ac:spMk id="11" creationId="{862E0883-5396-3751-C259-B08A2BED23E6}"/>
          </ac:spMkLst>
        </pc:spChg>
        <pc:spChg chg="mod">
          <ac:chgData name="Aoi Seki" userId="3c72e6668d233292" providerId="LiveId" clId="{B9AE2B71-EDD8-5CEA-A9B6-04399197A6CF}" dt="2026-07-21T03:56:59.717" v="22220"/>
          <ac:spMkLst>
            <pc:docMk/>
            <pc:sldMk cId="1358966459" sldId="714"/>
            <ac:spMk id="12" creationId="{F5BA5509-77B9-2070-1EE3-E3E91D347313}"/>
          </ac:spMkLst>
        </pc:spChg>
        <pc:spChg chg="mod">
          <ac:chgData name="Aoi Seki" userId="3c72e6668d233292" providerId="LiveId" clId="{B9AE2B71-EDD8-5CEA-A9B6-04399197A6CF}" dt="2026-07-21T03:56:59.717" v="22220"/>
          <ac:spMkLst>
            <pc:docMk/>
            <pc:sldMk cId="1358966459" sldId="714"/>
            <ac:spMk id="13" creationId="{EC189FB0-5068-25F6-6CC6-F736A8A2E3B1}"/>
          </ac:spMkLst>
        </pc:spChg>
        <pc:spChg chg="add del mod">
          <ac:chgData name="Aoi Seki" userId="3c72e6668d233292" providerId="LiveId" clId="{B9AE2B71-EDD8-5CEA-A9B6-04399197A6CF}" dt="2026-07-21T03:57:19.412" v="22225" actId="478"/>
          <ac:spMkLst>
            <pc:docMk/>
            <pc:sldMk cId="1358966459" sldId="714"/>
            <ac:spMk id="14" creationId="{5598921F-3996-8341-B910-6E5DE60602EB}"/>
          </ac:spMkLst>
        </pc:spChg>
        <pc:spChg chg="add mod">
          <ac:chgData name="Aoi Seki" userId="3c72e6668d233292" providerId="LiveId" clId="{B9AE2B71-EDD8-5CEA-A9B6-04399197A6CF}" dt="2026-07-21T04:00:59.842" v="22285" actId="164"/>
          <ac:spMkLst>
            <pc:docMk/>
            <pc:sldMk cId="1358966459" sldId="714"/>
            <ac:spMk id="15" creationId="{E27AE461-F94B-9FB8-9DA3-5F0A5535CD35}"/>
          </ac:spMkLst>
        </pc:spChg>
        <pc:spChg chg="add mod">
          <ac:chgData name="Aoi Seki" userId="3c72e6668d233292" providerId="LiveId" clId="{B9AE2B71-EDD8-5CEA-A9B6-04399197A6CF}" dt="2026-07-21T14:52:46.719" v="23562" actId="948"/>
          <ac:spMkLst>
            <pc:docMk/>
            <pc:sldMk cId="1358966459" sldId="714"/>
            <ac:spMk id="16" creationId="{197A9891-0625-1963-6956-90FAD90C929F}"/>
          </ac:spMkLst>
        </pc:spChg>
        <pc:spChg chg="mod">
          <ac:chgData name="Aoi Seki" userId="3c72e6668d233292" providerId="LiveId" clId="{B9AE2B71-EDD8-5CEA-A9B6-04399197A6CF}" dt="2026-07-21T16:03:20.857" v="24781" actId="1036"/>
          <ac:spMkLst>
            <pc:docMk/>
            <pc:sldMk cId="1358966459" sldId="714"/>
            <ac:spMk id="19" creationId="{27C1A1CF-D5A0-5C70-EB02-74F82A29231C}"/>
          </ac:spMkLst>
        </pc:spChg>
        <pc:spChg chg="add del mod">
          <ac:chgData name="Aoi Seki" userId="3c72e6668d233292" providerId="LiveId" clId="{B9AE2B71-EDD8-5CEA-A9B6-04399197A6CF}" dt="2026-07-21T04:03:41.604" v="22292" actId="22"/>
          <ac:spMkLst>
            <pc:docMk/>
            <pc:sldMk cId="1358966459" sldId="714"/>
            <ac:spMk id="20" creationId="{EF270493-14A1-510E-CA9F-F0ACAF68DEA8}"/>
          </ac:spMkLst>
        </pc:spChg>
        <pc:spChg chg="add del mod">
          <ac:chgData name="Aoi Seki" userId="3c72e6668d233292" providerId="LiveId" clId="{B9AE2B71-EDD8-5CEA-A9B6-04399197A6CF}" dt="2026-07-21T04:05:52.729" v="22300" actId="478"/>
          <ac:spMkLst>
            <pc:docMk/>
            <pc:sldMk cId="1358966459" sldId="714"/>
            <ac:spMk id="22" creationId="{C196D878-1EF9-E645-2AB8-E2CA3F31A25D}"/>
          </ac:spMkLst>
        </pc:spChg>
        <pc:spChg chg="add mod">
          <ac:chgData name="Aoi Seki" userId="3c72e6668d233292" providerId="LiveId" clId="{B9AE2B71-EDD8-5CEA-A9B6-04399197A6CF}" dt="2026-07-21T04:20:55.368" v="22716" actId="1037"/>
          <ac:spMkLst>
            <pc:docMk/>
            <pc:sldMk cId="1358966459" sldId="714"/>
            <ac:spMk id="25" creationId="{62DBE6C4-71D5-AB9F-FFA3-1DF8B0210BEE}"/>
          </ac:spMkLst>
        </pc:spChg>
        <pc:spChg chg="add mod">
          <ac:chgData name="Aoi Seki" userId="3c72e6668d233292" providerId="LiveId" clId="{B9AE2B71-EDD8-5CEA-A9B6-04399197A6CF}" dt="2026-07-21T04:17:39.659" v="22539" actId="2711"/>
          <ac:spMkLst>
            <pc:docMk/>
            <pc:sldMk cId="1358966459" sldId="714"/>
            <ac:spMk id="26" creationId="{83F2F230-2618-A9C7-E570-8755F265186A}"/>
          </ac:spMkLst>
        </pc:spChg>
        <pc:spChg chg="add mod">
          <ac:chgData name="Aoi Seki" userId="3c72e6668d233292" providerId="LiveId" clId="{B9AE2B71-EDD8-5CEA-A9B6-04399197A6CF}" dt="2026-07-21T04:31:49.078" v="22874" actId="1036"/>
          <ac:spMkLst>
            <pc:docMk/>
            <pc:sldMk cId="1358966459" sldId="714"/>
            <ac:spMk id="28" creationId="{7A2131CC-C0E2-C5CB-D2B6-299E3A53B2D2}"/>
          </ac:spMkLst>
        </pc:spChg>
        <pc:spChg chg="add del mod">
          <ac:chgData name="Aoi Seki" userId="3c72e6668d233292" providerId="LiveId" clId="{B9AE2B71-EDD8-5CEA-A9B6-04399197A6CF}" dt="2026-07-21T04:19:54.283" v="22677" actId="478"/>
          <ac:spMkLst>
            <pc:docMk/>
            <pc:sldMk cId="1358966459" sldId="714"/>
            <ac:spMk id="29" creationId="{52A07EE1-D6BD-2A0E-4110-12F888EA4543}"/>
          </ac:spMkLst>
        </pc:spChg>
        <pc:spChg chg="del mod">
          <ac:chgData name="Aoi Seki" userId="3c72e6668d233292" providerId="LiveId" clId="{B9AE2B71-EDD8-5CEA-A9B6-04399197A6CF}" dt="2026-07-21T04:25:34.597" v="22783" actId="478"/>
          <ac:spMkLst>
            <pc:docMk/>
            <pc:sldMk cId="1358966459" sldId="714"/>
            <ac:spMk id="35" creationId="{4F99FE16-3EBE-DB4D-ED20-FC89C6F559EC}"/>
          </ac:spMkLst>
        </pc:spChg>
        <pc:spChg chg="del mod">
          <ac:chgData name="Aoi Seki" userId="3c72e6668d233292" providerId="LiveId" clId="{B9AE2B71-EDD8-5CEA-A9B6-04399197A6CF}" dt="2026-07-21T04:25:34.597" v="22783" actId="478"/>
          <ac:spMkLst>
            <pc:docMk/>
            <pc:sldMk cId="1358966459" sldId="714"/>
            <ac:spMk id="37" creationId="{D9244A3E-8D4B-2F1D-DF5F-903C4EAC8CA5}"/>
          </ac:spMkLst>
        </pc:spChg>
        <pc:spChg chg="mod">
          <ac:chgData name="Aoi Seki" userId="3c72e6668d233292" providerId="LiveId" clId="{B9AE2B71-EDD8-5CEA-A9B6-04399197A6CF}" dt="2026-07-21T15:56:08.404" v="24748" actId="947"/>
          <ac:spMkLst>
            <pc:docMk/>
            <pc:sldMk cId="1358966459" sldId="714"/>
            <ac:spMk id="39" creationId="{7D30F17D-5644-E600-3E96-48E252F7F03B}"/>
          </ac:spMkLst>
        </pc:spChg>
        <pc:spChg chg="add mod">
          <ac:chgData name="Aoi Seki" userId="3c72e6668d233292" providerId="LiveId" clId="{B9AE2B71-EDD8-5CEA-A9B6-04399197A6CF}" dt="2026-07-21T04:26:43.616" v="22829" actId="164"/>
          <ac:spMkLst>
            <pc:docMk/>
            <pc:sldMk cId="1358966459" sldId="714"/>
            <ac:spMk id="41" creationId="{B2EDB027-F2EC-7308-FDD1-2D6A8B9069F1}"/>
          </ac:spMkLst>
        </pc:spChg>
        <pc:spChg chg="add mod">
          <ac:chgData name="Aoi Seki" userId="3c72e6668d233292" providerId="LiveId" clId="{B9AE2B71-EDD8-5CEA-A9B6-04399197A6CF}" dt="2026-07-21T04:26:43.616" v="22829" actId="164"/>
          <ac:spMkLst>
            <pc:docMk/>
            <pc:sldMk cId="1358966459" sldId="714"/>
            <ac:spMk id="43" creationId="{79492A7A-D966-E981-132D-E9F317641E5C}"/>
          </ac:spMkLst>
        </pc:spChg>
        <pc:spChg chg="add mod">
          <ac:chgData name="Aoi Seki" userId="3c72e6668d233292" providerId="LiveId" clId="{B9AE2B71-EDD8-5CEA-A9B6-04399197A6CF}" dt="2026-07-21T04:26:43.616" v="22829" actId="164"/>
          <ac:spMkLst>
            <pc:docMk/>
            <pc:sldMk cId="1358966459" sldId="714"/>
            <ac:spMk id="44" creationId="{72EFA17E-C0E0-40C0-79C9-9F06FC42C350}"/>
          </ac:spMkLst>
        </pc:spChg>
        <pc:spChg chg="add mod">
          <ac:chgData name="Aoi Seki" userId="3c72e6668d233292" providerId="LiveId" clId="{B9AE2B71-EDD8-5CEA-A9B6-04399197A6CF}" dt="2026-07-21T04:26:43.616" v="22829" actId="164"/>
          <ac:spMkLst>
            <pc:docMk/>
            <pc:sldMk cId="1358966459" sldId="714"/>
            <ac:spMk id="45" creationId="{80F48A43-C704-7775-D97C-D39A74113129}"/>
          </ac:spMkLst>
        </pc:spChg>
        <pc:grpChg chg="add del mod">
          <ac:chgData name="Aoi Seki" userId="3c72e6668d233292" providerId="LiveId" clId="{B9AE2B71-EDD8-5CEA-A9B6-04399197A6CF}" dt="2026-07-21T04:26:34.005" v="22828" actId="478"/>
          <ac:grpSpMkLst>
            <pc:docMk/>
            <pc:sldMk cId="1358966459" sldId="714"/>
            <ac:grpSpMk id="2" creationId="{212775DF-7EAA-E302-F097-4548F1AAA0F9}"/>
          </ac:grpSpMkLst>
        </pc:grpChg>
        <pc:grpChg chg="add mod">
          <ac:chgData name="Aoi Seki" userId="3c72e6668d233292" providerId="LiveId" clId="{B9AE2B71-EDD8-5CEA-A9B6-04399197A6CF}" dt="2026-07-22T02:14:41.249" v="25822" actId="1037"/>
          <ac:grpSpMkLst>
            <pc:docMk/>
            <pc:sldMk cId="1358966459" sldId="714"/>
            <ac:grpSpMk id="17" creationId="{A12CABBC-C3B7-9085-AD0D-DD2155F19995}"/>
          </ac:grpSpMkLst>
        </pc:grpChg>
        <pc:grpChg chg="add mod">
          <ac:chgData name="Aoi Seki" userId="3c72e6668d233292" providerId="LiveId" clId="{B9AE2B71-EDD8-5CEA-A9B6-04399197A6CF}" dt="2026-07-21T04:20:04.120" v="22680" actId="164"/>
          <ac:grpSpMkLst>
            <pc:docMk/>
            <pc:sldMk cId="1358966459" sldId="714"/>
            <ac:grpSpMk id="27" creationId="{F0F492C0-1711-F39C-E7FC-A7CFE389AA64}"/>
          </ac:grpSpMkLst>
        </pc:grpChg>
        <pc:grpChg chg="add mod">
          <ac:chgData name="Aoi Seki" userId="3c72e6668d233292" providerId="LiveId" clId="{B9AE2B71-EDD8-5CEA-A9B6-04399197A6CF}" dt="2026-07-21T14:51:15.773" v="23509" actId="1036"/>
          <ac:grpSpMkLst>
            <pc:docMk/>
            <pc:sldMk cId="1358966459" sldId="714"/>
            <ac:grpSpMk id="30" creationId="{3BEEA22B-FB9B-C115-A1A3-5F1B20E75425}"/>
          </ac:grpSpMkLst>
        </pc:grpChg>
        <pc:grpChg chg="add del mod">
          <ac:chgData name="Aoi Seki" userId="3c72e6668d233292" providerId="LiveId" clId="{B9AE2B71-EDD8-5CEA-A9B6-04399197A6CF}" dt="2026-07-21T04:25:34.597" v="22783" actId="478"/>
          <ac:grpSpMkLst>
            <pc:docMk/>
            <pc:sldMk cId="1358966459" sldId="714"/>
            <ac:grpSpMk id="31" creationId="{71F0AB29-3ABD-F550-3834-CCAB835C3357}"/>
          </ac:grpSpMkLst>
        </pc:grpChg>
        <pc:grpChg chg="del">
          <ac:chgData name="Aoi Seki" userId="3c72e6668d233292" providerId="LiveId" clId="{B9AE2B71-EDD8-5CEA-A9B6-04399197A6CF}" dt="2026-07-21T03:56:59.230" v="22219" actId="478"/>
          <ac:grpSpMkLst>
            <pc:docMk/>
            <pc:sldMk cId="1358966459" sldId="714"/>
            <ac:grpSpMk id="34" creationId="{46D633B8-1FF9-61AB-7D43-76016C56E5FC}"/>
          </ac:grpSpMkLst>
        </pc:grpChg>
        <pc:grpChg chg="add mod">
          <ac:chgData name="Aoi Seki" userId="3c72e6668d233292" providerId="LiveId" clId="{B9AE2B71-EDD8-5CEA-A9B6-04399197A6CF}" dt="2026-07-21T04:26:54.621" v="22830" actId="1076"/>
          <ac:grpSpMkLst>
            <pc:docMk/>
            <pc:sldMk cId="1358966459" sldId="714"/>
            <ac:grpSpMk id="46" creationId="{365FB076-FAA2-AB50-82D5-4E1AD2424BD2}"/>
          </ac:grpSpMkLst>
        </pc:grpChg>
        <pc:picChg chg="mod">
          <ac:chgData name="Aoi Seki" userId="3c72e6668d233292" providerId="LiveId" clId="{B9AE2B71-EDD8-5CEA-A9B6-04399197A6CF}" dt="2026-07-21T03:56:59.717" v="22220"/>
          <ac:picMkLst>
            <pc:docMk/>
            <pc:sldMk cId="1358966459" sldId="714"/>
            <ac:picMk id="3" creationId="{09E3156E-B927-36BB-037D-707F6002A474}"/>
          </ac:picMkLst>
        </pc:picChg>
        <pc:picChg chg="mod">
          <ac:chgData name="Aoi Seki" userId="3c72e6668d233292" providerId="LiveId" clId="{B9AE2B71-EDD8-5CEA-A9B6-04399197A6CF}" dt="2026-07-21T03:56:59.717" v="22220"/>
          <ac:picMkLst>
            <pc:docMk/>
            <pc:sldMk cId="1358966459" sldId="714"/>
            <ac:picMk id="8" creationId="{02EF3D00-C9BC-CC62-F022-A6608850BBB0}"/>
          </ac:picMkLst>
        </pc:picChg>
        <pc:picChg chg="mod">
          <ac:chgData name="Aoi Seki" userId="3c72e6668d233292" providerId="LiveId" clId="{B9AE2B71-EDD8-5CEA-A9B6-04399197A6CF}" dt="2026-07-21T03:56:59.717" v="22220"/>
          <ac:picMkLst>
            <pc:docMk/>
            <pc:sldMk cId="1358966459" sldId="714"/>
            <ac:picMk id="10" creationId="{7E0AA73E-B1D9-3423-EB3A-A39AE978B291}"/>
          </ac:picMkLst>
        </pc:picChg>
        <pc:picChg chg="mod topLvl">
          <ac:chgData name="Aoi Seki" userId="3c72e6668d233292" providerId="LiveId" clId="{B9AE2B71-EDD8-5CEA-A9B6-04399197A6CF}" dt="2026-07-21T04:26:43.616" v="22829" actId="164"/>
          <ac:picMkLst>
            <pc:docMk/>
            <pc:sldMk cId="1358966459" sldId="714"/>
            <ac:picMk id="32" creationId="{D56885D0-D995-42CB-47D1-919EE69E2A1A}"/>
          </ac:picMkLst>
        </pc:picChg>
        <pc:picChg chg="del mod topLvl">
          <ac:chgData name="Aoi Seki" userId="3c72e6668d233292" providerId="LiveId" clId="{B9AE2B71-EDD8-5CEA-A9B6-04399197A6CF}" dt="2026-07-21T04:25:34.597" v="22783" actId="478"/>
          <ac:picMkLst>
            <pc:docMk/>
            <pc:sldMk cId="1358966459" sldId="714"/>
            <ac:picMk id="33" creationId="{D91A00D7-8001-A2E7-036A-3552D18A4F62}"/>
          </ac:picMkLst>
        </pc:picChg>
        <pc:picChg chg="del mod">
          <ac:chgData name="Aoi Seki" userId="3c72e6668d233292" providerId="LiveId" clId="{B9AE2B71-EDD8-5CEA-A9B6-04399197A6CF}" dt="2026-07-21T04:25:34.597" v="22783" actId="478"/>
          <ac:picMkLst>
            <pc:docMk/>
            <pc:sldMk cId="1358966459" sldId="714"/>
            <ac:picMk id="36" creationId="{DB99C401-3D37-E6AA-FB86-8176A71E0216}"/>
          </ac:picMkLst>
        </pc:picChg>
        <pc:picChg chg="mod">
          <ac:chgData name="Aoi Seki" userId="3c72e6668d233292" providerId="LiveId" clId="{B9AE2B71-EDD8-5CEA-A9B6-04399197A6CF}" dt="2026-07-21T04:00:59.842" v="22285" actId="164"/>
          <ac:picMkLst>
            <pc:docMk/>
            <pc:sldMk cId="1358966459" sldId="714"/>
            <ac:picMk id="38" creationId="{28C54EA5-14E9-5CF6-D9E2-3A9FC42D3689}"/>
          </ac:picMkLst>
        </pc:picChg>
        <pc:picChg chg="add mod">
          <ac:chgData name="Aoi Seki" userId="3c72e6668d233292" providerId="LiveId" clId="{B9AE2B71-EDD8-5CEA-A9B6-04399197A6CF}" dt="2026-07-21T04:26:43.616" v="22829" actId="164"/>
          <ac:picMkLst>
            <pc:docMk/>
            <pc:sldMk cId="1358966459" sldId="714"/>
            <ac:picMk id="40" creationId="{75A07C69-CC24-69A6-5B86-435EA7B208AB}"/>
          </ac:picMkLst>
        </pc:picChg>
        <pc:picChg chg="add mod">
          <ac:chgData name="Aoi Seki" userId="3c72e6668d233292" providerId="LiveId" clId="{B9AE2B71-EDD8-5CEA-A9B6-04399197A6CF}" dt="2026-07-21T04:26:43.616" v="22829" actId="164"/>
          <ac:picMkLst>
            <pc:docMk/>
            <pc:sldMk cId="1358966459" sldId="714"/>
            <ac:picMk id="42" creationId="{3CA806EC-A941-C7BC-913A-990DEA083DD7}"/>
          </ac:picMkLst>
        </pc:picChg>
      </pc:sldChg>
      <pc:sldChg chg="delSp modSp add mod">
        <pc:chgData name="Aoi Seki" userId="3c72e6668d233292" providerId="LiveId" clId="{B9AE2B71-EDD8-5CEA-A9B6-04399197A6CF}" dt="2026-07-21T15:58:57.138" v="24778" actId="1036"/>
        <pc:sldMkLst>
          <pc:docMk/>
          <pc:sldMk cId="2239412248" sldId="715"/>
        </pc:sldMkLst>
        <pc:spChg chg="del">
          <ac:chgData name="Aoi Seki" userId="3c72e6668d233292" providerId="LiveId" clId="{B9AE2B71-EDD8-5CEA-A9B6-04399197A6CF}" dt="2026-07-21T04:28:08.696" v="22839" actId="478"/>
          <ac:spMkLst>
            <pc:docMk/>
            <pc:sldMk cId="2239412248" sldId="715"/>
            <ac:spMk id="65" creationId="{F2602BC9-33AB-192E-7503-9CD00314BF4A}"/>
          </ac:spMkLst>
        </pc:spChg>
        <pc:spChg chg="mod">
          <ac:chgData name="Aoi Seki" userId="3c72e6668d233292" providerId="LiveId" clId="{B9AE2B71-EDD8-5CEA-A9B6-04399197A6CF}" dt="2026-07-21T15:52:49.049" v="24738" actId="947"/>
          <ac:spMkLst>
            <pc:docMk/>
            <pc:sldMk cId="2239412248" sldId="715"/>
            <ac:spMk id="66" creationId="{9C580AB0-150F-A664-A0A8-D7117720CC7F}"/>
          </ac:spMkLst>
        </pc:spChg>
        <pc:spChg chg="mod">
          <ac:chgData name="Aoi Seki" userId="3c72e6668d233292" providerId="LiveId" clId="{B9AE2B71-EDD8-5CEA-A9B6-04399197A6CF}" dt="2026-07-21T15:58:57.138" v="24778" actId="1036"/>
          <ac:spMkLst>
            <pc:docMk/>
            <pc:sldMk cId="2239412248" sldId="715"/>
            <ac:spMk id="68" creationId="{8BB450D8-E91D-8A70-49B7-A6EFFC2A60EE}"/>
          </ac:spMkLst>
        </pc:spChg>
        <pc:spChg chg="mod">
          <ac:chgData name="Aoi Seki" userId="3c72e6668d233292" providerId="LiveId" clId="{B9AE2B71-EDD8-5CEA-A9B6-04399197A6CF}" dt="2026-07-21T15:53:08.083" v="24741" actId="947"/>
          <ac:spMkLst>
            <pc:docMk/>
            <pc:sldMk cId="2239412248" sldId="715"/>
            <ac:spMk id="69" creationId="{F8537305-8917-0314-0092-F87DF63168A9}"/>
          </ac:spMkLst>
        </pc:spChg>
        <pc:grpChg chg="mod">
          <ac:chgData name="Aoi Seki" userId="3c72e6668d233292" providerId="LiveId" clId="{B9AE2B71-EDD8-5CEA-A9B6-04399197A6CF}" dt="2026-07-21T04:32:32.885" v="22877" actId="1076"/>
          <ac:grpSpMkLst>
            <pc:docMk/>
            <pc:sldMk cId="2239412248" sldId="715"/>
            <ac:grpSpMk id="54" creationId="{846C060D-1E07-50F1-42ED-2447E06D3B15}"/>
          </ac:grpSpMkLst>
        </pc:grpChg>
        <pc:grpChg chg="mod">
          <ac:chgData name="Aoi Seki" userId="3c72e6668d233292" providerId="LiveId" clId="{B9AE2B71-EDD8-5CEA-A9B6-04399197A6CF}" dt="2026-07-21T14:53:28.063" v="23567" actId="1036"/>
          <ac:grpSpMkLst>
            <pc:docMk/>
            <pc:sldMk cId="2239412248" sldId="715"/>
            <ac:grpSpMk id="70" creationId="{7690A2E8-E17D-A2AA-A136-E3CFC0A80C8F}"/>
          </ac:grpSpMkLst>
        </pc:grpChg>
      </pc:sldChg>
      <pc:sldChg chg="addSp delSp modSp add mod">
        <pc:chgData name="Aoi Seki" userId="3c72e6668d233292" providerId="LiveId" clId="{B9AE2B71-EDD8-5CEA-A9B6-04399197A6CF}" dt="2026-07-22T03:27:23.591" v="25830" actId="14100"/>
        <pc:sldMkLst>
          <pc:docMk/>
          <pc:sldMk cId="4151559486" sldId="716"/>
        </pc:sldMkLst>
        <pc:spChg chg="mod">
          <ac:chgData name="Aoi Seki" userId="3c72e6668d233292" providerId="LiveId" clId="{B9AE2B71-EDD8-5CEA-A9B6-04399197A6CF}" dt="2026-07-21T15:54:42.032" v="24744" actId="14100"/>
          <ac:spMkLst>
            <pc:docMk/>
            <pc:sldMk cId="4151559486" sldId="716"/>
            <ac:spMk id="2" creationId="{0B6207EF-28D3-51F0-0AA1-E4CC603BCD8A}"/>
          </ac:spMkLst>
        </pc:spChg>
        <pc:spChg chg="mod">
          <ac:chgData name="Aoi Seki" userId="3c72e6668d233292" providerId="LiveId" clId="{B9AE2B71-EDD8-5CEA-A9B6-04399197A6CF}" dt="2026-07-21T15:58:14.626" v="24754" actId="1036"/>
          <ac:spMkLst>
            <pc:docMk/>
            <pc:sldMk cId="4151559486" sldId="716"/>
            <ac:spMk id="3" creationId="{677DE41C-8760-9C29-B6DE-14CC612773D6}"/>
          </ac:spMkLst>
        </pc:spChg>
        <pc:spChg chg="mod">
          <ac:chgData name="Aoi Seki" userId="3c72e6668d233292" providerId="LiveId" clId="{B9AE2B71-EDD8-5CEA-A9B6-04399197A6CF}" dt="2026-07-21T15:58:03.335" v="24753" actId="1035"/>
          <ac:spMkLst>
            <pc:docMk/>
            <pc:sldMk cId="4151559486" sldId="716"/>
            <ac:spMk id="4" creationId="{3044D500-A550-D84B-E2EA-5CF5AE1542F0}"/>
          </ac:spMkLst>
        </pc:spChg>
        <pc:spChg chg="mod">
          <ac:chgData name="Aoi Seki" userId="3c72e6668d233292" providerId="LiveId" clId="{B9AE2B71-EDD8-5CEA-A9B6-04399197A6CF}" dt="2026-07-22T03:27:23.591" v="25830" actId="14100"/>
          <ac:spMkLst>
            <pc:docMk/>
            <pc:sldMk cId="4151559486" sldId="716"/>
            <ac:spMk id="11" creationId="{453E2BBA-F396-1E85-0518-3A7957FAAE37}"/>
          </ac:spMkLst>
        </pc:spChg>
        <pc:spChg chg="mod">
          <ac:chgData name="Aoi Seki" userId="3c72e6668d233292" providerId="LiveId" clId="{B9AE2B71-EDD8-5CEA-A9B6-04399197A6CF}" dt="2026-07-21T11:52:09.377" v="23185" actId="1036"/>
          <ac:spMkLst>
            <pc:docMk/>
            <pc:sldMk cId="4151559486" sldId="716"/>
            <ac:spMk id="12" creationId="{61E484EA-4D44-568B-713C-738EB1C05965}"/>
          </ac:spMkLst>
        </pc:spChg>
        <pc:spChg chg="del mod topLvl">
          <ac:chgData name="Aoi Seki" userId="3c72e6668d233292" providerId="LiveId" clId="{B9AE2B71-EDD8-5CEA-A9B6-04399197A6CF}" dt="2026-07-21T11:52:22.102" v="23196" actId="478"/>
          <ac:spMkLst>
            <pc:docMk/>
            <pc:sldMk cId="4151559486" sldId="716"/>
            <ac:spMk id="28" creationId="{C8DD7943-94BC-DF39-AEA1-12E480392C1D}"/>
          </ac:spMkLst>
        </pc:spChg>
        <pc:spChg chg="mod">
          <ac:chgData name="Aoi Seki" userId="3c72e6668d233292" providerId="LiveId" clId="{B9AE2B71-EDD8-5CEA-A9B6-04399197A6CF}" dt="2026-07-21T11:53:09.399" v="23221" actId="164"/>
          <ac:spMkLst>
            <pc:docMk/>
            <pc:sldMk cId="4151559486" sldId="716"/>
            <ac:spMk id="30" creationId="{732B221D-C792-CFD5-200B-0306A34AE950}"/>
          </ac:spMkLst>
        </pc:spChg>
        <pc:spChg chg="mod">
          <ac:chgData name="Aoi Seki" userId="3c72e6668d233292" providerId="LiveId" clId="{B9AE2B71-EDD8-5CEA-A9B6-04399197A6CF}" dt="2026-07-21T14:57:22.255" v="23638" actId="1035"/>
          <ac:spMkLst>
            <pc:docMk/>
            <pc:sldMk cId="4151559486" sldId="716"/>
            <ac:spMk id="31" creationId="{767E3934-6C4E-48D3-4B0D-F81AE04E7E86}"/>
          </ac:spMkLst>
        </pc:spChg>
        <pc:grpChg chg="mod topLvl">
          <ac:chgData name="Aoi Seki" userId="3c72e6668d233292" providerId="LiveId" clId="{B9AE2B71-EDD8-5CEA-A9B6-04399197A6CF}" dt="2026-07-21T11:53:09.399" v="23221" actId="164"/>
          <ac:grpSpMkLst>
            <pc:docMk/>
            <pc:sldMk cId="4151559486" sldId="716"/>
            <ac:grpSpMk id="5" creationId="{A4FC9B9A-4E7A-1213-DB6B-F0DFFA7F068C}"/>
          </ac:grpSpMkLst>
        </pc:grpChg>
        <pc:grpChg chg="mod">
          <ac:chgData name="Aoi Seki" userId="3c72e6668d233292" providerId="LiveId" clId="{B9AE2B71-EDD8-5CEA-A9B6-04399197A6CF}" dt="2026-07-21T11:46:31.584" v="22920"/>
          <ac:grpSpMkLst>
            <pc:docMk/>
            <pc:sldMk cId="4151559486" sldId="716"/>
            <ac:grpSpMk id="27" creationId="{657D08D0-B161-F2E6-58A1-E43A15DFB1E0}"/>
          </ac:grpSpMkLst>
        </pc:grpChg>
        <pc:grpChg chg="del">
          <ac:chgData name="Aoi Seki" userId="3c72e6668d233292" providerId="LiveId" clId="{B9AE2B71-EDD8-5CEA-A9B6-04399197A6CF}" dt="2026-07-21T11:52:22.102" v="23196" actId="478"/>
          <ac:grpSpMkLst>
            <pc:docMk/>
            <pc:sldMk cId="4151559486" sldId="716"/>
            <ac:grpSpMk id="29" creationId="{4F39AB4C-D5D9-EDAA-E04F-097EB15EC6ED}"/>
          </ac:grpSpMkLst>
        </pc:grpChg>
        <pc:grpChg chg="add mod">
          <ac:chgData name="Aoi Seki" userId="3c72e6668d233292" providerId="LiveId" clId="{B9AE2B71-EDD8-5CEA-A9B6-04399197A6CF}" dt="2026-07-21T11:53:23.769" v="23226" actId="1037"/>
          <ac:grpSpMkLst>
            <pc:docMk/>
            <pc:sldMk cId="4151559486" sldId="716"/>
            <ac:grpSpMk id="32" creationId="{342EE6EF-7BD4-8A54-BF15-59E3F64181FF}"/>
          </ac:grpSpMkLst>
        </pc:grpChg>
        <pc:grpChg chg="mod">
          <ac:chgData name="Aoi Seki" userId="3c72e6668d233292" providerId="LiveId" clId="{B9AE2B71-EDD8-5CEA-A9B6-04399197A6CF}" dt="2026-07-21T15:57:24.395" v="24751" actId="1038"/>
          <ac:grpSpMkLst>
            <pc:docMk/>
            <pc:sldMk cId="4151559486" sldId="716"/>
            <ac:grpSpMk id="33" creationId="{EFBBB130-167B-26C1-4C86-507B50FE3464}"/>
          </ac:grpSpMkLst>
        </pc:grpChg>
      </pc:sldChg>
      <pc:sldChg chg="addSp delSp modSp add mod">
        <pc:chgData name="Aoi Seki" userId="3c72e6668d233292" providerId="LiveId" clId="{B9AE2B71-EDD8-5CEA-A9B6-04399197A6CF}" dt="2026-07-21T15:41:51.772" v="24638" actId="1036"/>
        <pc:sldMkLst>
          <pc:docMk/>
          <pc:sldMk cId="1377156168" sldId="717"/>
        </pc:sldMkLst>
        <pc:spChg chg="add mod">
          <ac:chgData name="Aoi Seki" userId="3c72e6668d233292" providerId="LiveId" clId="{B9AE2B71-EDD8-5CEA-A9B6-04399197A6CF}" dt="2026-07-21T15:19:20.052" v="24065" actId="1037"/>
          <ac:spMkLst>
            <pc:docMk/>
            <pc:sldMk cId="1377156168" sldId="717"/>
            <ac:spMk id="2" creationId="{2E74D490-03FC-B733-8B7A-48750E7CDA53}"/>
          </ac:spMkLst>
        </pc:spChg>
        <pc:spChg chg="add del mod">
          <ac:chgData name="Aoi Seki" userId="3c72e6668d233292" providerId="LiveId" clId="{B9AE2B71-EDD8-5CEA-A9B6-04399197A6CF}" dt="2026-07-21T11:59:09.747" v="23438" actId="478"/>
          <ac:spMkLst>
            <pc:docMk/>
            <pc:sldMk cId="1377156168" sldId="717"/>
            <ac:spMk id="4" creationId="{4B6038E8-7B0E-E4C8-3100-22655069C847}"/>
          </ac:spMkLst>
        </pc:spChg>
        <pc:spChg chg="add mod">
          <ac:chgData name="Aoi Seki" userId="3c72e6668d233292" providerId="LiveId" clId="{B9AE2B71-EDD8-5CEA-A9B6-04399197A6CF}" dt="2026-07-21T15:01:41.516" v="23647"/>
          <ac:spMkLst>
            <pc:docMk/>
            <pc:sldMk cId="1377156168" sldId="717"/>
            <ac:spMk id="6" creationId="{4EF62747-257C-DE66-C25E-7E0B0EBFCB7B}"/>
          </ac:spMkLst>
        </pc:spChg>
        <pc:spChg chg="del">
          <ac:chgData name="Aoi Seki" userId="3c72e6668d233292" providerId="LiveId" clId="{B9AE2B71-EDD8-5CEA-A9B6-04399197A6CF}" dt="2026-07-21T11:54:18.451" v="23232" actId="478"/>
          <ac:spMkLst>
            <pc:docMk/>
            <pc:sldMk cId="1377156168" sldId="717"/>
            <ac:spMk id="8" creationId="{5972BEAB-5CD9-06CD-FA61-F0062B5025FF}"/>
          </ac:spMkLst>
        </pc:spChg>
        <pc:spChg chg="del mod topLvl">
          <ac:chgData name="Aoi Seki" userId="3c72e6668d233292" providerId="LiveId" clId="{B9AE2B71-EDD8-5CEA-A9B6-04399197A6CF}" dt="2026-07-21T11:59:56.780" v="23449" actId="478"/>
          <ac:spMkLst>
            <pc:docMk/>
            <pc:sldMk cId="1377156168" sldId="717"/>
            <ac:spMk id="9" creationId="{1C3F62E4-49C2-CA10-1A8F-EADEFB43DDDB}"/>
          </ac:spMkLst>
        </pc:spChg>
        <pc:spChg chg="mod">
          <ac:chgData name="Aoi Seki" userId="3c72e6668d233292" providerId="LiveId" clId="{B9AE2B71-EDD8-5CEA-A9B6-04399197A6CF}" dt="2026-07-21T15:09:08.573" v="23933" actId="14100"/>
          <ac:spMkLst>
            <pc:docMk/>
            <pc:sldMk cId="1377156168" sldId="717"/>
            <ac:spMk id="11" creationId="{5005C413-3BB5-4429-66E9-624188079C5D}"/>
          </ac:spMkLst>
        </pc:spChg>
        <pc:spChg chg="add mod">
          <ac:chgData name="Aoi Seki" userId="3c72e6668d233292" providerId="LiveId" clId="{B9AE2B71-EDD8-5CEA-A9B6-04399197A6CF}" dt="2026-07-21T15:24:42.347" v="24342" actId="1038"/>
          <ac:spMkLst>
            <pc:docMk/>
            <pc:sldMk cId="1377156168" sldId="717"/>
            <ac:spMk id="12" creationId="{8CED1BE3-BD35-A68B-8EB6-DC9CC91AC947}"/>
          </ac:spMkLst>
        </pc:spChg>
        <pc:spChg chg="mod">
          <ac:chgData name="Aoi Seki" userId="3c72e6668d233292" providerId="LiveId" clId="{B9AE2B71-EDD8-5CEA-A9B6-04399197A6CF}" dt="2026-07-21T15:11:29.236" v="23981" actId="14100"/>
          <ac:spMkLst>
            <pc:docMk/>
            <pc:sldMk cId="1377156168" sldId="717"/>
            <ac:spMk id="14" creationId="{3D6FF7AC-D7A4-D461-EED0-C910E8615326}"/>
          </ac:spMkLst>
        </pc:spChg>
        <pc:spChg chg="add mod">
          <ac:chgData name="Aoi Seki" userId="3c72e6668d233292" providerId="LiveId" clId="{B9AE2B71-EDD8-5CEA-A9B6-04399197A6CF}" dt="2026-07-21T15:24:54.255" v="24354" actId="1037"/>
          <ac:spMkLst>
            <pc:docMk/>
            <pc:sldMk cId="1377156168" sldId="717"/>
            <ac:spMk id="15" creationId="{02255832-01E2-5379-BE94-35E63A02F266}"/>
          </ac:spMkLst>
        </pc:spChg>
        <pc:spChg chg="add mod">
          <ac:chgData name="Aoi Seki" userId="3c72e6668d233292" providerId="LiveId" clId="{B9AE2B71-EDD8-5CEA-A9B6-04399197A6CF}" dt="2026-07-21T15:25:19.136" v="24365" actId="1037"/>
          <ac:spMkLst>
            <pc:docMk/>
            <pc:sldMk cId="1377156168" sldId="717"/>
            <ac:spMk id="16" creationId="{F184B1A8-43EC-0F63-7A8B-A280C6CF1B4F}"/>
          </ac:spMkLst>
        </pc:spChg>
        <pc:spChg chg="del mod">
          <ac:chgData name="Aoi Seki" userId="3c72e6668d233292" providerId="LiveId" clId="{B9AE2B71-EDD8-5CEA-A9B6-04399197A6CF}" dt="2026-07-21T15:38:41.031" v="24619" actId="478"/>
          <ac:spMkLst>
            <pc:docMk/>
            <pc:sldMk cId="1377156168" sldId="717"/>
            <ac:spMk id="18" creationId="{F0C8C577-AAD0-F5CD-0468-1767E142BEBA}"/>
          </ac:spMkLst>
        </pc:spChg>
        <pc:spChg chg="add mod">
          <ac:chgData name="Aoi Seki" userId="3c72e6668d233292" providerId="LiveId" clId="{B9AE2B71-EDD8-5CEA-A9B6-04399197A6CF}" dt="2026-07-21T15:29:07.596" v="24466" actId="1036"/>
          <ac:spMkLst>
            <pc:docMk/>
            <pc:sldMk cId="1377156168" sldId="717"/>
            <ac:spMk id="19" creationId="{B7C74812-BA76-5545-71C5-B52370081B35}"/>
          </ac:spMkLst>
        </pc:spChg>
        <pc:spChg chg="mod topLvl">
          <ac:chgData name="Aoi Seki" userId="3c72e6668d233292" providerId="LiveId" clId="{B9AE2B71-EDD8-5CEA-A9B6-04399197A6CF}" dt="2026-07-21T15:41:23.751" v="24636" actId="1035"/>
          <ac:spMkLst>
            <pc:docMk/>
            <pc:sldMk cId="1377156168" sldId="717"/>
            <ac:spMk id="20" creationId="{AB39DDCB-8574-FF23-523C-2655DFF33A7D}"/>
          </ac:spMkLst>
        </pc:spChg>
        <pc:spChg chg="add mod">
          <ac:chgData name="Aoi Seki" userId="3c72e6668d233292" providerId="LiveId" clId="{B9AE2B71-EDD8-5CEA-A9B6-04399197A6CF}" dt="2026-07-21T15:29:04.217" v="24465" actId="1036"/>
          <ac:spMkLst>
            <pc:docMk/>
            <pc:sldMk cId="1377156168" sldId="717"/>
            <ac:spMk id="22" creationId="{F6136055-8F02-6F21-6C54-0085FD17E020}"/>
          </ac:spMkLst>
        </pc:spChg>
        <pc:spChg chg="add mod">
          <ac:chgData name="Aoi Seki" userId="3c72e6668d233292" providerId="LiveId" clId="{B9AE2B71-EDD8-5CEA-A9B6-04399197A6CF}" dt="2026-07-21T15:29:10.553" v="24469" actId="1036"/>
          <ac:spMkLst>
            <pc:docMk/>
            <pc:sldMk cId="1377156168" sldId="717"/>
            <ac:spMk id="23" creationId="{E8BA1596-A61C-3C15-D048-C8ADF1B408B9}"/>
          </ac:spMkLst>
        </pc:spChg>
        <pc:spChg chg="add mod">
          <ac:chgData name="Aoi Seki" userId="3c72e6668d233292" providerId="LiveId" clId="{B9AE2B71-EDD8-5CEA-A9B6-04399197A6CF}" dt="2026-07-21T15:08:16.349" v="23918"/>
          <ac:spMkLst>
            <pc:docMk/>
            <pc:sldMk cId="1377156168" sldId="717"/>
            <ac:spMk id="27" creationId="{AB8EDD73-0DE5-5AB9-150F-CCA41354B376}"/>
          </ac:spMkLst>
        </pc:spChg>
        <pc:spChg chg="add del mod">
          <ac:chgData name="Aoi Seki" userId="3c72e6668d233292" providerId="LiveId" clId="{B9AE2B71-EDD8-5CEA-A9B6-04399197A6CF}" dt="2026-07-21T15:15:40.981" v="24013" actId="478"/>
          <ac:spMkLst>
            <pc:docMk/>
            <pc:sldMk cId="1377156168" sldId="717"/>
            <ac:spMk id="28" creationId="{E2AAA555-B635-FDAE-87E9-0353DE2C9B5F}"/>
          </ac:spMkLst>
        </pc:spChg>
        <pc:spChg chg="add mod">
          <ac:chgData name="Aoi Seki" userId="3c72e6668d233292" providerId="LiveId" clId="{B9AE2B71-EDD8-5CEA-A9B6-04399197A6CF}" dt="2026-07-21T15:17:37.428" v="24039"/>
          <ac:spMkLst>
            <pc:docMk/>
            <pc:sldMk cId="1377156168" sldId="717"/>
            <ac:spMk id="29" creationId="{0C303B59-7678-D5F0-1744-92DA9E3F4B68}"/>
          </ac:spMkLst>
        </pc:spChg>
        <pc:grpChg chg="mod">
          <ac:chgData name="Aoi Seki" userId="3c72e6668d233292" providerId="LiveId" clId="{B9AE2B71-EDD8-5CEA-A9B6-04399197A6CF}" dt="2026-07-21T15:41:51.772" v="24638" actId="1036"/>
          <ac:grpSpMkLst>
            <pc:docMk/>
            <pc:sldMk cId="1377156168" sldId="717"/>
            <ac:grpSpMk id="17" creationId="{D306C135-C5A1-1868-4101-281B90A27B37}"/>
          </ac:grpSpMkLst>
        </pc:grpChg>
        <pc:grpChg chg="del">
          <ac:chgData name="Aoi Seki" userId="3c72e6668d233292" providerId="LiveId" clId="{B9AE2B71-EDD8-5CEA-A9B6-04399197A6CF}" dt="2026-07-21T11:59:56.780" v="23449" actId="478"/>
          <ac:grpSpMkLst>
            <pc:docMk/>
            <pc:sldMk cId="1377156168" sldId="717"/>
            <ac:grpSpMk id="21" creationId="{9EA1D64E-1EDB-250D-BE25-95ED9161274B}"/>
          </ac:grpSpMkLst>
        </pc:grpChg>
        <pc:grpChg chg="add mod">
          <ac:chgData name="Aoi Seki" userId="3c72e6668d233292" providerId="LiveId" clId="{B9AE2B71-EDD8-5CEA-A9B6-04399197A6CF}" dt="2026-07-21T15:41:13.281" v="24635" actId="1036"/>
          <ac:grpSpMkLst>
            <pc:docMk/>
            <pc:sldMk cId="1377156168" sldId="717"/>
            <ac:grpSpMk id="24" creationId="{36A7CA36-0274-ACED-AF06-BF1B1E336264}"/>
          </ac:grpSpMkLst>
        </pc:grpChg>
        <pc:grpChg chg="add mod">
          <ac:chgData name="Aoi Seki" userId="3c72e6668d233292" providerId="LiveId" clId="{B9AE2B71-EDD8-5CEA-A9B6-04399197A6CF}" dt="2026-07-21T15:41:13.281" v="24635" actId="1036"/>
          <ac:grpSpMkLst>
            <pc:docMk/>
            <pc:sldMk cId="1377156168" sldId="717"/>
            <ac:grpSpMk id="25" creationId="{8434D616-223B-68FE-6890-624181C932A2}"/>
          </ac:grpSpMkLst>
        </pc:grpChg>
        <pc:grpChg chg="add mod">
          <ac:chgData name="Aoi Seki" userId="3c72e6668d233292" providerId="LiveId" clId="{B9AE2B71-EDD8-5CEA-A9B6-04399197A6CF}" dt="2026-07-21T15:41:13.281" v="24635" actId="1036"/>
          <ac:grpSpMkLst>
            <pc:docMk/>
            <pc:sldMk cId="1377156168" sldId="717"/>
            <ac:grpSpMk id="26" creationId="{A7606534-7F19-A513-4771-BD3784DA6CDA}"/>
          </ac:grpSpMkLst>
        </pc:grpChg>
        <pc:picChg chg="mod">
          <ac:chgData name="Aoi Seki" userId="3c72e6668d233292" providerId="LiveId" clId="{B9AE2B71-EDD8-5CEA-A9B6-04399197A6CF}" dt="2026-07-21T15:07:11.492" v="23860" actId="164"/>
          <ac:picMkLst>
            <pc:docMk/>
            <pc:sldMk cId="1377156168" sldId="717"/>
            <ac:picMk id="3" creationId="{4E6A84F6-AE7A-BE12-24F6-F7CFA57EA423}"/>
          </ac:picMkLst>
        </pc:picChg>
        <pc:picChg chg="mod">
          <ac:chgData name="Aoi Seki" userId="3c72e6668d233292" providerId="LiveId" clId="{B9AE2B71-EDD8-5CEA-A9B6-04399197A6CF}" dt="2026-07-21T15:07:15.070" v="23861" actId="164"/>
          <ac:picMkLst>
            <pc:docMk/>
            <pc:sldMk cId="1377156168" sldId="717"/>
            <ac:picMk id="5" creationId="{39FC1580-1D74-DC75-47A6-65A0D01B6F63}"/>
          </ac:picMkLst>
        </pc:picChg>
        <pc:picChg chg="mod">
          <ac:chgData name="Aoi Seki" userId="3c72e6668d233292" providerId="LiveId" clId="{B9AE2B71-EDD8-5CEA-A9B6-04399197A6CF}" dt="2026-07-21T15:07:18.863" v="23862" actId="164"/>
          <ac:picMkLst>
            <pc:docMk/>
            <pc:sldMk cId="1377156168" sldId="717"/>
            <ac:picMk id="7" creationId="{D3D76217-B5A3-6A43-78F4-0AD765A54F7E}"/>
          </ac:picMkLst>
        </pc:picChg>
      </pc:sldChg>
      <pc:sldChg chg="addSp delSp modSp add mod">
        <pc:chgData name="Aoi Seki" userId="3c72e6668d233292" providerId="LiveId" clId="{B9AE2B71-EDD8-5CEA-A9B6-04399197A6CF}" dt="2026-07-21T15:46:02.441" v="24681" actId="1037"/>
        <pc:sldMkLst>
          <pc:docMk/>
          <pc:sldMk cId="2225942072" sldId="718"/>
        </pc:sldMkLst>
        <pc:spChg chg="del">
          <ac:chgData name="Aoi Seki" userId="3c72e6668d233292" providerId="LiveId" clId="{B9AE2B71-EDD8-5CEA-A9B6-04399197A6CF}" dt="2026-07-21T15:21:23.413" v="24148" actId="478"/>
          <ac:spMkLst>
            <pc:docMk/>
            <pc:sldMk cId="2225942072" sldId="718"/>
            <ac:spMk id="2" creationId="{AF34C92F-04EC-041D-D4EF-81140CE9273D}"/>
          </ac:spMkLst>
        </pc:spChg>
        <pc:spChg chg="mod">
          <ac:chgData name="Aoi Seki" userId="3c72e6668d233292" providerId="LiveId" clId="{B9AE2B71-EDD8-5CEA-A9B6-04399197A6CF}" dt="2026-07-21T15:23:59.890" v="24312" actId="1036"/>
          <ac:spMkLst>
            <pc:docMk/>
            <pc:sldMk cId="2225942072" sldId="718"/>
            <ac:spMk id="3" creationId="{0C4CF0DB-8917-E095-672E-B43E73FC8045}"/>
          </ac:spMkLst>
        </pc:spChg>
        <pc:spChg chg="add mod">
          <ac:chgData name="Aoi Seki" userId="3c72e6668d233292" providerId="LiveId" clId="{B9AE2B71-EDD8-5CEA-A9B6-04399197A6CF}" dt="2026-07-21T15:22:09.390" v="24254" actId="255"/>
          <ac:spMkLst>
            <pc:docMk/>
            <pc:sldMk cId="2225942072" sldId="718"/>
            <ac:spMk id="4" creationId="{692A834B-BDDF-B186-4736-8FFCE3A7C2D6}"/>
          </ac:spMkLst>
        </pc:spChg>
        <pc:spChg chg="mod">
          <ac:chgData name="Aoi Seki" userId="3c72e6668d233292" providerId="LiveId" clId="{B9AE2B71-EDD8-5CEA-A9B6-04399197A6CF}" dt="2026-07-21T15:34:18.265" v="24565" actId="255"/>
          <ac:spMkLst>
            <pc:docMk/>
            <pc:sldMk cId="2225942072" sldId="718"/>
            <ac:spMk id="5" creationId="{1BDF5FF1-FD3C-3C26-92C5-4A8D7EA9C6D5}"/>
          </ac:spMkLst>
        </pc:spChg>
        <pc:spChg chg="mod">
          <ac:chgData name="Aoi Seki" userId="3c72e6668d233292" providerId="LiveId" clId="{B9AE2B71-EDD8-5CEA-A9B6-04399197A6CF}" dt="2026-07-21T15:35:23.611" v="24576" actId="255"/>
          <ac:spMkLst>
            <pc:docMk/>
            <pc:sldMk cId="2225942072" sldId="718"/>
            <ac:spMk id="6" creationId="{308E2B80-8C7B-C7C8-B650-2AB3D36BC1F4}"/>
          </ac:spMkLst>
        </pc:spChg>
        <pc:spChg chg="add mod">
          <ac:chgData name="Aoi Seki" userId="3c72e6668d233292" providerId="LiveId" clId="{B9AE2B71-EDD8-5CEA-A9B6-04399197A6CF}" dt="2026-07-21T15:42:40.347" v="24645" actId="1035"/>
          <ac:spMkLst>
            <pc:docMk/>
            <pc:sldMk cId="2225942072" sldId="718"/>
            <ac:spMk id="8" creationId="{E1C43DFA-F3C7-2EC5-E512-3B9F949682B6}"/>
          </ac:spMkLst>
        </pc:spChg>
        <pc:spChg chg="add mod">
          <ac:chgData name="Aoi Seki" userId="3c72e6668d233292" providerId="LiveId" clId="{B9AE2B71-EDD8-5CEA-A9B6-04399197A6CF}" dt="2026-07-21T15:46:02.441" v="24681" actId="1037"/>
          <ac:spMkLst>
            <pc:docMk/>
            <pc:sldMk cId="2225942072" sldId="718"/>
            <ac:spMk id="9" creationId="{33099906-A257-ABCA-2E09-C62F805D6840}"/>
          </ac:spMkLst>
        </pc:spChg>
        <pc:spChg chg="mod">
          <ac:chgData name="Aoi Seki" userId="3c72e6668d233292" providerId="LiveId" clId="{B9AE2B71-EDD8-5CEA-A9B6-04399197A6CF}" dt="2026-07-21T15:35:03.684" v="24574" actId="1038"/>
          <ac:spMkLst>
            <pc:docMk/>
            <pc:sldMk cId="2225942072" sldId="718"/>
            <ac:spMk id="10" creationId="{D7CFEFD5-EEEE-70B4-6B22-BCA0D108A95A}"/>
          </ac:spMkLst>
        </pc:spChg>
        <pc:spChg chg="add mod">
          <ac:chgData name="Aoi Seki" userId="3c72e6668d233292" providerId="LiveId" clId="{B9AE2B71-EDD8-5CEA-A9B6-04399197A6CF}" dt="2026-07-21T15:30:21.674" v="24482" actId="164"/>
          <ac:spMkLst>
            <pc:docMk/>
            <pc:sldMk cId="2225942072" sldId="718"/>
            <ac:spMk id="11" creationId="{CFB10D37-E179-7906-A8C7-6A9D25ABE124}"/>
          </ac:spMkLst>
        </pc:spChg>
        <pc:spChg chg="add mod">
          <ac:chgData name="Aoi Seki" userId="3c72e6668d233292" providerId="LiveId" clId="{B9AE2B71-EDD8-5CEA-A9B6-04399197A6CF}" dt="2026-07-21T15:30:30.639" v="24483" actId="164"/>
          <ac:spMkLst>
            <pc:docMk/>
            <pc:sldMk cId="2225942072" sldId="718"/>
            <ac:spMk id="13" creationId="{5B6DE7AE-92E6-A619-575C-6E7CD02CE24E}"/>
          </ac:spMkLst>
        </pc:spChg>
        <pc:spChg chg="mod">
          <ac:chgData name="Aoi Seki" userId="3c72e6668d233292" providerId="LiveId" clId="{B9AE2B71-EDD8-5CEA-A9B6-04399197A6CF}" dt="2026-07-21T15:35:10.995" v="24575" actId="1037"/>
          <ac:spMkLst>
            <pc:docMk/>
            <pc:sldMk cId="2225942072" sldId="718"/>
            <ac:spMk id="19" creationId="{29FC7FA9-ACB6-098D-6812-52CF40D9A299}"/>
          </ac:spMkLst>
        </pc:spChg>
        <pc:grpChg chg="mod">
          <ac:chgData name="Aoi Seki" userId="3c72e6668d233292" providerId="LiveId" clId="{B9AE2B71-EDD8-5CEA-A9B6-04399197A6CF}" dt="2026-07-21T15:30:21.674" v="24482" actId="164"/>
          <ac:grpSpMkLst>
            <pc:docMk/>
            <pc:sldMk cId="2225942072" sldId="718"/>
            <ac:grpSpMk id="17" creationId="{D2B5928B-726E-B44E-2E36-A06E44E5A8BC}"/>
          </ac:grpSpMkLst>
        </pc:grpChg>
        <pc:grpChg chg="add mod">
          <ac:chgData name="Aoi Seki" userId="3c72e6668d233292" providerId="LiveId" clId="{B9AE2B71-EDD8-5CEA-A9B6-04399197A6CF}" dt="2026-07-21T15:33:17.899" v="24564" actId="1036"/>
          <ac:grpSpMkLst>
            <pc:docMk/>
            <pc:sldMk cId="2225942072" sldId="718"/>
            <ac:grpSpMk id="18" creationId="{D7742985-52D4-D9A2-6736-F81AC2480A2E}"/>
          </ac:grpSpMkLst>
        </pc:grpChg>
        <pc:grpChg chg="add mod">
          <ac:chgData name="Aoi Seki" userId="3c72e6668d233292" providerId="LiveId" clId="{B9AE2B71-EDD8-5CEA-A9B6-04399197A6CF}" dt="2026-07-21T15:33:17.899" v="24564" actId="1036"/>
          <ac:grpSpMkLst>
            <pc:docMk/>
            <pc:sldMk cId="2225942072" sldId="718"/>
            <ac:grpSpMk id="20" creationId="{E8D0C2D9-2524-1936-024C-D6C5F9943EC3}"/>
          </ac:grpSpMkLst>
        </pc:grpChg>
        <pc:grpChg chg="mod">
          <ac:chgData name="Aoi Seki" userId="3c72e6668d233292" providerId="LiveId" clId="{B9AE2B71-EDD8-5CEA-A9B6-04399197A6CF}" dt="2026-07-21T15:30:30.639" v="24483" actId="164"/>
          <ac:grpSpMkLst>
            <pc:docMk/>
            <pc:sldMk cId="2225942072" sldId="718"/>
            <ac:grpSpMk id="22" creationId="{AD9B51DB-90F6-B9DA-8D4F-9B5C6304EEF1}"/>
          </ac:grpSpMkLst>
        </pc:grpChg>
      </pc:sldChg>
      <pc:sldChg chg="addSp delSp modSp add mod">
        <pc:chgData name="Aoi Seki" userId="3c72e6668d233292" providerId="LiveId" clId="{B9AE2B71-EDD8-5CEA-A9B6-04399197A6CF}" dt="2026-07-21T23:52:19.894" v="25045" actId="1035"/>
        <pc:sldMkLst>
          <pc:docMk/>
          <pc:sldMk cId="3295728099" sldId="719"/>
        </pc:sldMkLst>
        <pc:spChg chg="del">
          <ac:chgData name="Aoi Seki" userId="3c72e6668d233292" providerId="LiveId" clId="{B9AE2B71-EDD8-5CEA-A9B6-04399197A6CF}" dt="2026-07-21T15:35:58.153" v="24578" actId="478"/>
          <ac:spMkLst>
            <pc:docMk/>
            <pc:sldMk cId="3295728099" sldId="719"/>
            <ac:spMk id="2" creationId="{B27BC347-8756-DD6E-8B86-A51B3FF21725}"/>
          </ac:spMkLst>
        </pc:spChg>
        <pc:spChg chg="mod topLvl">
          <ac:chgData name="Aoi Seki" userId="3c72e6668d233292" providerId="LiveId" clId="{B9AE2B71-EDD8-5CEA-A9B6-04399197A6CF}" dt="2026-07-21T23:52:19.894" v="25045" actId="1035"/>
          <ac:spMkLst>
            <pc:docMk/>
            <pc:sldMk cId="3295728099" sldId="719"/>
            <ac:spMk id="3" creationId="{B693C4B6-C8D8-BE42-07AD-12533B234485}"/>
          </ac:spMkLst>
        </pc:spChg>
        <pc:spChg chg="del topLvl">
          <ac:chgData name="Aoi Seki" userId="3c72e6668d233292" providerId="LiveId" clId="{B9AE2B71-EDD8-5CEA-A9B6-04399197A6CF}" dt="2026-07-21T15:38:02.235" v="24616" actId="478"/>
          <ac:spMkLst>
            <pc:docMk/>
            <pc:sldMk cId="3295728099" sldId="719"/>
            <ac:spMk id="4" creationId="{1105825B-BB06-1671-CB37-29E85A656BAA}"/>
          </ac:spMkLst>
        </pc:spChg>
        <pc:spChg chg="add mod">
          <ac:chgData name="Aoi Seki" userId="3c72e6668d233292" providerId="LiveId" clId="{B9AE2B71-EDD8-5CEA-A9B6-04399197A6CF}" dt="2026-07-21T15:35:55.385" v="24577"/>
          <ac:spMkLst>
            <pc:docMk/>
            <pc:sldMk cId="3295728099" sldId="719"/>
            <ac:spMk id="5" creationId="{F10EB7EC-54AF-51CF-5FC9-CE0B5C5A2190}"/>
          </ac:spMkLst>
        </pc:spChg>
        <pc:spChg chg="add mod">
          <ac:chgData name="Aoi Seki" userId="3c72e6668d233292" providerId="LiveId" clId="{B9AE2B71-EDD8-5CEA-A9B6-04399197A6CF}" dt="2026-07-21T15:35:58.394" v="24579"/>
          <ac:spMkLst>
            <pc:docMk/>
            <pc:sldMk cId="3295728099" sldId="719"/>
            <ac:spMk id="8" creationId="{0DAE39B1-4200-6D8D-7F8F-CB7F31A1003E}"/>
          </ac:spMkLst>
        </pc:spChg>
        <pc:spChg chg="add mod">
          <ac:chgData name="Aoi Seki" userId="3c72e6668d233292" providerId="LiveId" clId="{B9AE2B71-EDD8-5CEA-A9B6-04399197A6CF}" dt="2026-07-21T23:52:19.894" v="25045" actId="1035"/>
          <ac:spMkLst>
            <pc:docMk/>
            <pc:sldMk cId="3295728099" sldId="719"/>
            <ac:spMk id="9" creationId="{3C3EC874-258F-5A44-599E-160AF3E286A4}"/>
          </ac:spMkLst>
        </pc:spChg>
        <pc:spChg chg="add mod">
          <ac:chgData name="Aoi Seki" userId="3c72e6668d233292" providerId="LiveId" clId="{B9AE2B71-EDD8-5CEA-A9B6-04399197A6CF}" dt="2026-07-21T15:50:47.828" v="24730" actId="255"/>
          <ac:spMkLst>
            <pc:docMk/>
            <pc:sldMk cId="3295728099" sldId="719"/>
            <ac:spMk id="10" creationId="{0E030900-7452-2217-F166-E801A6B75176}"/>
          </ac:spMkLst>
        </pc:spChg>
        <pc:spChg chg="add mod">
          <ac:chgData name="Aoi Seki" userId="3c72e6668d233292" providerId="LiveId" clId="{B9AE2B71-EDD8-5CEA-A9B6-04399197A6CF}" dt="2026-07-21T15:50:56.309" v="24731" actId="122"/>
          <ac:spMkLst>
            <pc:docMk/>
            <pc:sldMk cId="3295728099" sldId="719"/>
            <ac:spMk id="11" creationId="{ADDC13C0-4E47-2383-9C97-D236DCF45ED3}"/>
          </ac:spMkLst>
        </pc:spChg>
        <pc:grpChg chg="del">
          <ac:chgData name="Aoi Seki" userId="3c72e6668d233292" providerId="LiveId" clId="{B9AE2B71-EDD8-5CEA-A9B6-04399197A6CF}" dt="2026-07-21T15:38:02.235" v="24616" actId="478"/>
          <ac:grpSpMkLst>
            <pc:docMk/>
            <pc:sldMk cId="3295728099" sldId="719"/>
            <ac:grpSpMk id="7" creationId="{24BCF307-266D-67A5-1536-FEF77E63F31D}"/>
          </ac:grpSpMkLst>
        </pc:grpChg>
        <pc:grpChg chg="add mod">
          <ac:chgData name="Aoi Seki" userId="3c72e6668d233292" providerId="LiveId" clId="{B9AE2B71-EDD8-5CEA-A9B6-04399197A6CF}" dt="2026-07-21T16:00:46.008" v="24780" actId="1035"/>
          <ac:grpSpMkLst>
            <pc:docMk/>
            <pc:sldMk cId="3295728099" sldId="719"/>
            <ac:grpSpMk id="12" creationId="{A16EF2F2-3E5C-EEF3-744C-BB4D11196573}"/>
          </ac:grpSpMkLst>
        </pc:grpChg>
        <pc:picChg chg="mod">
          <ac:chgData name="Aoi Seki" userId="3c72e6668d233292" providerId="LiveId" clId="{B9AE2B71-EDD8-5CEA-A9B6-04399197A6CF}" dt="2026-07-21T15:49:38.734" v="24729" actId="164"/>
          <ac:picMkLst>
            <pc:docMk/>
            <pc:sldMk cId="3295728099" sldId="719"/>
            <ac:picMk id="6" creationId="{C6FEBD80-5E92-C6E2-96B2-77C16E113BC4}"/>
          </ac:picMkLst>
        </pc:picChg>
      </pc:sldChg>
      <pc:sldChg chg="addSp delSp modSp add mod">
        <pc:chgData name="Aoi Seki" userId="3c72e6668d233292" providerId="LiveId" clId="{B9AE2B71-EDD8-5CEA-A9B6-04399197A6CF}" dt="2026-07-22T02:20:13.432" v="25823" actId="947"/>
        <pc:sldMkLst>
          <pc:docMk/>
          <pc:sldMk cId="1090664299" sldId="720"/>
        </pc:sldMkLst>
        <pc:spChg chg="add del">
          <ac:chgData name="Aoi Seki" userId="3c72e6668d233292" providerId="LiveId" clId="{B9AE2B71-EDD8-5CEA-A9B6-04399197A6CF}" dt="2026-07-21T23:44:51.786" v="24789" actId="478"/>
          <ac:spMkLst>
            <pc:docMk/>
            <pc:sldMk cId="1090664299" sldId="720"/>
            <ac:spMk id="2" creationId="{A6E912DC-2218-F164-4534-438F601CB361}"/>
          </ac:spMkLst>
        </pc:spChg>
        <pc:spChg chg="add mod">
          <ac:chgData name="Aoi Seki" userId="3c72e6668d233292" providerId="LiveId" clId="{B9AE2B71-EDD8-5CEA-A9B6-04399197A6CF}" dt="2026-07-21T23:44:33.074" v="24784"/>
          <ac:spMkLst>
            <pc:docMk/>
            <pc:sldMk cId="1090664299" sldId="720"/>
            <ac:spMk id="9" creationId="{A1A64F97-57F4-AD10-E0BA-88AE2B33DAE5}"/>
          </ac:spMkLst>
        </pc:spChg>
        <pc:spChg chg="add mod">
          <ac:chgData name="Aoi Seki" userId="3c72e6668d233292" providerId="LiveId" clId="{B9AE2B71-EDD8-5CEA-A9B6-04399197A6CF}" dt="2026-07-21T23:47:50.762" v="24936" actId="20577"/>
          <ac:spMkLst>
            <pc:docMk/>
            <pc:sldMk cId="1090664299" sldId="720"/>
            <ac:spMk id="10" creationId="{156DC606-DB70-3707-D43B-00CA12E23904}"/>
          </ac:spMkLst>
        </pc:spChg>
        <pc:spChg chg="mod">
          <ac:chgData name="Aoi Seki" userId="3c72e6668d233292" providerId="LiveId" clId="{B9AE2B71-EDD8-5CEA-A9B6-04399197A6CF}" dt="2026-07-21T23:47:58.443" v="24948" actId="1038"/>
          <ac:spMkLst>
            <pc:docMk/>
            <pc:sldMk cId="1090664299" sldId="720"/>
            <ac:spMk id="15" creationId="{558CB492-A179-C7DB-5B36-9AC1E98BE2E8}"/>
          </ac:spMkLst>
        </pc:spChg>
        <pc:spChg chg="mod">
          <ac:chgData name="Aoi Seki" userId="3c72e6668d233292" providerId="LiveId" clId="{B9AE2B71-EDD8-5CEA-A9B6-04399197A6CF}" dt="2026-07-21T23:45:13.088" v="24807"/>
          <ac:spMkLst>
            <pc:docMk/>
            <pc:sldMk cId="1090664299" sldId="720"/>
            <ac:spMk id="16" creationId="{A5618078-CBC3-212B-3AC7-5D35F6751832}"/>
          </ac:spMkLst>
        </pc:spChg>
        <pc:spChg chg="mod">
          <ac:chgData name="Aoi Seki" userId="3c72e6668d233292" providerId="LiveId" clId="{B9AE2B71-EDD8-5CEA-A9B6-04399197A6CF}" dt="2026-07-21T23:45:13.088" v="24807"/>
          <ac:spMkLst>
            <pc:docMk/>
            <pc:sldMk cId="1090664299" sldId="720"/>
            <ac:spMk id="17" creationId="{849A8264-9352-07D4-86CC-60253B2CFA6B}"/>
          </ac:spMkLst>
        </pc:spChg>
        <pc:spChg chg="mod">
          <ac:chgData name="Aoi Seki" userId="3c72e6668d233292" providerId="LiveId" clId="{B9AE2B71-EDD8-5CEA-A9B6-04399197A6CF}" dt="2026-07-21T23:45:13.088" v="24807"/>
          <ac:spMkLst>
            <pc:docMk/>
            <pc:sldMk cId="1090664299" sldId="720"/>
            <ac:spMk id="18" creationId="{DB921881-0DF2-2B6A-AAE6-6ACB7C94B3DF}"/>
          </ac:spMkLst>
        </pc:spChg>
        <pc:spChg chg="mod">
          <ac:chgData name="Aoi Seki" userId="3c72e6668d233292" providerId="LiveId" clId="{B9AE2B71-EDD8-5CEA-A9B6-04399197A6CF}" dt="2026-07-21T23:45:13.088" v="24807"/>
          <ac:spMkLst>
            <pc:docMk/>
            <pc:sldMk cId="1090664299" sldId="720"/>
            <ac:spMk id="19" creationId="{684C01F7-3583-14C5-A236-8B5C081FC38A}"/>
          </ac:spMkLst>
        </pc:spChg>
        <pc:spChg chg="mod">
          <ac:chgData name="Aoi Seki" userId="3c72e6668d233292" providerId="LiveId" clId="{B9AE2B71-EDD8-5CEA-A9B6-04399197A6CF}" dt="2026-07-22T02:20:13.432" v="25823" actId="947"/>
          <ac:spMkLst>
            <pc:docMk/>
            <pc:sldMk cId="1090664299" sldId="720"/>
            <ac:spMk id="22" creationId="{426BF7FF-DE7F-0AEB-74C3-81F3AD0773AA}"/>
          </ac:spMkLst>
        </pc:spChg>
        <pc:spChg chg="mod">
          <ac:chgData name="Aoi Seki" userId="3c72e6668d233292" providerId="LiveId" clId="{B9AE2B71-EDD8-5CEA-A9B6-04399197A6CF}" dt="2026-07-21T23:45:32.439" v="24815" actId="20577"/>
          <ac:spMkLst>
            <pc:docMk/>
            <pc:sldMk cId="1090664299" sldId="720"/>
            <ac:spMk id="23" creationId="{DA96BD2C-676F-AD51-1881-E68A5AD49403}"/>
          </ac:spMkLst>
        </pc:spChg>
        <pc:spChg chg="mod">
          <ac:chgData name="Aoi Seki" userId="3c72e6668d233292" providerId="LiveId" clId="{B9AE2B71-EDD8-5CEA-A9B6-04399197A6CF}" dt="2026-07-21T23:45:42.195" v="24827" actId="115"/>
          <ac:spMkLst>
            <pc:docMk/>
            <pc:sldMk cId="1090664299" sldId="720"/>
            <ac:spMk id="24" creationId="{38AF2657-8AC2-2048-FDE1-F50A59D2A01A}"/>
          </ac:spMkLst>
        </pc:spChg>
        <pc:spChg chg="mod">
          <ac:chgData name="Aoi Seki" userId="3c72e6668d233292" providerId="LiveId" clId="{B9AE2B71-EDD8-5CEA-A9B6-04399197A6CF}" dt="2026-07-21T23:45:28.466" v="24811"/>
          <ac:spMkLst>
            <pc:docMk/>
            <pc:sldMk cId="1090664299" sldId="720"/>
            <ac:spMk id="25" creationId="{AFC9E9D6-FD02-84EA-5FC1-F2EAF9438B15}"/>
          </ac:spMkLst>
        </pc:spChg>
        <pc:spChg chg="add mod">
          <ac:chgData name="Aoi Seki" userId="3c72e6668d233292" providerId="LiveId" clId="{B9AE2B71-EDD8-5CEA-A9B6-04399197A6CF}" dt="2026-07-21T23:50:37.273" v="25030" actId="164"/>
          <ac:spMkLst>
            <pc:docMk/>
            <pc:sldMk cId="1090664299" sldId="720"/>
            <ac:spMk id="26" creationId="{2A0C8F4D-B20B-0C08-F703-BEAD7DEA1AD3}"/>
          </ac:spMkLst>
        </pc:spChg>
        <pc:grpChg chg="del mod">
          <ac:chgData name="Aoi Seki" userId="3c72e6668d233292" providerId="LiveId" clId="{B9AE2B71-EDD8-5CEA-A9B6-04399197A6CF}" dt="2026-07-21T23:46:08.550" v="24840" actId="478"/>
          <ac:grpSpMkLst>
            <pc:docMk/>
            <pc:sldMk cId="1090664299" sldId="720"/>
            <ac:grpSpMk id="7" creationId="{FB03050F-FCF3-A17D-9E98-17B9F270BFE9}"/>
          </ac:grpSpMkLst>
        </pc:grpChg>
        <pc:grpChg chg="add mod">
          <ac:chgData name="Aoi Seki" userId="3c72e6668d233292" providerId="LiveId" clId="{B9AE2B71-EDD8-5CEA-A9B6-04399197A6CF}" dt="2026-07-21T23:45:21.170" v="24809" actId="1076"/>
          <ac:grpSpMkLst>
            <pc:docMk/>
            <pc:sldMk cId="1090664299" sldId="720"/>
            <ac:grpSpMk id="11" creationId="{296F6CDE-ECBF-DB76-2F23-517B96EF8B19}"/>
          </ac:grpSpMkLst>
        </pc:grpChg>
        <pc:grpChg chg="mod">
          <ac:chgData name="Aoi Seki" userId="3c72e6668d233292" providerId="LiveId" clId="{B9AE2B71-EDD8-5CEA-A9B6-04399197A6CF}" dt="2026-07-21T23:45:13.088" v="24807"/>
          <ac:grpSpMkLst>
            <pc:docMk/>
            <pc:sldMk cId="1090664299" sldId="720"/>
            <ac:grpSpMk id="12" creationId="{6DD07C82-3117-F94A-2745-6FF532A8A571}"/>
          </ac:grpSpMkLst>
        </pc:grpChg>
        <pc:grpChg chg="add mod">
          <ac:chgData name="Aoi Seki" userId="3c72e6668d233292" providerId="LiveId" clId="{B9AE2B71-EDD8-5CEA-A9B6-04399197A6CF}" dt="2026-07-21T23:50:37.273" v="25030" actId="164"/>
          <ac:grpSpMkLst>
            <pc:docMk/>
            <pc:sldMk cId="1090664299" sldId="720"/>
            <ac:grpSpMk id="20" creationId="{4BDAD6EF-BDC0-C1AA-8E14-030D5EF87BFF}"/>
          </ac:grpSpMkLst>
        </pc:grpChg>
        <pc:grpChg chg="mod">
          <ac:chgData name="Aoi Seki" userId="3c72e6668d233292" providerId="LiveId" clId="{B9AE2B71-EDD8-5CEA-A9B6-04399197A6CF}" dt="2026-07-21T23:45:28.466" v="24811"/>
          <ac:grpSpMkLst>
            <pc:docMk/>
            <pc:sldMk cId="1090664299" sldId="720"/>
            <ac:grpSpMk id="21" creationId="{E5CA6D4D-33C0-A565-1C56-13E075EDCF56}"/>
          </ac:grpSpMkLst>
        </pc:grpChg>
        <pc:grpChg chg="add mod">
          <ac:chgData name="Aoi Seki" userId="3c72e6668d233292" providerId="LiveId" clId="{B9AE2B71-EDD8-5CEA-A9B6-04399197A6CF}" dt="2026-07-21T23:50:38.681" v="25032" actId="1035"/>
          <ac:grpSpMkLst>
            <pc:docMk/>
            <pc:sldMk cId="1090664299" sldId="720"/>
            <ac:grpSpMk id="27" creationId="{B9E13FA2-3934-FD5F-F4AD-28F5EBF62FA6}"/>
          </ac:grpSpMkLst>
        </pc:grpChg>
      </pc:sldChg>
      <pc:sldChg chg="add del">
        <pc:chgData name="Aoi Seki" userId="3c72e6668d233292" providerId="LiveId" clId="{B9AE2B71-EDD8-5CEA-A9B6-04399197A6CF}" dt="2026-07-21T23:48:20.367" v="24955" actId="2696"/>
        <pc:sldMkLst>
          <pc:docMk/>
          <pc:sldMk cId="183168480" sldId="721"/>
        </pc:sldMkLst>
      </pc:sldChg>
      <pc:sldChg chg="add del">
        <pc:chgData name="Aoi Seki" userId="3c72e6668d233292" providerId="LiveId" clId="{B9AE2B71-EDD8-5CEA-A9B6-04399197A6CF}" dt="2026-07-21T23:50:52.058" v="25035" actId="2696"/>
        <pc:sldMkLst>
          <pc:docMk/>
          <pc:sldMk cId="3616615227" sldId="722"/>
        </pc:sldMkLst>
      </pc:sldChg>
      <pc:sldChg chg="addSp delSp modSp add mod">
        <pc:chgData name="Aoi Seki" userId="3c72e6668d233292" providerId="LiveId" clId="{B9AE2B71-EDD8-5CEA-A9B6-04399197A6CF}" dt="2026-07-22T02:21:10.831" v="25826" actId="947"/>
        <pc:sldMkLst>
          <pc:docMk/>
          <pc:sldMk cId="2871396514" sldId="723"/>
        </pc:sldMkLst>
        <pc:spChg chg="add mod">
          <ac:chgData name="Aoi Seki" userId="3c72e6668d233292" providerId="LiveId" clId="{B9AE2B71-EDD8-5CEA-A9B6-04399197A6CF}" dt="2026-07-21T23:48:40.097" v="24965" actId="167"/>
          <ac:spMkLst>
            <pc:docMk/>
            <pc:sldMk cId="2871396514" sldId="723"/>
            <ac:spMk id="2" creationId="{9609ED05-9701-30A5-8ABB-C0ED72AD18AD}"/>
          </ac:spMkLst>
        </pc:spChg>
        <pc:spChg chg="mod">
          <ac:chgData name="Aoi Seki" userId="3c72e6668d233292" providerId="LiveId" clId="{B9AE2B71-EDD8-5CEA-A9B6-04399197A6CF}" dt="2026-07-21T23:48:26.943" v="24962" actId="20577"/>
          <ac:spMkLst>
            <pc:docMk/>
            <pc:sldMk cId="2871396514" sldId="723"/>
            <ac:spMk id="10" creationId="{600103E9-C6E2-BB4E-EBA8-9C554A49CFAD}"/>
          </ac:spMkLst>
        </pc:spChg>
        <pc:spChg chg="del">
          <ac:chgData name="Aoi Seki" userId="3c72e6668d233292" providerId="LiveId" clId="{B9AE2B71-EDD8-5CEA-A9B6-04399197A6CF}" dt="2026-07-21T23:48:42.849" v="24966" actId="478"/>
          <ac:spMkLst>
            <pc:docMk/>
            <pc:sldMk cId="2871396514" sldId="723"/>
            <ac:spMk id="15" creationId="{D74009C6-4E71-5A32-EF56-08C83D5AF982}"/>
          </ac:spMkLst>
        </pc:spChg>
        <pc:spChg chg="mod">
          <ac:chgData name="Aoi Seki" userId="3c72e6668d233292" providerId="LiveId" clId="{B9AE2B71-EDD8-5CEA-A9B6-04399197A6CF}" dt="2026-07-22T02:21:10.831" v="25826" actId="947"/>
          <ac:spMkLst>
            <pc:docMk/>
            <pc:sldMk cId="2871396514" sldId="723"/>
            <ac:spMk id="22" creationId="{2BF10EE9-272C-A586-4B8A-93D3B7637758}"/>
          </ac:spMkLst>
        </pc:spChg>
        <pc:spChg chg="mod">
          <ac:chgData name="Aoi Seki" userId="3c72e6668d233292" providerId="LiveId" clId="{B9AE2B71-EDD8-5CEA-A9B6-04399197A6CF}" dt="2026-07-21T23:48:48.399" v="24970" actId="20577"/>
          <ac:spMkLst>
            <pc:docMk/>
            <pc:sldMk cId="2871396514" sldId="723"/>
            <ac:spMk id="23" creationId="{85192CEB-C3CB-2173-D163-352AE36A132B}"/>
          </ac:spMkLst>
        </pc:spChg>
        <pc:spChg chg="mod">
          <ac:chgData name="Aoi Seki" userId="3c72e6668d233292" providerId="LiveId" clId="{B9AE2B71-EDD8-5CEA-A9B6-04399197A6CF}" dt="2026-07-21T23:49:01.008" v="25001" actId="115"/>
          <ac:spMkLst>
            <pc:docMk/>
            <pc:sldMk cId="2871396514" sldId="723"/>
            <ac:spMk id="24" creationId="{C8092AEF-F792-8C03-FC94-83EF6620CB43}"/>
          </ac:spMkLst>
        </pc:spChg>
        <pc:spChg chg="del">
          <ac:chgData name="Aoi Seki" userId="3c72e6668d233292" providerId="LiveId" clId="{B9AE2B71-EDD8-5CEA-A9B6-04399197A6CF}" dt="2026-07-21T23:48:50.785" v="24971" actId="478"/>
          <ac:spMkLst>
            <pc:docMk/>
            <pc:sldMk cId="2871396514" sldId="723"/>
            <ac:spMk id="26" creationId="{8EB9973A-B5F6-0C4A-EDEA-4888AAEFEF88}"/>
          </ac:spMkLst>
        </pc:spChg>
        <pc:grpChg chg="add mod">
          <ac:chgData name="Aoi Seki" userId="3c72e6668d233292" providerId="LiveId" clId="{B9AE2B71-EDD8-5CEA-A9B6-04399197A6CF}" dt="2026-07-21T23:49:38.177" v="25016"/>
          <ac:grpSpMkLst>
            <pc:docMk/>
            <pc:sldMk cId="2871396514" sldId="723"/>
            <ac:grpSpMk id="3" creationId="{076AB96C-10FD-1571-EBC1-017EE1006A70}"/>
          </ac:grpSpMkLst>
        </pc:grpChg>
        <pc:grpChg chg="add mod">
          <ac:chgData name="Aoi Seki" userId="3c72e6668d233292" providerId="LiveId" clId="{B9AE2B71-EDD8-5CEA-A9B6-04399197A6CF}" dt="2026-07-21T23:49:42.596" v="25018"/>
          <ac:grpSpMkLst>
            <pc:docMk/>
            <pc:sldMk cId="2871396514" sldId="723"/>
            <ac:grpSpMk id="6" creationId="{228391BB-2F65-047F-CAA4-1B643D499F64}"/>
          </ac:grpSpMkLst>
        </pc:grpChg>
        <pc:grpChg chg="mod">
          <ac:chgData name="Aoi Seki" userId="3c72e6668d233292" providerId="LiveId" clId="{B9AE2B71-EDD8-5CEA-A9B6-04399197A6CF}" dt="2026-07-21T23:50:27.122" v="25027" actId="1035"/>
          <ac:grpSpMkLst>
            <pc:docMk/>
            <pc:sldMk cId="2871396514" sldId="723"/>
            <ac:grpSpMk id="20" creationId="{0CBB3579-DA03-8436-11E0-9BDE8BA2E727}"/>
          </ac:grpSpMkLst>
        </pc:grpChg>
        <pc:grpChg chg="del">
          <ac:chgData name="Aoi Seki" userId="3c72e6668d233292" providerId="LiveId" clId="{B9AE2B71-EDD8-5CEA-A9B6-04399197A6CF}" dt="2026-07-21T23:49:42.297" v="25017" actId="478"/>
          <ac:grpSpMkLst>
            <pc:docMk/>
            <pc:sldMk cId="2871396514" sldId="723"/>
            <ac:grpSpMk id="62" creationId="{4A324498-B734-988E-1DD3-3F384108FF67}"/>
          </ac:grpSpMkLst>
        </pc:grpChg>
        <pc:picChg chg="mod">
          <ac:chgData name="Aoi Seki" userId="3c72e6668d233292" providerId="LiveId" clId="{B9AE2B71-EDD8-5CEA-A9B6-04399197A6CF}" dt="2026-07-21T23:49:38.177" v="25016"/>
          <ac:picMkLst>
            <pc:docMk/>
            <pc:sldMk cId="2871396514" sldId="723"/>
            <ac:picMk id="4" creationId="{AC84E135-9688-5702-4730-20AC2AA6BEF4}"/>
          </ac:picMkLst>
        </pc:picChg>
        <pc:picChg chg="mod">
          <ac:chgData name="Aoi Seki" userId="3c72e6668d233292" providerId="LiveId" clId="{B9AE2B71-EDD8-5CEA-A9B6-04399197A6CF}" dt="2026-07-21T23:49:38.177" v="25016"/>
          <ac:picMkLst>
            <pc:docMk/>
            <pc:sldMk cId="2871396514" sldId="723"/>
            <ac:picMk id="5" creationId="{2C7AFE6C-459C-64AF-3107-3E673FF01349}"/>
          </ac:picMkLst>
        </pc:picChg>
        <pc:picChg chg="mod">
          <ac:chgData name="Aoi Seki" userId="3c72e6668d233292" providerId="LiveId" clId="{B9AE2B71-EDD8-5CEA-A9B6-04399197A6CF}" dt="2026-07-21T23:49:42.596" v="25018"/>
          <ac:picMkLst>
            <pc:docMk/>
            <pc:sldMk cId="2871396514" sldId="723"/>
            <ac:picMk id="7" creationId="{C7834C0E-4C8B-9A86-3E85-26F5101F89A6}"/>
          </ac:picMkLst>
        </pc:picChg>
        <pc:picChg chg="mod">
          <ac:chgData name="Aoi Seki" userId="3c72e6668d233292" providerId="LiveId" clId="{B9AE2B71-EDD8-5CEA-A9B6-04399197A6CF}" dt="2026-07-21T23:49:42.596" v="25018"/>
          <ac:picMkLst>
            <pc:docMk/>
            <pc:sldMk cId="2871396514" sldId="723"/>
            <ac:picMk id="8" creationId="{A1309889-CB2D-04FA-89DF-7298B7EA7D26}"/>
          </ac:picMkLst>
        </pc:picChg>
      </pc:sldChg>
      <pc:sldChg chg="addSp delSp modSp add mod">
        <pc:chgData name="Aoi Seki" userId="3c72e6668d233292" providerId="LiveId" clId="{B9AE2B71-EDD8-5CEA-A9B6-04399197A6CF}" dt="2026-07-21T23:53:17.153" v="25060" actId="164"/>
        <pc:sldMkLst>
          <pc:docMk/>
          <pc:sldMk cId="3441633917" sldId="724"/>
        </pc:sldMkLst>
        <pc:spChg chg="del">
          <ac:chgData name="Aoi Seki" userId="3c72e6668d233292" providerId="LiveId" clId="{B9AE2B71-EDD8-5CEA-A9B6-04399197A6CF}" dt="2026-07-21T23:51:30.056" v="25037" actId="478"/>
          <ac:spMkLst>
            <pc:docMk/>
            <pc:sldMk cId="3441633917" sldId="724"/>
            <ac:spMk id="2" creationId="{024DE522-4A1F-DB8D-6C77-6843E9A2ED36}"/>
          </ac:spMkLst>
        </pc:spChg>
        <pc:spChg chg="del">
          <ac:chgData name="Aoi Seki" userId="3c72e6668d233292" providerId="LiveId" clId="{B9AE2B71-EDD8-5CEA-A9B6-04399197A6CF}" dt="2026-07-21T23:51:30.056" v="25037" actId="478"/>
          <ac:spMkLst>
            <pc:docMk/>
            <pc:sldMk cId="3441633917" sldId="724"/>
            <ac:spMk id="3" creationId="{FF96C1A8-ED66-A498-98FF-1334D1DEFF8E}"/>
          </ac:spMkLst>
        </pc:spChg>
        <pc:spChg chg="del">
          <ac:chgData name="Aoi Seki" userId="3c72e6668d233292" providerId="LiveId" clId="{B9AE2B71-EDD8-5CEA-A9B6-04399197A6CF}" dt="2026-07-21T23:51:30.056" v="25037" actId="478"/>
          <ac:spMkLst>
            <pc:docMk/>
            <pc:sldMk cId="3441633917" sldId="724"/>
            <ac:spMk id="4" creationId="{96F0BD19-140E-D301-E517-BDFB48491EE1}"/>
          </ac:spMkLst>
        </pc:spChg>
        <pc:spChg chg="add del mod">
          <ac:chgData name="Aoi Seki" userId="3c72e6668d233292" providerId="LiveId" clId="{B9AE2B71-EDD8-5CEA-A9B6-04399197A6CF}" dt="2026-07-21T23:52:26.820" v="25046" actId="478"/>
          <ac:spMkLst>
            <pc:docMk/>
            <pc:sldMk cId="3441633917" sldId="724"/>
            <ac:spMk id="5" creationId="{1C77858D-5B9C-7EF4-AC23-CC9BBA6EEA4D}"/>
          </ac:spMkLst>
        </pc:spChg>
        <pc:spChg chg="add mod">
          <ac:chgData name="Aoi Seki" userId="3c72e6668d233292" providerId="LiveId" clId="{B9AE2B71-EDD8-5CEA-A9B6-04399197A6CF}" dt="2026-07-21T23:51:30.530" v="25038"/>
          <ac:spMkLst>
            <pc:docMk/>
            <pc:sldMk cId="3441633917" sldId="724"/>
            <ac:spMk id="7" creationId="{08362C53-9237-D7D8-B796-0DD55D2972E6}"/>
          </ac:spMkLst>
        </pc:spChg>
        <pc:spChg chg="add del mod">
          <ac:chgData name="Aoi Seki" userId="3c72e6668d233292" providerId="LiveId" clId="{B9AE2B71-EDD8-5CEA-A9B6-04399197A6CF}" dt="2026-07-21T23:52:26.820" v="25046" actId="478"/>
          <ac:spMkLst>
            <pc:docMk/>
            <pc:sldMk cId="3441633917" sldId="724"/>
            <ac:spMk id="8" creationId="{8CF3D430-212C-B1EC-B7A9-704304E55CB2}"/>
          </ac:spMkLst>
        </pc:spChg>
        <pc:spChg chg="mod">
          <ac:chgData name="Aoi Seki" userId="3c72e6668d233292" providerId="LiveId" clId="{B9AE2B71-EDD8-5CEA-A9B6-04399197A6CF}" dt="2026-07-21T23:51:43.534" v="25040"/>
          <ac:spMkLst>
            <pc:docMk/>
            <pc:sldMk cId="3441633917" sldId="724"/>
            <ac:spMk id="11" creationId="{CF5A669E-4B16-798E-54A3-37E0D2E43168}"/>
          </ac:spMkLst>
        </pc:spChg>
        <pc:spChg chg="mod">
          <ac:chgData name="Aoi Seki" userId="3c72e6668d233292" providerId="LiveId" clId="{B9AE2B71-EDD8-5CEA-A9B6-04399197A6CF}" dt="2026-07-21T23:51:43.534" v="25040"/>
          <ac:spMkLst>
            <pc:docMk/>
            <pc:sldMk cId="3441633917" sldId="724"/>
            <ac:spMk id="12" creationId="{BC73136C-ED20-91F8-76C4-C7854AE72C0F}"/>
          </ac:spMkLst>
        </pc:spChg>
        <pc:spChg chg="add mod">
          <ac:chgData name="Aoi Seki" userId="3c72e6668d233292" providerId="LiveId" clId="{B9AE2B71-EDD8-5CEA-A9B6-04399197A6CF}" dt="2026-07-21T23:52:27.167" v="25047"/>
          <ac:spMkLst>
            <pc:docMk/>
            <pc:sldMk cId="3441633917" sldId="724"/>
            <ac:spMk id="13" creationId="{3E975C91-C417-3110-BD10-C17E72C9C652}"/>
          </ac:spMkLst>
        </pc:spChg>
        <pc:spChg chg="add mod">
          <ac:chgData name="Aoi Seki" userId="3c72e6668d233292" providerId="LiveId" clId="{B9AE2B71-EDD8-5CEA-A9B6-04399197A6CF}" dt="2026-07-21T23:52:27.167" v="25047"/>
          <ac:spMkLst>
            <pc:docMk/>
            <pc:sldMk cId="3441633917" sldId="724"/>
            <ac:spMk id="14" creationId="{6F1CFC42-3118-00E9-2C1D-0EA7DD608172}"/>
          </ac:spMkLst>
        </pc:spChg>
        <pc:grpChg chg="add mod">
          <ac:chgData name="Aoi Seki" userId="3c72e6668d233292" providerId="LiveId" clId="{B9AE2B71-EDD8-5CEA-A9B6-04399197A6CF}" dt="2026-07-21T23:53:17.153" v="25060" actId="164"/>
          <ac:grpSpMkLst>
            <pc:docMk/>
            <pc:sldMk cId="3441633917" sldId="724"/>
            <ac:grpSpMk id="9" creationId="{9940B11F-90B4-10CF-EF79-9D98D0286785}"/>
          </ac:grpSpMkLst>
        </pc:grpChg>
        <pc:grpChg chg="add mod">
          <ac:chgData name="Aoi Seki" userId="3c72e6668d233292" providerId="LiveId" clId="{B9AE2B71-EDD8-5CEA-A9B6-04399197A6CF}" dt="2026-07-21T23:53:17.153" v="25060" actId="164"/>
          <ac:grpSpMkLst>
            <pc:docMk/>
            <pc:sldMk cId="3441633917" sldId="724"/>
            <ac:grpSpMk id="17" creationId="{CFD53D9F-CD3C-01F3-7285-CBAABEF73215}"/>
          </ac:grpSpMkLst>
        </pc:grpChg>
        <pc:picChg chg="del">
          <ac:chgData name="Aoi Seki" userId="3c72e6668d233292" providerId="LiveId" clId="{B9AE2B71-EDD8-5CEA-A9B6-04399197A6CF}" dt="2026-07-21T23:51:43.222" v="25039" actId="478"/>
          <ac:picMkLst>
            <pc:docMk/>
            <pc:sldMk cId="3441633917" sldId="724"/>
            <ac:picMk id="6" creationId="{7F7DF39C-9ACD-2E26-2944-1EE8873B64BA}"/>
          </ac:picMkLst>
        </pc:picChg>
        <pc:picChg chg="del mod">
          <ac:chgData name="Aoi Seki" userId="3c72e6668d233292" providerId="LiveId" clId="{B9AE2B71-EDD8-5CEA-A9B6-04399197A6CF}" dt="2026-07-21T23:53:11.060" v="25059" actId="478"/>
          <ac:picMkLst>
            <pc:docMk/>
            <pc:sldMk cId="3441633917" sldId="724"/>
            <ac:picMk id="10" creationId="{4152D536-A09D-1674-BD3E-D1D7CC3177D0}"/>
          </ac:picMkLst>
        </pc:picChg>
        <pc:picChg chg="add mod">
          <ac:chgData name="Aoi Seki" userId="3c72e6668d233292" providerId="LiveId" clId="{B9AE2B71-EDD8-5CEA-A9B6-04399197A6CF}" dt="2026-07-21T23:53:17.153" v="25060" actId="164"/>
          <ac:picMkLst>
            <pc:docMk/>
            <pc:sldMk cId="3441633917" sldId="724"/>
            <ac:picMk id="16" creationId="{4485643A-CB5D-0D24-90FF-6B1823987D60}"/>
          </ac:picMkLst>
        </pc:picChg>
      </pc:sldChg>
      <pc:sldChg chg="addSp delSp modSp add mod">
        <pc:chgData name="Aoi Seki" userId="3c72e6668d233292" providerId="LiveId" clId="{B9AE2B71-EDD8-5CEA-A9B6-04399197A6CF}" dt="2026-07-22T02:25:48.755" v="25829" actId="1036"/>
        <pc:sldMkLst>
          <pc:docMk/>
          <pc:sldMk cId="1440237601" sldId="725"/>
        </pc:sldMkLst>
        <pc:spChg chg="add mod">
          <ac:chgData name="Aoi Seki" userId="3c72e6668d233292" providerId="LiveId" clId="{B9AE2B71-EDD8-5CEA-A9B6-04399197A6CF}" dt="2026-07-22T00:17:42.867" v="25063"/>
          <ac:spMkLst>
            <pc:docMk/>
            <pc:sldMk cId="1440237601" sldId="725"/>
            <ac:spMk id="3" creationId="{D0319439-0E66-6DE3-DC09-B1F55EA8DA26}"/>
          </ac:spMkLst>
        </pc:spChg>
        <pc:spChg chg="add mod">
          <ac:chgData name="Aoi Seki" userId="3c72e6668d233292" providerId="LiveId" clId="{B9AE2B71-EDD8-5CEA-A9B6-04399197A6CF}" dt="2026-07-22T00:32:21.834" v="25749" actId="1035"/>
          <ac:spMkLst>
            <pc:docMk/>
            <pc:sldMk cId="1440237601" sldId="725"/>
            <ac:spMk id="10" creationId="{B122B451-8E9B-C938-E695-6B1C0F9AE33B}"/>
          </ac:spMkLst>
        </pc:spChg>
        <pc:spChg chg="add mod">
          <ac:chgData name="Aoi Seki" userId="3c72e6668d233292" providerId="LiveId" clId="{B9AE2B71-EDD8-5CEA-A9B6-04399197A6CF}" dt="2026-07-22T00:32:17.472" v="25748" actId="1036"/>
          <ac:spMkLst>
            <pc:docMk/>
            <pc:sldMk cId="1440237601" sldId="725"/>
            <ac:spMk id="13" creationId="{03F5A7C3-21D2-17EC-3667-CA68B2AE41CC}"/>
          </ac:spMkLst>
        </pc:spChg>
        <pc:spChg chg="add mod">
          <ac:chgData name="Aoi Seki" userId="3c72e6668d233292" providerId="LiveId" clId="{B9AE2B71-EDD8-5CEA-A9B6-04399197A6CF}" dt="2026-07-22T00:35:10.356" v="25781" actId="947"/>
          <ac:spMkLst>
            <pc:docMk/>
            <pc:sldMk cId="1440237601" sldId="725"/>
            <ac:spMk id="14" creationId="{8607932B-5F4C-FBA7-28BA-15D41AB4DE9A}"/>
          </ac:spMkLst>
        </pc:spChg>
        <pc:spChg chg="add del mod">
          <ac:chgData name="Aoi Seki" userId="3c72e6668d233292" providerId="LiveId" clId="{B9AE2B71-EDD8-5CEA-A9B6-04399197A6CF}" dt="2026-07-22T00:28:52.910" v="25613" actId="478"/>
          <ac:spMkLst>
            <pc:docMk/>
            <pc:sldMk cId="1440237601" sldId="725"/>
            <ac:spMk id="15" creationId="{AC040718-4095-A6ED-61CE-EE34A46A8738}"/>
          </ac:spMkLst>
        </pc:spChg>
        <pc:spChg chg="add del mod">
          <ac:chgData name="Aoi Seki" userId="3c72e6668d233292" providerId="LiveId" clId="{B9AE2B71-EDD8-5CEA-A9B6-04399197A6CF}" dt="2026-07-22T00:31:06.921" v="25729" actId="478"/>
          <ac:spMkLst>
            <pc:docMk/>
            <pc:sldMk cId="1440237601" sldId="725"/>
            <ac:spMk id="16" creationId="{0CA03807-3599-03A4-7860-A18DFD0FC1D7}"/>
          </ac:spMkLst>
        </pc:spChg>
        <pc:spChg chg="add del mod">
          <ac:chgData name="Aoi Seki" userId="3c72e6668d233292" providerId="LiveId" clId="{B9AE2B71-EDD8-5CEA-A9B6-04399197A6CF}" dt="2026-07-22T00:31:06.921" v="25729" actId="478"/>
          <ac:spMkLst>
            <pc:docMk/>
            <pc:sldMk cId="1440237601" sldId="725"/>
            <ac:spMk id="17" creationId="{139BA88D-4D08-AAD5-1031-C034CDBFEEBD}"/>
          </ac:spMkLst>
        </pc:spChg>
        <pc:spChg chg="add mod">
          <ac:chgData name="Aoi Seki" userId="3c72e6668d233292" providerId="LiveId" clId="{B9AE2B71-EDD8-5CEA-A9B6-04399197A6CF}" dt="2026-07-22T02:25:48.755" v="25829" actId="1036"/>
          <ac:spMkLst>
            <pc:docMk/>
            <pc:sldMk cId="1440237601" sldId="725"/>
            <ac:spMk id="18" creationId="{8AD58E39-A831-D43A-10C4-131500C19757}"/>
          </ac:spMkLst>
        </pc:spChg>
        <pc:spChg chg="add mod">
          <ac:chgData name="Aoi Seki" userId="3c72e6668d233292" providerId="LiveId" clId="{B9AE2B71-EDD8-5CEA-A9B6-04399197A6CF}" dt="2026-07-22T02:23:52.561" v="25828" actId="1035"/>
          <ac:spMkLst>
            <pc:docMk/>
            <pc:sldMk cId="1440237601" sldId="725"/>
            <ac:spMk id="19" creationId="{10044E49-D048-F105-963C-62CFA7F88795}"/>
          </ac:spMkLst>
        </pc:spChg>
        <pc:spChg chg="add mod">
          <ac:chgData name="Aoi Seki" userId="3c72e6668d233292" providerId="LiveId" clId="{B9AE2B71-EDD8-5CEA-A9B6-04399197A6CF}" dt="2026-07-22T02:23:52.561" v="25828" actId="1035"/>
          <ac:spMkLst>
            <pc:docMk/>
            <pc:sldMk cId="1440237601" sldId="725"/>
            <ac:spMk id="20" creationId="{55E5E9B7-A91F-B928-A9F3-3F5C74ED168C}"/>
          </ac:spMkLst>
        </pc:spChg>
        <pc:grpChg chg="del">
          <ac:chgData name="Aoi Seki" userId="3c72e6668d233292" providerId="LiveId" clId="{B9AE2B71-EDD8-5CEA-A9B6-04399197A6CF}" dt="2026-07-22T00:17:19.739" v="25062" actId="478"/>
          <ac:grpSpMkLst>
            <pc:docMk/>
            <pc:sldMk cId="1440237601" sldId="725"/>
            <ac:grpSpMk id="11" creationId="{24483A53-A93A-8733-3156-87DF3C6589B1}"/>
          </ac:grpSpMkLst>
        </pc:grpChg>
        <pc:grpChg chg="del mod">
          <ac:chgData name="Aoi Seki" userId="3c72e6668d233292" providerId="LiveId" clId="{B9AE2B71-EDD8-5CEA-A9B6-04399197A6CF}" dt="2026-07-22T00:26:00.641" v="25407" actId="478"/>
          <ac:grpSpMkLst>
            <pc:docMk/>
            <pc:sldMk cId="1440237601" sldId="725"/>
            <ac:grpSpMk id="12" creationId="{8DF09E5D-540C-2C0F-DEA5-EDD00CBFD2B6}"/>
          </ac:grpSpMkLst>
        </pc:grpChg>
      </pc:sldChg>
      <pc:sldChg chg="add del">
        <pc:chgData name="Aoi Seki" userId="3c72e6668d233292" providerId="LiveId" clId="{B9AE2B71-EDD8-5CEA-A9B6-04399197A6CF}" dt="2026-07-22T00:36:28.022" v="25797" actId="2696"/>
        <pc:sldMkLst>
          <pc:docMk/>
          <pc:sldMk cId="1576689341" sldId="726"/>
        </pc:sldMkLst>
      </pc:sldChg>
      <pc:sldChg chg="add">
        <pc:chgData name="Aoi Seki" userId="3c72e6668d233292" providerId="LiveId" clId="{B9AE2B71-EDD8-5CEA-A9B6-04399197A6CF}" dt="2026-07-21T23:53:50.727" v="25061"/>
        <pc:sldMkLst>
          <pc:docMk/>
          <pc:sldMk cId="1624146433" sldId="727"/>
        </pc:sldMkLst>
      </pc:sldChg>
      <pc:sldMasterChg chg="modSldLayout">
        <pc:chgData name="Aoi Seki" userId="3c72e6668d233292" providerId="LiveId" clId="{B9AE2B71-EDD8-5CEA-A9B6-04399197A6CF}" dt="2026-07-07T12:13:48.133" v="18974" actId="20577"/>
        <pc:sldMasterMkLst>
          <pc:docMk/>
          <pc:sldMasterMk cId="3847310903" sldId="2147483738"/>
        </pc:sldMasterMkLst>
        <pc:sldLayoutChg chg="modSp mod">
          <pc:chgData name="Aoi Seki" userId="3c72e6668d233292" providerId="LiveId" clId="{B9AE2B71-EDD8-5CEA-A9B6-04399197A6CF}" dt="2026-07-07T08:42:28.144" v="17769" actId="20577"/>
          <pc:sldLayoutMkLst>
            <pc:docMk/>
            <pc:sldMasterMk cId="3847310903" sldId="2147483738"/>
            <pc:sldLayoutMk cId="941720685" sldId="2147483761"/>
          </pc:sldLayoutMkLst>
          <pc:spChg chg="mod">
            <ac:chgData name="Aoi Seki" userId="3c72e6668d233292" providerId="LiveId" clId="{B9AE2B71-EDD8-5CEA-A9B6-04399197A6CF}" dt="2026-07-07T08:42:28.144" v="17769" actId="20577"/>
            <ac:spMkLst>
              <pc:docMk/>
              <pc:sldMasterMk cId="3847310903" sldId="2147483738"/>
              <pc:sldLayoutMk cId="941720685" sldId="2147483761"/>
              <ac:spMk id="6" creationId="{48A53052-673D-3D58-8593-41204167CE3F}"/>
            </ac:spMkLst>
          </pc:spChg>
        </pc:sldLayoutChg>
        <pc:sldLayoutChg chg="modSp mod">
          <pc:chgData name="Aoi Seki" userId="3c72e6668d233292" providerId="LiveId" clId="{B9AE2B71-EDD8-5CEA-A9B6-04399197A6CF}" dt="2026-07-07T12:13:48.133" v="18974" actId="20577"/>
          <pc:sldLayoutMkLst>
            <pc:docMk/>
            <pc:sldMasterMk cId="3847310903" sldId="2147483738"/>
            <pc:sldLayoutMk cId="896620167" sldId="2147483762"/>
          </pc:sldLayoutMkLst>
          <pc:spChg chg="mod">
            <ac:chgData name="Aoi Seki" userId="3c72e6668d233292" providerId="LiveId" clId="{B9AE2B71-EDD8-5CEA-A9B6-04399197A6CF}" dt="2026-07-07T12:13:48.133" v="18974" actId="20577"/>
            <ac:spMkLst>
              <pc:docMk/>
              <pc:sldMasterMk cId="3847310903" sldId="2147483738"/>
              <pc:sldLayoutMk cId="896620167" sldId="2147483762"/>
              <ac:spMk id="6" creationId="{48A53052-673D-3D58-8593-41204167CE3F}"/>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F15BE4-A486-474C-B16D-8EC3F0EBB2E4}" type="datetimeFigureOut">
              <a:rPr kumimoji="1" lang="ja-JP" altLang="en-US" smtClean="0"/>
              <a:t>2026/9/27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E8E2C-C6E7-47E1-A50F-F18D407175ED}" type="slidenum">
              <a:rPr kumimoji="1" lang="ja-JP" altLang="en-US" smtClean="0"/>
              <a:t>‹#›</a:t>
            </a:fld>
            <a:endParaRPr kumimoji="1" lang="ja-JP" altLang="en-US"/>
          </a:p>
        </p:txBody>
      </p:sp>
    </p:spTree>
    <p:extLst>
      <p:ext uri="{BB962C8B-B14F-4D97-AF65-F5344CB8AC3E}">
        <p14:creationId xmlns:p14="http://schemas.microsoft.com/office/powerpoint/2010/main" val="6949694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CA33D-451C-9BE2-BC75-75F36A09638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5ECED0-362A-BEE8-A0E4-0A5C7B21ECDE}"/>
              </a:ext>
            </a:extLst>
          </p:cNvPr>
          <p:cNvSpPr>
            <a:spLocks noGrp="1" noRot="1" noChangeAspect="1"/>
          </p:cNvSpPr>
          <p:nvPr>
            <p:ph type="sldImg"/>
          </p:nvPr>
        </p:nvSpPr>
        <p:spPr>
          <a:xfrm>
            <a:off x="685800" y="1143000"/>
            <a:ext cx="5486400" cy="3086100"/>
          </a:xfrm>
        </p:spPr>
      </p:sp>
      <p:sp>
        <p:nvSpPr>
          <p:cNvPr id="3" name="ノート プレースホルダー 2">
            <a:extLst>
              <a:ext uri="{FF2B5EF4-FFF2-40B4-BE49-F238E27FC236}">
                <a16:creationId xmlns:a16="http://schemas.microsoft.com/office/drawing/2014/main" id="{205E2F25-3BFE-68CB-9CC1-94181100878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49A7B84-46AC-2D98-7385-6ACCC76CFD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EE8E2C-C6E7-47E1-A50F-F18D407175E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751992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2</a:t>
            </a:fld>
            <a:endParaRPr kumimoji="1" lang="ja-JP" altLang="en-US"/>
          </a:p>
        </p:txBody>
      </p:sp>
    </p:spTree>
    <p:extLst>
      <p:ext uri="{BB962C8B-B14F-4D97-AF65-F5344CB8AC3E}">
        <p14:creationId xmlns:p14="http://schemas.microsoft.com/office/powerpoint/2010/main" val="161822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（文献調査により）得られた結果だけを伝える</a:t>
            </a:r>
            <a:br>
              <a:rPr kumimoji="1" lang="en-US" altLang="ja-JP" dirty="0"/>
            </a:br>
            <a:endParaRPr kumimoji="1" lang="en-US" altLang="ja-JP" dirty="0"/>
          </a:p>
          <a:p>
            <a:r>
              <a:rPr kumimoji="1" lang="ja-JP" altLang="en-US"/>
              <a:t>伝えないといけないのは、</a:t>
            </a:r>
            <a:br>
              <a:rPr kumimoji="1" lang="en-US" altLang="ja-JP" dirty="0"/>
            </a:br>
            <a:r>
              <a:rPr kumimoji="1" lang="ja-JP" altLang="en-US"/>
              <a:t>・詳細ニーズ</a:t>
            </a:r>
            <a:r>
              <a:rPr kumimoji="1" lang="en-US" altLang="ja-JP" dirty="0"/>
              <a:t>×</a:t>
            </a:r>
            <a:r>
              <a:rPr kumimoji="1" lang="ja-JP" altLang="en-US"/>
              <a:t>属性の全体感</a:t>
            </a:r>
            <a:endParaRPr kumimoji="1" lang="en-US" altLang="ja-JP" dirty="0"/>
          </a:p>
          <a:p>
            <a:r>
              <a:rPr kumimoji="1" lang="ja-JP" altLang="en-US"/>
              <a:t>・文献調査によるという点</a:t>
            </a:r>
            <a:endParaRPr kumimoji="1" lang="en-US" altLang="ja-JP" dirty="0"/>
          </a:p>
          <a:p>
            <a:r>
              <a:rPr kumimoji="1" lang="ja-JP" altLang="en-US"/>
              <a:t>・本プロジェクトで注力するニーズの内容</a:t>
            </a:r>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3</a:t>
            </a:fld>
            <a:endParaRPr kumimoji="1" lang="ja-JP" altLang="en-US"/>
          </a:p>
        </p:txBody>
      </p:sp>
    </p:spTree>
    <p:extLst>
      <p:ext uri="{BB962C8B-B14F-4D97-AF65-F5344CB8AC3E}">
        <p14:creationId xmlns:p14="http://schemas.microsoft.com/office/powerpoint/2010/main" val="3116772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r>
              <a:rPr kumimoji="1" lang="ja-JP" altLang="en-US"/>
              <a:t>ここは、ひとつまえの補足</a:t>
            </a:r>
            <a:br>
              <a:rPr kumimoji="1" lang="en-US" altLang="ja-JP" dirty="0"/>
            </a:br>
            <a:r>
              <a:rPr kumimoji="1" lang="ja-JP" altLang="en-US"/>
              <a:t>特に、ニーズの大きさと変化の算出方法、ならびに判定基準について</a:t>
            </a:r>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4</a:t>
            </a:fld>
            <a:endParaRPr kumimoji="1" lang="ja-JP" altLang="en-US"/>
          </a:p>
        </p:txBody>
      </p:sp>
    </p:spTree>
    <p:extLst>
      <p:ext uri="{BB962C8B-B14F-4D97-AF65-F5344CB8AC3E}">
        <p14:creationId xmlns:p14="http://schemas.microsoft.com/office/powerpoint/2010/main" val="4134869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9C21-D06C-8EBD-BC56-9BD5387A95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12C746-0809-7A80-602E-B6845392CC1F}"/>
              </a:ext>
            </a:extLst>
          </p:cNvPr>
          <p:cNvSpPr>
            <a:spLocks noGrp="1" noRot="1" noChangeAspect="1"/>
          </p:cNvSpPr>
          <p:nvPr>
            <p:ph type="sldImg"/>
          </p:nvPr>
        </p:nvSpPr>
        <p:spPr>
          <a:xfrm>
            <a:off x="685800" y="1143000"/>
            <a:ext cx="5486400" cy="3086100"/>
          </a:xfrm>
        </p:spPr>
      </p:sp>
      <p:sp>
        <p:nvSpPr>
          <p:cNvPr id="3" name="ノート プレースホルダー 2">
            <a:extLst>
              <a:ext uri="{FF2B5EF4-FFF2-40B4-BE49-F238E27FC236}">
                <a16:creationId xmlns:a16="http://schemas.microsoft.com/office/drawing/2014/main" id="{570E575D-6857-8975-24D0-E565AEF53227}"/>
              </a:ext>
            </a:extLst>
          </p:cNvPr>
          <p:cNvSpPr>
            <a:spLocks noGrp="1"/>
          </p:cNvSpPr>
          <p:nvPr>
            <p:ph type="body" idx="1"/>
          </p:nvPr>
        </p:nvSpPr>
        <p:spPr/>
        <p:txBody>
          <a:bodyPr/>
          <a:lstStyle/>
          <a:p>
            <a:r>
              <a:rPr kumimoji="1" lang="ja-JP" altLang="en-US"/>
              <a:t>セブンイレブンに重きをおいて、このタイミングで特定された問題を伝える</a:t>
            </a:r>
            <a:endParaRPr kumimoji="1" lang="en-US" altLang="ja-JP" dirty="0"/>
          </a:p>
          <a:p>
            <a:endParaRPr kumimoji="1" lang="en-US" altLang="ja-JP" dirty="0"/>
          </a:p>
          <a:p>
            <a:r>
              <a:rPr kumimoji="1" lang="ja-JP" altLang="en-US"/>
              <a:t>伝えないといけないのは、</a:t>
            </a:r>
            <a:endParaRPr kumimoji="1" lang="en-US" altLang="ja-JP" dirty="0"/>
          </a:p>
          <a:p>
            <a:r>
              <a:rPr kumimoji="1" lang="ja-JP" altLang="en-US"/>
              <a:t>・注力する健康ニーズをまとめる</a:t>
            </a:r>
            <a:endParaRPr kumimoji="1" lang="en-US" altLang="ja-JP" dirty="0"/>
          </a:p>
          <a:p>
            <a:r>
              <a:rPr kumimoji="1" lang="ja-JP" altLang="en-US"/>
              <a:t>・セブンイレブンの対応を評価する</a:t>
            </a:r>
            <a:endParaRPr kumimoji="1" lang="en-US" altLang="ja-JP" dirty="0"/>
          </a:p>
          <a:p>
            <a:r>
              <a:rPr kumimoji="1" lang="ja-JP" altLang="en-US"/>
              <a:t>・「対応」の定義</a:t>
            </a:r>
            <a:endParaRPr kumimoji="1" lang="en-US" altLang="ja-JP" dirty="0"/>
          </a:p>
          <a:p>
            <a:r>
              <a:rPr kumimoji="1" lang="ja-JP" altLang="en-US"/>
              <a:t>・「対応」の評価方法</a:t>
            </a:r>
            <a:endParaRPr kumimoji="1" lang="en-US" altLang="ja-JP" dirty="0"/>
          </a:p>
          <a:p>
            <a:r>
              <a:rPr kumimoji="1" lang="ja-JP" altLang="en-US"/>
              <a:t>・特定された問題</a:t>
            </a:r>
            <a:endParaRPr kumimoji="1" lang="en-US" altLang="ja-JP" dirty="0"/>
          </a:p>
          <a:p>
            <a:endParaRPr kumimoji="1" lang="en-US" altLang="ja-JP" dirty="0"/>
          </a:p>
          <a:p>
            <a:r>
              <a:rPr kumimoji="1" lang="en-US" altLang="ja-JP" dirty="0"/>
              <a:t>※</a:t>
            </a:r>
            <a:r>
              <a:rPr kumimoji="1" lang="ja-JP" altLang="en-US"/>
              <a:t> 一般食品メーカーの商品を売ることも、「対応」に該当し得る可能性はある</a:t>
            </a:r>
            <a:endParaRPr kumimoji="1" lang="en-US" altLang="ja-JP" dirty="0"/>
          </a:p>
          <a:p>
            <a:r>
              <a:rPr kumimoji="1" lang="ja-JP" altLang="en-US"/>
              <a:t>だが、その実施量を把握する方法がない</a:t>
            </a:r>
            <a:endParaRPr kumimoji="1" lang="en-US" altLang="ja-JP" dirty="0"/>
          </a:p>
          <a:p>
            <a:r>
              <a:rPr kumimoji="1" lang="ja-JP" altLang="en-US"/>
              <a:t>一般食品メーカーの販売についてその実施を確認するためには、店舗に赴く以外の方法がない</a:t>
            </a:r>
            <a:br>
              <a:rPr kumimoji="1" lang="en-US" altLang="ja-JP" dirty="0"/>
            </a:br>
            <a:r>
              <a:rPr kumimoji="1" lang="en-US" altLang="ja-JP" dirty="0"/>
              <a:t>Zaim</a:t>
            </a:r>
            <a:r>
              <a:rPr kumimoji="1" lang="ja-JP" altLang="en-US"/>
              <a:t>データにも、「販売数」を表すデータはない</a:t>
            </a:r>
            <a:endParaRPr kumimoji="1" lang="en-US" altLang="ja-JP" dirty="0"/>
          </a:p>
          <a:p>
            <a:r>
              <a:rPr kumimoji="1" lang="ja-JP" altLang="en-US"/>
              <a:t>→ そのため、今回は扱わなかった</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A9A5C18C-8ECB-34AB-F15A-4AB933FE6154}"/>
              </a:ext>
            </a:extLst>
          </p:cNvPr>
          <p:cNvSpPr>
            <a:spLocks noGrp="1"/>
          </p:cNvSpPr>
          <p:nvPr>
            <p:ph type="sldNum" sz="quarter" idx="5"/>
          </p:nvPr>
        </p:nvSpPr>
        <p:spPr/>
        <p:txBody>
          <a:bodyPr/>
          <a:lstStyle/>
          <a:p>
            <a:fld id="{EEEE8E2C-C6E7-47E1-A50F-F18D407175ED}" type="slidenum">
              <a:rPr kumimoji="1" lang="ja-JP" altLang="en-US" smtClean="0"/>
              <a:t>5</a:t>
            </a:fld>
            <a:endParaRPr kumimoji="1" lang="ja-JP" altLang="en-US"/>
          </a:p>
        </p:txBody>
      </p:sp>
    </p:spTree>
    <p:extLst>
      <p:ext uri="{BB962C8B-B14F-4D97-AF65-F5344CB8AC3E}">
        <p14:creationId xmlns:p14="http://schemas.microsoft.com/office/powerpoint/2010/main" val="2215061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92EB3-3168-7EFD-2970-C6B61B9E0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1004F7-6F8B-B7EC-C8CC-3DE603D2CB89}"/>
              </a:ext>
            </a:extLst>
          </p:cNvPr>
          <p:cNvSpPr>
            <a:spLocks noGrp="1" noRot="1" noChangeAspect="1"/>
          </p:cNvSpPr>
          <p:nvPr>
            <p:ph type="sldImg"/>
          </p:nvPr>
        </p:nvSpPr>
        <p:spPr>
          <a:xfrm>
            <a:off x="685800" y="1143000"/>
            <a:ext cx="5486400" cy="3086100"/>
          </a:xfrm>
        </p:spPr>
      </p:sp>
      <p:sp>
        <p:nvSpPr>
          <p:cNvPr id="3" name="ノート プレースホルダー 2">
            <a:extLst>
              <a:ext uri="{FF2B5EF4-FFF2-40B4-BE49-F238E27FC236}">
                <a16:creationId xmlns:a16="http://schemas.microsoft.com/office/drawing/2014/main" id="{A7BBC2CA-8454-B811-0201-A5420CCFEB01}"/>
              </a:ext>
            </a:extLst>
          </p:cNvPr>
          <p:cNvSpPr>
            <a:spLocks noGrp="1"/>
          </p:cNvSpPr>
          <p:nvPr>
            <p:ph type="body" idx="1"/>
          </p:nvPr>
        </p:nvSpPr>
        <p:spPr/>
        <p:txBody>
          <a:bodyPr/>
          <a:lstStyle/>
          <a:p>
            <a:r>
              <a:rPr kumimoji="1" lang="ja-JP" altLang="en-US"/>
              <a:t>「対応」に該当する商品を抽出した</a:t>
            </a:r>
            <a:endParaRPr kumimoji="1" lang="en-US" altLang="ja-JP" dirty="0"/>
          </a:p>
          <a:p>
            <a:r>
              <a:rPr kumimoji="1" lang="ja-JP" altLang="en-US"/>
              <a:t>（文献調査により）得られた結果のみを伝える</a:t>
            </a:r>
            <a:endParaRPr kumimoji="1" lang="en-US" altLang="ja-JP" dirty="0"/>
          </a:p>
          <a:p>
            <a:endParaRPr kumimoji="1" lang="en-US" altLang="ja-JP" dirty="0"/>
          </a:p>
          <a:p>
            <a:r>
              <a:rPr kumimoji="1" lang="ja-JP" altLang="en-US"/>
              <a:t>その商品数に基づき、実施量を評価した</a:t>
            </a:r>
            <a:endParaRPr kumimoji="1" lang="en-US" altLang="ja-JP" dirty="0"/>
          </a:p>
          <a:p>
            <a:endParaRPr kumimoji="1" lang="en-US" altLang="ja-JP" dirty="0"/>
          </a:p>
          <a:p>
            <a:r>
              <a:rPr kumimoji="1" lang="ja-JP" altLang="en-US"/>
              <a:t>伝えないといけないこと、</a:t>
            </a:r>
            <a:endParaRPr kumimoji="1" lang="en-US" altLang="ja-JP" dirty="0"/>
          </a:p>
          <a:p>
            <a:r>
              <a:rPr kumimoji="1" lang="ja-JP" altLang="en-US"/>
              <a:t>・「対応」に該当する商品が、実際にあるということを、商品名を紹介して伝える</a:t>
            </a:r>
            <a:endParaRPr kumimoji="1" lang="en-US" altLang="ja-JP" dirty="0"/>
          </a:p>
          <a:p>
            <a:r>
              <a:rPr kumimoji="1" lang="ja-JP" altLang="en-US"/>
              <a:t>・文献調査に基づくということ</a:t>
            </a:r>
            <a:endParaRPr kumimoji="1" lang="en-US" altLang="ja-JP" dirty="0"/>
          </a:p>
          <a:p>
            <a:r>
              <a:rPr kumimoji="1" lang="ja-JP" altLang="en-US"/>
              <a:t>・脂質への対応が不十分であるという点で、問題であるということ</a:t>
            </a:r>
            <a:endParaRPr kumimoji="1" lang="en-US" altLang="ja-JP" dirty="0"/>
          </a:p>
          <a:p>
            <a:r>
              <a:rPr kumimoji="1" lang="ja-JP" altLang="en-US"/>
              <a:t>・他社も同様であること</a:t>
            </a:r>
            <a:endParaRPr kumimoji="1" lang="en-US" altLang="ja-JP" dirty="0"/>
          </a:p>
          <a:p>
            <a:endParaRPr kumimoji="1" lang="en-US" altLang="ja-JP" dirty="0"/>
          </a:p>
          <a:p>
            <a:r>
              <a:rPr kumimoji="1" lang="en-US" altLang="ja-JP" dirty="0"/>
              <a:t>※</a:t>
            </a:r>
            <a:r>
              <a:rPr kumimoji="1" lang="ja-JP" altLang="en-US"/>
              <a:t> 実施量の評価の判定基準がなぜその値なのかについては、聞かれたら答える</a:t>
            </a:r>
            <a:endParaRPr kumimoji="1" lang="en-US" altLang="ja-JP" dirty="0"/>
          </a:p>
        </p:txBody>
      </p:sp>
      <p:sp>
        <p:nvSpPr>
          <p:cNvPr id="4" name="スライド番号プレースホルダー 3">
            <a:extLst>
              <a:ext uri="{FF2B5EF4-FFF2-40B4-BE49-F238E27FC236}">
                <a16:creationId xmlns:a16="http://schemas.microsoft.com/office/drawing/2014/main" id="{C7216F4B-3C39-EADD-8C3F-65F38053CB38}"/>
              </a:ext>
            </a:extLst>
          </p:cNvPr>
          <p:cNvSpPr>
            <a:spLocks noGrp="1"/>
          </p:cNvSpPr>
          <p:nvPr>
            <p:ph type="sldNum" sz="quarter" idx="5"/>
          </p:nvPr>
        </p:nvSpPr>
        <p:spPr/>
        <p:txBody>
          <a:bodyPr/>
          <a:lstStyle/>
          <a:p>
            <a:fld id="{EEEE8E2C-C6E7-47E1-A50F-F18D407175ED}" type="slidenum">
              <a:rPr kumimoji="1" lang="ja-JP" altLang="en-US" smtClean="0"/>
              <a:t>6</a:t>
            </a:fld>
            <a:endParaRPr kumimoji="1" lang="ja-JP" altLang="en-US"/>
          </a:p>
        </p:txBody>
      </p:sp>
    </p:spTree>
    <p:extLst>
      <p:ext uri="{BB962C8B-B14F-4D97-AF65-F5344CB8AC3E}">
        <p14:creationId xmlns:p14="http://schemas.microsoft.com/office/powerpoint/2010/main" val="72491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2CA5-38B7-365B-9D50-6141D281D5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BC82777-E0DE-E13B-5C4C-1AF63D366AF0}"/>
              </a:ext>
            </a:extLst>
          </p:cNvPr>
          <p:cNvSpPr>
            <a:spLocks noGrp="1" noRot="1" noChangeAspect="1"/>
          </p:cNvSpPr>
          <p:nvPr>
            <p:ph type="sldImg"/>
          </p:nvPr>
        </p:nvSpPr>
        <p:spPr>
          <a:xfrm>
            <a:off x="685800" y="1143000"/>
            <a:ext cx="5486400" cy="3086100"/>
          </a:xfrm>
        </p:spPr>
      </p:sp>
      <p:sp>
        <p:nvSpPr>
          <p:cNvPr id="3" name="ノート プレースホルダー 2">
            <a:extLst>
              <a:ext uri="{FF2B5EF4-FFF2-40B4-BE49-F238E27FC236}">
                <a16:creationId xmlns:a16="http://schemas.microsoft.com/office/drawing/2014/main" id="{01CFBBAD-F548-66BD-6278-63ADB97AA3A7}"/>
              </a:ext>
            </a:extLst>
          </p:cNvPr>
          <p:cNvSpPr>
            <a:spLocks noGrp="1"/>
          </p:cNvSpPr>
          <p:nvPr>
            <p:ph type="body" idx="1"/>
          </p:nvPr>
        </p:nvSpPr>
        <p:spPr/>
        <p:txBody>
          <a:bodyPr/>
          <a:lstStyle/>
          <a:p>
            <a:r>
              <a:rPr kumimoji="1" lang="ja-JP" altLang="en-US"/>
              <a:t>ここは一つ前の補足</a:t>
            </a:r>
            <a:endParaRPr kumimoji="1" lang="en-US" altLang="ja-JP" dirty="0"/>
          </a:p>
          <a:p>
            <a:r>
              <a:rPr kumimoji="1" lang="ja-JP" altLang="en-US"/>
              <a:t>「対応」に該当する商品を抽出する方法について</a:t>
            </a:r>
            <a:endParaRPr kumimoji="1" lang="en-US" altLang="ja-JP" dirty="0"/>
          </a:p>
          <a:p>
            <a:r>
              <a:rPr kumimoji="1" lang="ja-JP" altLang="en-US"/>
              <a:t>判定基準も含めて</a:t>
            </a:r>
            <a:endParaRPr kumimoji="1" lang="en-US" altLang="ja-JP" dirty="0"/>
          </a:p>
        </p:txBody>
      </p:sp>
      <p:sp>
        <p:nvSpPr>
          <p:cNvPr id="4" name="スライド番号プレースホルダー 3">
            <a:extLst>
              <a:ext uri="{FF2B5EF4-FFF2-40B4-BE49-F238E27FC236}">
                <a16:creationId xmlns:a16="http://schemas.microsoft.com/office/drawing/2014/main" id="{39409717-6617-150F-06D6-958675DFCCCD}"/>
              </a:ext>
            </a:extLst>
          </p:cNvPr>
          <p:cNvSpPr>
            <a:spLocks noGrp="1"/>
          </p:cNvSpPr>
          <p:nvPr>
            <p:ph type="sldNum" sz="quarter" idx="5"/>
          </p:nvPr>
        </p:nvSpPr>
        <p:spPr/>
        <p:txBody>
          <a:bodyPr/>
          <a:lstStyle/>
          <a:p>
            <a:fld id="{EEEE8E2C-C6E7-47E1-A50F-F18D407175ED}" type="slidenum">
              <a:rPr kumimoji="1" lang="ja-JP" altLang="en-US" smtClean="0"/>
              <a:t>7</a:t>
            </a:fld>
            <a:endParaRPr kumimoji="1" lang="ja-JP" altLang="en-US"/>
          </a:p>
        </p:txBody>
      </p:sp>
    </p:spTree>
    <p:extLst>
      <p:ext uri="{BB962C8B-B14F-4D97-AF65-F5344CB8AC3E}">
        <p14:creationId xmlns:p14="http://schemas.microsoft.com/office/powerpoint/2010/main" val="2639993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r>
              <a:rPr kumimoji="1" lang="ja-JP" altLang="en-US"/>
              <a:t>購買記録数の概念を導入する</a:t>
            </a:r>
            <a:endParaRPr kumimoji="1" lang="en-US" altLang="ja-JP" dirty="0"/>
          </a:p>
          <a:p>
            <a:r>
              <a:rPr kumimoji="1" lang="ja-JP" altLang="en-US"/>
              <a:t>（ここでは、二つの要素については話さない）</a:t>
            </a:r>
            <a:endParaRPr kumimoji="1" lang="en-US" altLang="ja-JP" dirty="0"/>
          </a:p>
          <a:p>
            <a:endParaRPr kumimoji="1" lang="en-US" altLang="ja-JP" dirty="0"/>
          </a:p>
          <a:p>
            <a:r>
              <a:rPr kumimoji="1" lang="ja-JP" altLang="en-US"/>
              <a:t>伝えないといけないこと、</a:t>
            </a:r>
            <a:endParaRPr kumimoji="1" lang="en-US" altLang="ja-JP" dirty="0"/>
          </a:p>
          <a:p>
            <a:r>
              <a:rPr kumimoji="1" lang="ja-JP" altLang="en-US"/>
              <a:t>・ここからは、</a:t>
            </a:r>
            <a:r>
              <a:rPr kumimoji="1" lang="en-US" altLang="ja-JP" dirty="0" err="1"/>
              <a:t>zaim</a:t>
            </a:r>
            <a:r>
              <a:rPr kumimoji="1" lang="ja-JP" altLang="en-US"/>
              <a:t>のデータ分析であること</a:t>
            </a:r>
            <a:endParaRPr kumimoji="1" lang="en-US" altLang="ja-JP" dirty="0"/>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8</a:t>
            </a:fld>
            <a:endParaRPr kumimoji="1" lang="ja-JP" altLang="en-US"/>
          </a:p>
        </p:txBody>
      </p:sp>
    </p:spTree>
    <p:extLst>
      <p:ext uri="{BB962C8B-B14F-4D97-AF65-F5344CB8AC3E}">
        <p14:creationId xmlns:p14="http://schemas.microsoft.com/office/powerpoint/2010/main" val="4194387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06E7E-8B41-E557-782C-B6CC1C777F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BF1F50-453A-5A96-A217-8B43004C0F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44B98CA-4FE8-991F-FE38-250BD2A9C31F}"/>
              </a:ext>
            </a:extLst>
          </p:cNvPr>
          <p:cNvSpPr>
            <a:spLocks noGrp="1"/>
          </p:cNvSpPr>
          <p:nvPr>
            <p:ph type="body" idx="1"/>
          </p:nvPr>
        </p:nvSpPr>
        <p:spPr/>
        <p:txBody>
          <a:bodyPr/>
          <a:lstStyle/>
          <a:p>
            <a:r>
              <a:rPr kumimoji="1" lang="ja-JP" altLang="en-US"/>
              <a:t>購買記録数の値と、それに基づく適切さの評価について</a:t>
            </a:r>
            <a:endParaRPr kumimoji="1" lang="en-US" altLang="ja-JP" dirty="0"/>
          </a:p>
          <a:p>
            <a:endParaRPr kumimoji="1" lang="en-US" altLang="ja-JP" dirty="0"/>
          </a:p>
          <a:p>
            <a:r>
              <a:rPr kumimoji="1" lang="ja-JP" altLang="en-US"/>
              <a:t>伝えないといけないこと</a:t>
            </a:r>
            <a:endParaRPr kumimoji="1" lang="en-US" altLang="ja-JP" dirty="0"/>
          </a:p>
          <a:p>
            <a:r>
              <a:rPr kumimoji="1" lang="ja-JP" altLang="en-US"/>
              <a:t>・表の読み方</a:t>
            </a:r>
            <a:endParaRPr kumimoji="1" lang="en-US" altLang="ja-JP" dirty="0"/>
          </a:p>
          <a:p>
            <a:r>
              <a:rPr kumimoji="1" lang="ja-JP" altLang="en-US"/>
              <a:t>・若年層の問題について</a:t>
            </a:r>
            <a:endParaRPr kumimoji="1" lang="en-US" altLang="ja-JP" dirty="0"/>
          </a:p>
          <a:p>
            <a:r>
              <a:rPr kumimoji="1" lang="ja-JP" altLang="en-US"/>
              <a:t>・他社では違う傾向であること</a:t>
            </a:r>
            <a:endParaRPr kumimoji="1" lang="en-US" altLang="ja-JP" dirty="0"/>
          </a:p>
          <a:p>
            <a:endParaRPr kumimoji="1" lang="en-US" altLang="ja-JP" dirty="0"/>
          </a:p>
          <a:p>
            <a:r>
              <a:rPr kumimoji="1" lang="en-US" altLang="ja-JP" dirty="0"/>
              <a:t>※</a:t>
            </a:r>
            <a:r>
              <a:rPr kumimoji="1" lang="ja-JP" altLang="en-US"/>
              <a:t> 適切さの評価の判定基準がなぜその値なのかについては、聞かれたら答える</a:t>
            </a:r>
            <a:endParaRPr kumimoji="1" lang="en-US" altLang="ja-JP" dirty="0"/>
          </a:p>
          <a:p>
            <a:r>
              <a:rPr kumimoji="1" lang="en-US" altLang="ja-JP" dirty="0"/>
              <a:t>※</a:t>
            </a:r>
            <a:r>
              <a:rPr kumimoji="1" lang="ja-JP" altLang="en-US"/>
              <a:t> 商品間で平均した値であることについても、きかれた伝えるくらいのイメージ</a:t>
            </a:r>
          </a:p>
        </p:txBody>
      </p:sp>
      <p:sp>
        <p:nvSpPr>
          <p:cNvPr id="4" name="スライド番号プレースホルダー 3">
            <a:extLst>
              <a:ext uri="{FF2B5EF4-FFF2-40B4-BE49-F238E27FC236}">
                <a16:creationId xmlns:a16="http://schemas.microsoft.com/office/drawing/2014/main" id="{8E9D496F-A3A7-926D-C94E-0DF889731A76}"/>
              </a:ext>
            </a:extLst>
          </p:cNvPr>
          <p:cNvSpPr>
            <a:spLocks noGrp="1"/>
          </p:cNvSpPr>
          <p:nvPr>
            <p:ph type="sldNum" sz="quarter" idx="5"/>
          </p:nvPr>
        </p:nvSpPr>
        <p:spPr/>
        <p:txBody>
          <a:bodyPr/>
          <a:lstStyle/>
          <a:p>
            <a:fld id="{EEEE8E2C-C6E7-47E1-A50F-F18D407175ED}" type="slidenum">
              <a:rPr kumimoji="1" lang="ja-JP" altLang="en-US" smtClean="0"/>
              <a:t>9</a:t>
            </a:fld>
            <a:endParaRPr kumimoji="1" lang="ja-JP" altLang="en-US"/>
          </a:p>
        </p:txBody>
      </p:sp>
    </p:spTree>
    <p:extLst>
      <p:ext uri="{BB962C8B-B14F-4D97-AF65-F5344CB8AC3E}">
        <p14:creationId xmlns:p14="http://schemas.microsoft.com/office/powerpoint/2010/main" val="309251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DD9F-480F-4E1B-B9B6-A053ACB0693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6E5B189-F8C4-455B-C32C-9CC3B4179A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40A147-ACCD-1629-81BB-E78B3E3CB673}"/>
              </a:ext>
            </a:extLst>
          </p:cNvPr>
          <p:cNvSpPr>
            <a:spLocks noGrp="1"/>
          </p:cNvSpPr>
          <p:nvPr>
            <p:ph type="body" idx="1"/>
          </p:nvPr>
        </p:nvSpPr>
        <p:spPr/>
        <p:txBody>
          <a:bodyPr/>
          <a:lstStyle/>
          <a:p>
            <a:r>
              <a:rPr kumimoji="1" lang="ja-JP" altLang="en-US"/>
              <a:t>購買記録数の値と、それに基づく適切さの評価について</a:t>
            </a:r>
            <a:endParaRPr kumimoji="1" lang="en-US" altLang="ja-JP" dirty="0"/>
          </a:p>
          <a:p>
            <a:endParaRPr kumimoji="1" lang="en-US" altLang="ja-JP" dirty="0"/>
          </a:p>
          <a:p>
            <a:r>
              <a:rPr kumimoji="1" lang="ja-JP" altLang="en-US"/>
              <a:t>伝えないといけないこと</a:t>
            </a:r>
            <a:endParaRPr kumimoji="1" lang="en-US" altLang="ja-JP" dirty="0"/>
          </a:p>
          <a:p>
            <a:r>
              <a:rPr kumimoji="1" lang="ja-JP" altLang="en-US"/>
              <a:t>・表の読み方</a:t>
            </a:r>
            <a:endParaRPr kumimoji="1" lang="en-US" altLang="ja-JP" dirty="0"/>
          </a:p>
          <a:p>
            <a:r>
              <a:rPr kumimoji="1" lang="ja-JP" altLang="en-US"/>
              <a:t>・若年層の問題について</a:t>
            </a:r>
            <a:endParaRPr kumimoji="1" lang="en-US" altLang="ja-JP" dirty="0"/>
          </a:p>
          <a:p>
            <a:r>
              <a:rPr kumimoji="1" lang="ja-JP" altLang="en-US"/>
              <a:t>・他社では違う傾向であること</a:t>
            </a:r>
            <a:endParaRPr kumimoji="1" lang="en-US" altLang="ja-JP" dirty="0"/>
          </a:p>
          <a:p>
            <a:endParaRPr kumimoji="1" lang="en-US" altLang="ja-JP" dirty="0"/>
          </a:p>
          <a:p>
            <a:r>
              <a:rPr kumimoji="1" lang="en-US" altLang="ja-JP" dirty="0"/>
              <a:t>※</a:t>
            </a:r>
            <a:r>
              <a:rPr kumimoji="1" lang="ja-JP" altLang="en-US"/>
              <a:t> 適切さの評価の判定基準がなぜその値なのかについては、聞かれたら答える</a:t>
            </a:r>
            <a:endParaRPr kumimoji="1" lang="en-US" altLang="ja-JP" dirty="0"/>
          </a:p>
          <a:p>
            <a:r>
              <a:rPr kumimoji="1" lang="en-US" altLang="ja-JP" dirty="0"/>
              <a:t>※</a:t>
            </a:r>
            <a:r>
              <a:rPr kumimoji="1" lang="ja-JP" altLang="en-US"/>
              <a:t> 商品間で平均した値であることについても、きかれた伝えるくらいのイメージ</a:t>
            </a:r>
          </a:p>
        </p:txBody>
      </p:sp>
      <p:sp>
        <p:nvSpPr>
          <p:cNvPr id="4" name="スライド番号プレースホルダー 3">
            <a:extLst>
              <a:ext uri="{FF2B5EF4-FFF2-40B4-BE49-F238E27FC236}">
                <a16:creationId xmlns:a16="http://schemas.microsoft.com/office/drawing/2014/main" id="{9108B9FD-5E02-DE22-2BB6-67F055A4DF99}"/>
              </a:ext>
            </a:extLst>
          </p:cNvPr>
          <p:cNvSpPr>
            <a:spLocks noGrp="1"/>
          </p:cNvSpPr>
          <p:nvPr>
            <p:ph type="sldNum" sz="quarter" idx="5"/>
          </p:nvPr>
        </p:nvSpPr>
        <p:spPr/>
        <p:txBody>
          <a:bodyPr/>
          <a:lstStyle/>
          <a:p>
            <a:fld id="{EEEE8E2C-C6E7-47E1-A50F-F18D407175ED}" type="slidenum">
              <a:rPr kumimoji="1" lang="ja-JP" altLang="en-US" smtClean="0"/>
              <a:t>10</a:t>
            </a:fld>
            <a:endParaRPr kumimoji="1" lang="ja-JP" altLang="en-US"/>
          </a:p>
        </p:txBody>
      </p:sp>
    </p:spTree>
    <p:extLst>
      <p:ext uri="{BB962C8B-B14F-4D97-AF65-F5344CB8AC3E}">
        <p14:creationId xmlns:p14="http://schemas.microsoft.com/office/powerpoint/2010/main" val="3067686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ここは軽くまとめるだけ</a:t>
            </a:r>
            <a:br>
              <a:rPr kumimoji="1" lang="en-US" altLang="ja-JP" dirty="0"/>
            </a:br>
            <a:r>
              <a:rPr kumimoji="1" lang="ja-JP" altLang="en-US"/>
              <a:t>以降は、１点目について行うことをのべる</a:t>
            </a:r>
            <a:endParaRPr kumimoji="1" lang="en-US" altLang="ja-JP" dirty="0"/>
          </a:p>
          <a:p>
            <a:endParaRPr kumimoji="1" lang="en-US" altLang="ja-JP" dirty="0"/>
          </a:p>
          <a:p>
            <a:r>
              <a:rPr kumimoji="1" lang="en-US" altLang="ja-JP" dirty="0"/>
              <a:t>※</a:t>
            </a:r>
            <a:r>
              <a:rPr kumimoji="1" lang="ja-JP" altLang="en-US"/>
              <a:t> 他社に追いつくことの方が重要であるというスタンス</a:t>
            </a:r>
            <a:endParaRPr kumimoji="1" lang="en-US" altLang="ja-JP" dirty="0"/>
          </a:p>
          <a:p>
            <a:r>
              <a:rPr kumimoji="1" lang="ja-JP" altLang="en-US"/>
              <a:t>→ その背景には、追いつくことと、リードすること、どちらも重要だが、</a:t>
            </a:r>
            <a:endParaRPr kumimoji="1" lang="en-US" altLang="ja-JP" dirty="0"/>
          </a:p>
          <a:p>
            <a:r>
              <a:rPr kumimoji="1" lang="ja-JP" altLang="en-US"/>
              <a:t>リードすることについては、まだ競合でも成功例がなく、施策の不確実性（実現可能性）が低いという点で懸念が生じる</a:t>
            </a:r>
            <a:endParaRPr kumimoji="1" lang="en-US" altLang="ja-JP" dirty="0"/>
          </a:p>
          <a:p>
            <a:r>
              <a:rPr kumimoji="1" lang="ja-JP" altLang="en-US"/>
              <a:t>一方で、追いつくことについては、競合は成功しているため、実現可能性は比較的高く、こうした観点から、追いつくことにまずは着手すべきだと考える</a:t>
            </a:r>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11</a:t>
            </a:fld>
            <a:endParaRPr kumimoji="1" lang="ja-JP" altLang="en-US"/>
          </a:p>
        </p:txBody>
      </p:sp>
    </p:spTree>
    <p:extLst>
      <p:ext uri="{BB962C8B-B14F-4D97-AF65-F5344CB8AC3E}">
        <p14:creationId xmlns:p14="http://schemas.microsoft.com/office/powerpoint/2010/main" val="1571128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ボトルネックの特定</a:t>
            </a:r>
            <a:endParaRPr kumimoji="1" lang="en-US" altLang="ja-JP" dirty="0"/>
          </a:p>
          <a:p>
            <a:endParaRPr kumimoji="1" lang="en-US" altLang="ja-JP" dirty="0"/>
          </a:p>
          <a:p>
            <a:r>
              <a:rPr kumimoji="1" lang="ja-JP" altLang="en-US"/>
              <a:t>伝えないといけないこと、</a:t>
            </a:r>
            <a:endParaRPr kumimoji="1" lang="en-US" altLang="ja-JP" dirty="0"/>
          </a:p>
          <a:p>
            <a:r>
              <a:rPr kumimoji="1" lang="ja-JP" altLang="en-US"/>
              <a:t>・あらためて問題点を提示</a:t>
            </a:r>
            <a:endParaRPr kumimoji="1" lang="en-US" altLang="ja-JP" dirty="0"/>
          </a:p>
          <a:p>
            <a:r>
              <a:rPr kumimoji="1" lang="ja-JP" altLang="en-US"/>
              <a:t>・なぜこれが生じるのか？</a:t>
            </a:r>
            <a:br>
              <a:rPr kumimoji="1" lang="en-US" altLang="ja-JP" dirty="0"/>
            </a:br>
            <a:r>
              <a:rPr kumimoji="1" lang="ja-JP" altLang="en-US"/>
              <a:t>・購買記録数は二つの要素から構成されること</a:t>
            </a:r>
            <a:endParaRPr kumimoji="1" lang="en-US" altLang="ja-JP" dirty="0"/>
          </a:p>
          <a:p>
            <a:r>
              <a:rPr kumimoji="1" lang="ja-JP" altLang="en-US"/>
              <a:t>・どちらが強く起因しているのか？</a:t>
            </a:r>
            <a:endParaRPr kumimoji="1" lang="en-US" altLang="ja-JP" dirty="0"/>
          </a:p>
          <a:p>
            <a:r>
              <a:rPr kumimoji="1" lang="ja-JP" altLang="en-US"/>
              <a:t>・その結果</a:t>
            </a:r>
            <a:endParaRPr kumimoji="1" lang="en-US" altLang="ja-JP" dirty="0"/>
          </a:p>
          <a:p>
            <a:r>
              <a:rPr kumimoji="1" lang="ja-JP" altLang="en-US"/>
              <a:t>・ボトルネックの特定</a:t>
            </a:r>
            <a:endParaRPr kumimoji="1" lang="en-US" altLang="ja-JP" dirty="0"/>
          </a:p>
          <a:p>
            <a:endParaRPr kumimoji="1" lang="en-US" altLang="ja-JP" dirty="0"/>
          </a:p>
          <a:p>
            <a:r>
              <a:rPr kumimoji="1" lang="en-US" altLang="ja-JP" dirty="0"/>
              <a:t>※</a:t>
            </a:r>
            <a:r>
              <a:rPr kumimoji="1" lang="ja-JP" altLang="en-US"/>
              <a:t> シャープレイ分解については、軽くどういうものかを口頭で伝える程度にする</a:t>
            </a:r>
            <a:endParaRPr kumimoji="1" lang="en-US" altLang="ja-JP" dirty="0"/>
          </a:p>
          <a:p>
            <a:r>
              <a:rPr kumimoji="1" lang="ja-JP" altLang="en-US"/>
              <a:t>スライドには記載しない</a:t>
            </a:r>
            <a:endParaRPr kumimoji="1" lang="en-US" altLang="ja-JP" dirty="0"/>
          </a:p>
          <a:p>
            <a:r>
              <a:rPr kumimoji="1" lang="ja-JP" altLang="en-US"/>
              <a:t>計算式など詳細を求められたら、その時に初めて答える</a:t>
            </a:r>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12</a:t>
            </a:fld>
            <a:endParaRPr kumimoji="1" lang="ja-JP" altLang="en-US"/>
          </a:p>
        </p:txBody>
      </p:sp>
    </p:spTree>
    <p:extLst>
      <p:ext uri="{BB962C8B-B14F-4D97-AF65-F5344CB8AC3E}">
        <p14:creationId xmlns:p14="http://schemas.microsoft.com/office/powerpoint/2010/main" val="501156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シャープレイ分解の補足</a:t>
            </a:r>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13</a:t>
            </a:fld>
            <a:endParaRPr kumimoji="1" lang="ja-JP" altLang="en-US"/>
          </a:p>
        </p:txBody>
      </p:sp>
    </p:spTree>
    <p:extLst>
      <p:ext uri="{BB962C8B-B14F-4D97-AF65-F5344CB8AC3E}">
        <p14:creationId xmlns:p14="http://schemas.microsoft.com/office/powerpoint/2010/main" val="33045084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伝えなければならないこと、</a:t>
            </a:r>
            <a:endParaRPr kumimoji="1" lang="en-US" altLang="ja-JP" dirty="0"/>
          </a:p>
          <a:p>
            <a:r>
              <a:rPr kumimoji="1" lang="ja-JP" altLang="en-US"/>
              <a:t>・なぜ、購入した経験のある人がすくないのか？</a:t>
            </a:r>
            <a:endParaRPr kumimoji="1" lang="en-US" altLang="ja-JP" dirty="0"/>
          </a:p>
          <a:p>
            <a:r>
              <a:rPr kumimoji="1" lang="ja-JP" altLang="en-US"/>
              <a:t>・購入した経験のある人とそうでない人には、どんな違いがあるのか？</a:t>
            </a:r>
            <a:endParaRPr kumimoji="1" lang="en-US" altLang="ja-JP" dirty="0"/>
          </a:p>
          <a:p>
            <a:r>
              <a:rPr kumimoji="1" lang="ja-JP" altLang="en-US"/>
              <a:t>・二群に分けて、「普段（対応商品に限らず）どのような食品をセブンイレブンで購入しているか」という志向性の違いを明らかにする</a:t>
            </a:r>
            <a:endParaRPr kumimoji="1" lang="en-US" altLang="ja-JP" dirty="0"/>
          </a:p>
          <a:p>
            <a:r>
              <a:rPr kumimoji="1" lang="ja-JP" altLang="en-US"/>
              <a:t>・軽食系、弁当系商品の説明</a:t>
            </a:r>
            <a:endParaRPr kumimoji="1" lang="en-US" altLang="ja-JP" dirty="0"/>
          </a:p>
          <a:p>
            <a:r>
              <a:rPr kumimoji="1" lang="ja-JP" altLang="en-US"/>
              <a:t>・図の読み方</a:t>
            </a:r>
            <a:endParaRPr kumimoji="1" lang="en-US" altLang="ja-JP" dirty="0"/>
          </a:p>
          <a:p>
            <a:r>
              <a:rPr kumimoji="1" lang="ja-JP" altLang="en-US"/>
              <a:t>・「対応」商品を購入した経験のない人は、ある人と比べて、「軽食系」の商品を強く求める傾向にある</a:t>
            </a:r>
            <a:endParaRPr kumimoji="1" lang="en-US" altLang="ja-JP" dirty="0"/>
          </a:p>
          <a:p>
            <a:r>
              <a:rPr kumimoji="1" lang="ja-JP" altLang="en-US"/>
              <a:t>・翻せば、普段からセブンイレブンに対して、「軽食系」の商品を強く求める人は、「対応」商品を購入しない傾向にある</a:t>
            </a:r>
            <a:endParaRPr kumimoji="1" lang="en-US" altLang="ja-JP" dirty="0"/>
          </a:p>
          <a:p>
            <a:r>
              <a:rPr kumimoji="1" lang="ja-JP" altLang="en-US"/>
              <a:t>・なぜ？</a:t>
            </a:r>
            <a:endParaRPr kumimoji="1" lang="en-US" altLang="ja-JP" dirty="0"/>
          </a:p>
          <a:p>
            <a:r>
              <a:rPr kumimoji="1" lang="ja-JP" altLang="en-US"/>
              <a:t>・「軽食系」ような「対応」商品が少ないから</a:t>
            </a:r>
            <a:endParaRPr kumimoji="1" lang="en-US" altLang="ja-JP" dirty="0"/>
          </a:p>
          <a:p>
            <a:r>
              <a:rPr kumimoji="1" lang="ja-JP" altLang="en-US"/>
              <a:t>・選択肢になりにくく、購入されにくい傾向につながる</a:t>
            </a:r>
            <a:endParaRPr kumimoji="1" lang="en-US" altLang="ja-JP" dirty="0"/>
          </a:p>
          <a:p>
            <a:endParaRPr kumimoji="1" lang="en-US" altLang="ja-JP" dirty="0"/>
          </a:p>
          <a:p>
            <a:r>
              <a:rPr kumimoji="1" lang="ja-JP" altLang="en-US"/>
              <a:t>（最後が大事）</a:t>
            </a:r>
            <a:endParaRPr kumimoji="1" lang="en-US" altLang="ja-JP" dirty="0"/>
          </a:p>
          <a:p>
            <a:r>
              <a:rPr kumimoji="1" lang="ja-JP" altLang="en-US"/>
              <a:t>・若年層が「軽食系」の商品を強く求めているにも関わらず、セブンイレブンの「対応」商品は、「軽食系」の商品が少ない</a:t>
            </a:r>
            <a:endParaRPr kumimoji="1" lang="en-US" altLang="ja-JP" dirty="0"/>
          </a:p>
          <a:p>
            <a:r>
              <a:rPr kumimoji="1" lang="ja-JP" altLang="en-US"/>
              <a:t>・このギャップが、若年層による「対応」商品の購入を妨げ、購入経験者の割合の低下、ひいては、購買記録数の少なさに繋がっていると考えられる</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14</a:t>
            </a:fld>
            <a:endParaRPr kumimoji="1" lang="ja-JP" altLang="en-US"/>
          </a:p>
        </p:txBody>
      </p:sp>
    </p:spTree>
    <p:extLst>
      <p:ext uri="{BB962C8B-B14F-4D97-AF65-F5344CB8AC3E}">
        <p14:creationId xmlns:p14="http://schemas.microsoft.com/office/powerpoint/2010/main" val="30168908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若年層の購買記録数について、ローソンとの差分が</a:t>
            </a:r>
            <a:r>
              <a:rPr kumimoji="1" lang="en-US" altLang="ja-JP" dirty="0"/>
              <a:t>33.8%</a:t>
            </a:r>
            <a:r>
              <a:rPr kumimoji="1" lang="ja-JP" altLang="en-US"/>
              <a:t>縮まったことについては、</a:t>
            </a:r>
            <a:br>
              <a:rPr kumimoji="1" lang="en-US" altLang="ja-JP" dirty="0"/>
            </a:br>
            <a:r>
              <a:rPr kumimoji="1" lang="ja-JP" altLang="en-US"/>
              <a:t>聞かれたら口頭で答える</a:t>
            </a:r>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16</a:t>
            </a:fld>
            <a:endParaRPr kumimoji="1" lang="ja-JP" altLang="en-US"/>
          </a:p>
        </p:txBody>
      </p:sp>
    </p:spTree>
    <p:extLst>
      <p:ext uri="{BB962C8B-B14F-4D97-AF65-F5344CB8AC3E}">
        <p14:creationId xmlns:p14="http://schemas.microsoft.com/office/powerpoint/2010/main" val="9321972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EEE8E2C-C6E7-47E1-A50F-F18D407175ED}" type="slidenum">
              <a:rPr kumimoji="1" lang="ja-JP" altLang="en-US" smtClean="0"/>
              <a:t>17</a:t>
            </a:fld>
            <a:endParaRPr kumimoji="1" lang="ja-JP" altLang="en-US"/>
          </a:p>
        </p:txBody>
      </p:sp>
    </p:spTree>
    <p:extLst>
      <p:ext uri="{BB962C8B-B14F-4D97-AF65-F5344CB8AC3E}">
        <p14:creationId xmlns:p14="http://schemas.microsoft.com/office/powerpoint/2010/main" val="3248563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DF7731-B737-AB50-431C-013C49243C4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00063AC-E753-D3A1-3177-3160B560CB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69C444C-9145-AEF8-2760-2CAD9E77A4E7}"/>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80953E35-B84A-96E4-5EC7-722B65AE9D2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A75D73-8DDB-43EA-2922-963A35ED8CB0}"/>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849269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02C6F089-7B56-5104-FA6E-0A9DF0B15324}"/>
              </a:ext>
            </a:extLst>
          </p:cNvPr>
          <p:cNvSpPr>
            <a:spLocks noGrp="1"/>
          </p:cNvSpPr>
          <p:nvPr>
            <p:ph type="sldNum" sz="quarter" idx="12"/>
          </p:nvPr>
        </p:nvSpPr>
        <p:spPr>
          <a:xfrm>
            <a:off x="9138920" y="6392927"/>
            <a:ext cx="2743200" cy="365125"/>
          </a:xfrm>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255949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A5B8FF-C52A-87DC-4453-2013D8A58437}"/>
              </a:ext>
            </a:extLst>
          </p:cNvPr>
          <p:cNvSpPr>
            <a:spLocks noGrp="1"/>
          </p:cNvSpPr>
          <p:nvPr>
            <p:ph type="title"/>
          </p:nvPr>
        </p:nvSpPr>
        <p:spPr>
          <a:xfrm>
            <a:off x="831851"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DEE0C91-551D-054A-BC0B-72C63F5C8916}"/>
              </a:ext>
            </a:extLst>
          </p:cNvPr>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5EDF259-14AC-D217-9596-EB1E4DB80CB4}"/>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E12904D6-6AE3-2464-5729-36CF711B09D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F04059-5FA0-9496-DCFD-580C381F1641}"/>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911007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16E1A1-3C86-7914-FCC7-B97D0D85B68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2357258-BD9E-8164-E9B7-6CCF589F08A3}"/>
              </a:ext>
            </a:extLst>
          </p:cNvPr>
          <p:cNvSpPr>
            <a:spLocks noGrp="1"/>
          </p:cNvSpPr>
          <p:nvPr>
            <p:ph sz="half" idx="1"/>
          </p:nvPr>
        </p:nvSpPr>
        <p:spPr>
          <a:xfrm>
            <a:off x="838200" y="1825625"/>
            <a:ext cx="515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5106957-22B4-013A-DDB3-B3656E6A443F}"/>
              </a:ext>
            </a:extLst>
          </p:cNvPr>
          <p:cNvSpPr>
            <a:spLocks noGrp="1"/>
          </p:cNvSpPr>
          <p:nvPr>
            <p:ph sz="half" idx="2"/>
          </p:nvPr>
        </p:nvSpPr>
        <p:spPr>
          <a:xfrm>
            <a:off x="6197600" y="1825625"/>
            <a:ext cx="515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011F8D8-2EED-C061-3177-7A4124904F7D}"/>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フッター プレースホルダー 5">
            <a:extLst>
              <a:ext uri="{FF2B5EF4-FFF2-40B4-BE49-F238E27FC236}">
                <a16:creationId xmlns:a16="http://schemas.microsoft.com/office/drawing/2014/main" id="{0B79D0F9-BC04-B621-BBEC-284F0421A41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3B17BC0-BD7B-3BFB-E521-7433B8952B0C}"/>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312673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DDE40B-2378-BBD6-E7E2-1D76CAE0CAB1}"/>
              </a:ext>
            </a:extLst>
          </p:cNvPr>
          <p:cNvSpPr>
            <a:spLocks noGrp="1"/>
          </p:cNvSpPr>
          <p:nvPr>
            <p:ph type="title"/>
          </p:nvPr>
        </p:nvSpPr>
        <p:spPr>
          <a:xfrm>
            <a:off x="840317" y="365126"/>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E6BC995-C356-EBB6-9773-008CD6C731C7}"/>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4FAE0AD-7437-05C4-63A4-FFDE37F8DF3B}"/>
              </a:ext>
            </a:extLst>
          </p:cNvPr>
          <p:cNvSpPr>
            <a:spLocks noGrp="1"/>
          </p:cNvSpPr>
          <p:nvPr>
            <p:ph sz="half" idx="2"/>
          </p:nvPr>
        </p:nvSpPr>
        <p:spPr>
          <a:xfrm>
            <a:off x="840318" y="2505075"/>
            <a:ext cx="515831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E1A57AD-7667-E57A-204B-39F49CFD36C4}"/>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5B3BA91-9C0F-3B34-07AD-07E4B3F78E8C}"/>
              </a:ext>
            </a:extLst>
          </p:cNvPr>
          <p:cNvSpPr>
            <a:spLocks noGrp="1"/>
          </p:cNvSpPr>
          <p:nvPr>
            <p:ph sz="quarter" idx="4"/>
          </p:nvPr>
        </p:nvSpPr>
        <p:spPr>
          <a:xfrm>
            <a:off x="6172200" y="2505075"/>
            <a:ext cx="518371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66BECDF-B53D-96EC-E6EA-DF5236677CB2}"/>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8" name="フッター プレースホルダー 7">
            <a:extLst>
              <a:ext uri="{FF2B5EF4-FFF2-40B4-BE49-F238E27FC236}">
                <a16:creationId xmlns:a16="http://schemas.microsoft.com/office/drawing/2014/main" id="{D2E5EA20-570F-95AB-1EF0-E2D57F59E5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1F713E6-5C1F-DA47-80C8-CE4AEA6DC389}"/>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2879601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DCA319-3E27-9205-605F-5133FD4D6D4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CF4EE53-AB21-5DBF-AB60-B150FF75B95A}"/>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4" name="フッター プレースホルダー 3">
            <a:extLst>
              <a:ext uri="{FF2B5EF4-FFF2-40B4-BE49-F238E27FC236}">
                <a16:creationId xmlns:a16="http://schemas.microsoft.com/office/drawing/2014/main" id="{C65A3E87-F4C2-6ED6-C93E-766512B49F2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037B27D-4B3A-F326-F237-D95DE16DE46A}"/>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886875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DFCE4D8-0799-868C-5DB9-2689C58CFB38}"/>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3" name="フッター プレースホルダー 2">
            <a:extLst>
              <a:ext uri="{FF2B5EF4-FFF2-40B4-BE49-F238E27FC236}">
                <a16:creationId xmlns:a16="http://schemas.microsoft.com/office/drawing/2014/main" id="{A68C0F0C-52C7-8F94-8BAD-F6BAE3ADA27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2F3E755-C006-336B-BCD1-3EF1D190C319}"/>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46747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ED2D1A-F45E-95ED-6FF0-7DFC98BB7CB8}"/>
              </a:ext>
            </a:extLst>
          </p:cNvPr>
          <p:cNvSpPr>
            <a:spLocks noGrp="1"/>
          </p:cNvSpPr>
          <p:nvPr>
            <p:ph type="title"/>
          </p:nvPr>
        </p:nvSpPr>
        <p:spPr>
          <a:xfrm>
            <a:off x="840318" y="457200"/>
            <a:ext cx="393276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B291651-C908-1A5F-5337-D0D9CF7220CE}"/>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61E146-28C7-8935-EFE2-A709D64A3D24}"/>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ED42F14-B997-38AC-E29F-17DFD7832E5A}"/>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フッター プレースホルダー 5">
            <a:extLst>
              <a:ext uri="{FF2B5EF4-FFF2-40B4-BE49-F238E27FC236}">
                <a16:creationId xmlns:a16="http://schemas.microsoft.com/office/drawing/2014/main" id="{6508F590-2176-F393-E82A-1A76F0D5EE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6AB1AF-88D6-8A76-70AE-2DC3508FEAA4}"/>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614536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789B2A-1E1F-468D-4DBE-A9272BE10E1B}"/>
              </a:ext>
            </a:extLst>
          </p:cNvPr>
          <p:cNvSpPr>
            <a:spLocks noGrp="1"/>
          </p:cNvSpPr>
          <p:nvPr>
            <p:ph type="title"/>
          </p:nvPr>
        </p:nvSpPr>
        <p:spPr>
          <a:xfrm>
            <a:off x="840318" y="457200"/>
            <a:ext cx="393276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AC77D39-F1AC-2C27-943A-1530EA270A2F}"/>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B889370-E7A6-8E16-EF2F-5245D21F7142}"/>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7508FE-26EC-A20F-E4C8-21CB6EBF7606}"/>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フッター プレースホルダー 5">
            <a:extLst>
              <a:ext uri="{FF2B5EF4-FFF2-40B4-BE49-F238E27FC236}">
                <a16:creationId xmlns:a16="http://schemas.microsoft.com/office/drawing/2014/main" id="{8DC61B62-1992-654C-464A-D33CBCBBB17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EA4E8CD-B961-E819-DA60-9F530B7D0DEF}"/>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598346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1B74F3-C70C-1C3D-429E-900CD6EC395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B3696FE-E4BB-BDC9-37BD-760D485CBF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C8129B2-9CA3-76E2-6E52-178579B5611E}"/>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991E3808-A48F-6976-E9E8-8665EC964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F184523-491F-37EA-1C3D-34B96363A7E2}"/>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716053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6405960-1E6B-8982-C9D7-6881F4E18C7D}"/>
              </a:ext>
            </a:extLst>
          </p:cNvPr>
          <p:cNvSpPr>
            <a:spLocks noGrp="1"/>
          </p:cNvSpPr>
          <p:nvPr>
            <p:ph type="title" orient="vert"/>
          </p:nvPr>
        </p:nvSpPr>
        <p:spPr>
          <a:xfrm>
            <a:off x="8724901"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CB00AB1-7C41-3ABC-3A17-0AEA5FEF63B4}"/>
              </a:ext>
            </a:extLst>
          </p:cNvPr>
          <p:cNvSpPr>
            <a:spLocks noGrp="1"/>
          </p:cNvSpPr>
          <p:nvPr>
            <p:ph type="body" orient="vert" idx="1"/>
          </p:nvPr>
        </p:nvSpPr>
        <p:spPr>
          <a:xfrm>
            <a:off x="838201" y="365125"/>
            <a:ext cx="76835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F796527-0503-DA57-0512-8FB81FEEE45A}"/>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A7340DB1-F2C6-6741-65D5-4E5EEA5935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183B32-7304-EDD4-8E5F-1C24CD729EE0}"/>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473023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DF7731-B737-AB50-431C-013C49243C46}"/>
              </a:ext>
            </a:extLst>
          </p:cNvPr>
          <p:cNvSpPr>
            <a:spLocks noGrp="1"/>
          </p:cNvSpPr>
          <p:nvPr>
            <p:ph type="ctrTitle"/>
          </p:nvPr>
        </p:nvSpPr>
        <p:spPr>
          <a:xfrm>
            <a:off x="1524000" y="1122363"/>
            <a:ext cx="9144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00063AC-E753-D3A1-3177-3160B560CBC2}"/>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69C444C-9145-AEF8-2760-2CAD9E77A4E7}"/>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80953E35-B84A-96E4-5EC7-722B65AE9D2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A75D73-8DDB-43EA-2922-963A35ED8CB0}"/>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2417917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02C6F089-7B56-5104-FA6E-0A9DF0B15324}"/>
              </a:ext>
            </a:extLst>
          </p:cNvPr>
          <p:cNvSpPr>
            <a:spLocks noGrp="1"/>
          </p:cNvSpPr>
          <p:nvPr>
            <p:ph type="sldNum" sz="quarter" idx="12"/>
          </p:nvPr>
        </p:nvSpPr>
        <p:spPr>
          <a:xfrm>
            <a:off x="9138920" y="6392929"/>
            <a:ext cx="2743200" cy="365125"/>
          </a:xfrm>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2639264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A5B8FF-C52A-87DC-4453-2013D8A58437}"/>
              </a:ext>
            </a:extLst>
          </p:cNvPr>
          <p:cNvSpPr>
            <a:spLocks noGrp="1"/>
          </p:cNvSpPr>
          <p:nvPr>
            <p:ph type="title"/>
          </p:nvPr>
        </p:nvSpPr>
        <p:spPr>
          <a:xfrm>
            <a:off x="831851" y="1709741"/>
            <a:ext cx="10515600" cy="2852737"/>
          </a:xfrm>
        </p:spPr>
        <p:txBody>
          <a:bodyPr anchor="b"/>
          <a:lstStyle>
            <a:lvl1pPr>
              <a:defRPr sz="45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DEE0C91-551D-054A-BC0B-72C63F5C8916}"/>
              </a:ext>
            </a:extLst>
          </p:cNvPr>
          <p:cNvSpPr>
            <a:spLocks noGrp="1"/>
          </p:cNvSpPr>
          <p:nvPr>
            <p:ph type="body" idx="1"/>
          </p:nvPr>
        </p:nvSpPr>
        <p:spPr>
          <a:xfrm>
            <a:off x="831851" y="4589466"/>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5EDF259-14AC-D217-9596-EB1E4DB80CB4}"/>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E12904D6-6AE3-2464-5729-36CF711B09D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F04059-5FA0-9496-DCFD-580C381F1641}"/>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2571182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16E1A1-3C86-7914-FCC7-B97D0D85B68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2357258-BD9E-8164-E9B7-6CCF589F08A3}"/>
              </a:ext>
            </a:extLst>
          </p:cNvPr>
          <p:cNvSpPr>
            <a:spLocks noGrp="1"/>
          </p:cNvSpPr>
          <p:nvPr>
            <p:ph sz="half" idx="1"/>
          </p:nvPr>
        </p:nvSpPr>
        <p:spPr>
          <a:xfrm>
            <a:off x="838200" y="1825625"/>
            <a:ext cx="515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5106957-22B4-013A-DDB3-B3656E6A443F}"/>
              </a:ext>
            </a:extLst>
          </p:cNvPr>
          <p:cNvSpPr>
            <a:spLocks noGrp="1"/>
          </p:cNvSpPr>
          <p:nvPr>
            <p:ph sz="half" idx="2"/>
          </p:nvPr>
        </p:nvSpPr>
        <p:spPr>
          <a:xfrm>
            <a:off x="6197600" y="1825625"/>
            <a:ext cx="515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011F8D8-2EED-C061-3177-7A4124904F7D}"/>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フッター プレースホルダー 5">
            <a:extLst>
              <a:ext uri="{FF2B5EF4-FFF2-40B4-BE49-F238E27FC236}">
                <a16:creationId xmlns:a16="http://schemas.microsoft.com/office/drawing/2014/main" id="{0B79D0F9-BC04-B621-BBEC-284F0421A41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3B17BC0-BD7B-3BFB-E521-7433B8952B0C}"/>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3602540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DDE40B-2378-BBD6-E7E2-1D76CAE0CAB1}"/>
              </a:ext>
            </a:extLst>
          </p:cNvPr>
          <p:cNvSpPr>
            <a:spLocks noGrp="1"/>
          </p:cNvSpPr>
          <p:nvPr>
            <p:ph type="title"/>
          </p:nvPr>
        </p:nvSpPr>
        <p:spPr>
          <a:xfrm>
            <a:off x="840317" y="365128"/>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E6BC995-C356-EBB6-9773-008CD6C731C7}"/>
              </a:ext>
            </a:extLst>
          </p:cNvPr>
          <p:cNvSpPr>
            <a:spLocks noGrp="1"/>
          </p:cNvSpPr>
          <p:nvPr>
            <p:ph type="body" idx="1"/>
          </p:nvPr>
        </p:nvSpPr>
        <p:spPr>
          <a:xfrm>
            <a:off x="840319" y="1681163"/>
            <a:ext cx="515831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4FAE0AD-7437-05C4-63A4-FFDE37F8DF3B}"/>
              </a:ext>
            </a:extLst>
          </p:cNvPr>
          <p:cNvSpPr>
            <a:spLocks noGrp="1"/>
          </p:cNvSpPr>
          <p:nvPr>
            <p:ph sz="half" idx="2"/>
          </p:nvPr>
        </p:nvSpPr>
        <p:spPr>
          <a:xfrm>
            <a:off x="840319" y="2505075"/>
            <a:ext cx="515831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E1A57AD-7667-E57A-204B-39F49CFD36C4}"/>
              </a:ext>
            </a:extLst>
          </p:cNvPr>
          <p:cNvSpPr>
            <a:spLocks noGrp="1"/>
          </p:cNvSpPr>
          <p:nvPr>
            <p:ph type="body" sz="quarter" idx="3"/>
          </p:nvPr>
        </p:nvSpPr>
        <p:spPr>
          <a:xfrm>
            <a:off x="6172200" y="1681163"/>
            <a:ext cx="518371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5B3BA91-9C0F-3B34-07AD-07E4B3F78E8C}"/>
              </a:ext>
            </a:extLst>
          </p:cNvPr>
          <p:cNvSpPr>
            <a:spLocks noGrp="1"/>
          </p:cNvSpPr>
          <p:nvPr>
            <p:ph sz="quarter" idx="4"/>
          </p:nvPr>
        </p:nvSpPr>
        <p:spPr>
          <a:xfrm>
            <a:off x="6172200" y="2505075"/>
            <a:ext cx="518371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66BECDF-B53D-96EC-E6EA-DF5236677CB2}"/>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8" name="フッター プレースホルダー 7">
            <a:extLst>
              <a:ext uri="{FF2B5EF4-FFF2-40B4-BE49-F238E27FC236}">
                <a16:creationId xmlns:a16="http://schemas.microsoft.com/office/drawing/2014/main" id="{D2E5EA20-570F-95AB-1EF0-E2D57F59E5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1F713E6-5C1F-DA47-80C8-CE4AEA6DC389}"/>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2588063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DCA319-3E27-9205-605F-5133FD4D6D4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CF4EE53-AB21-5DBF-AB60-B150FF75B95A}"/>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4" name="フッター プレースホルダー 3">
            <a:extLst>
              <a:ext uri="{FF2B5EF4-FFF2-40B4-BE49-F238E27FC236}">
                <a16:creationId xmlns:a16="http://schemas.microsoft.com/office/drawing/2014/main" id="{C65A3E87-F4C2-6ED6-C93E-766512B49F2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037B27D-4B3A-F326-F237-D95DE16DE46A}"/>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5848017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DFCE4D8-0799-868C-5DB9-2689C58CFB38}"/>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3" name="フッター プレースホルダー 2">
            <a:extLst>
              <a:ext uri="{FF2B5EF4-FFF2-40B4-BE49-F238E27FC236}">
                <a16:creationId xmlns:a16="http://schemas.microsoft.com/office/drawing/2014/main" id="{A68C0F0C-52C7-8F94-8BAD-F6BAE3ADA27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2F3E755-C006-336B-BCD1-3EF1D190C319}"/>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715163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ED2D1A-F45E-95ED-6FF0-7DFC98BB7CB8}"/>
              </a:ext>
            </a:extLst>
          </p:cNvPr>
          <p:cNvSpPr>
            <a:spLocks noGrp="1"/>
          </p:cNvSpPr>
          <p:nvPr>
            <p:ph type="title"/>
          </p:nvPr>
        </p:nvSpPr>
        <p:spPr>
          <a:xfrm>
            <a:off x="840319" y="457200"/>
            <a:ext cx="3932767" cy="1600200"/>
          </a:xfrm>
        </p:spPr>
        <p:txBody>
          <a:bodyPr anchor="b"/>
          <a:lstStyle>
            <a:lvl1pPr>
              <a:defRPr sz="24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B291651-C908-1A5F-5337-D0D9CF7220CE}"/>
              </a:ext>
            </a:extLst>
          </p:cNvPr>
          <p:cNvSpPr>
            <a:spLocks noGrp="1"/>
          </p:cNvSpPr>
          <p:nvPr>
            <p:ph idx="1"/>
          </p:nvPr>
        </p:nvSpPr>
        <p:spPr>
          <a:xfrm>
            <a:off x="5183717"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61E146-28C7-8935-EFE2-A709D64A3D24}"/>
              </a:ext>
            </a:extLst>
          </p:cNvPr>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ED42F14-B997-38AC-E29F-17DFD7832E5A}"/>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フッター プレースホルダー 5">
            <a:extLst>
              <a:ext uri="{FF2B5EF4-FFF2-40B4-BE49-F238E27FC236}">
                <a16:creationId xmlns:a16="http://schemas.microsoft.com/office/drawing/2014/main" id="{6508F590-2176-F393-E82A-1A76F0D5EE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6AB1AF-88D6-8A76-70AE-2DC3508FEAA4}"/>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809458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789B2A-1E1F-468D-4DBE-A9272BE10E1B}"/>
              </a:ext>
            </a:extLst>
          </p:cNvPr>
          <p:cNvSpPr>
            <a:spLocks noGrp="1"/>
          </p:cNvSpPr>
          <p:nvPr>
            <p:ph type="title"/>
          </p:nvPr>
        </p:nvSpPr>
        <p:spPr>
          <a:xfrm>
            <a:off x="840319" y="457200"/>
            <a:ext cx="3932767" cy="1600200"/>
          </a:xfrm>
        </p:spPr>
        <p:txBody>
          <a:bodyPr anchor="b"/>
          <a:lstStyle>
            <a:lvl1pPr>
              <a:defRPr sz="24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AC77D39-F1AC-2C27-943A-1530EA270A2F}"/>
              </a:ext>
            </a:extLst>
          </p:cNvPr>
          <p:cNvSpPr>
            <a:spLocks noGrp="1"/>
          </p:cNvSpPr>
          <p:nvPr>
            <p:ph type="pic" idx="1"/>
          </p:nvPr>
        </p:nvSpPr>
        <p:spPr>
          <a:xfrm>
            <a:off x="5183717"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a:extLst>
              <a:ext uri="{FF2B5EF4-FFF2-40B4-BE49-F238E27FC236}">
                <a16:creationId xmlns:a16="http://schemas.microsoft.com/office/drawing/2014/main" id="{DB889370-E7A6-8E16-EF2F-5245D21F7142}"/>
              </a:ext>
            </a:extLst>
          </p:cNvPr>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7508FE-26EC-A20F-E4C8-21CB6EBF7606}"/>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フッター プレースホルダー 5">
            <a:extLst>
              <a:ext uri="{FF2B5EF4-FFF2-40B4-BE49-F238E27FC236}">
                <a16:creationId xmlns:a16="http://schemas.microsoft.com/office/drawing/2014/main" id="{8DC61B62-1992-654C-464A-D33CBCBBB17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EA4E8CD-B961-E819-DA60-9F530B7D0DEF}"/>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2719069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1B74F3-C70C-1C3D-429E-900CD6EC395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B3696FE-E4BB-BDC9-37BD-760D485CBF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C8129B2-9CA3-76E2-6E52-178579B5611E}"/>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991E3808-A48F-6976-E9E8-8665EC964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F184523-491F-37EA-1C3D-34B96363A7E2}"/>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3227639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6405960-1E6B-8982-C9D7-6881F4E18C7D}"/>
              </a:ext>
            </a:extLst>
          </p:cNvPr>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CB00AB1-7C41-3ABC-3A17-0AEA5FEF63B4}"/>
              </a:ext>
            </a:extLst>
          </p:cNvPr>
          <p:cNvSpPr>
            <a:spLocks noGrp="1"/>
          </p:cNvSpPr>
          <p:nvPr>
            <p:ph type="body" orient="vert" idx="1"/>
          </p:nvPr>
        </p:nvSpPr>
        <p:spPr>
          <a:xfrm>
            <a:off x="838202" y="365125"/>
            <a:ext cx="76835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F796527-0503-DA57-0512-8FB81FEEE45A}"/>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A7340DB1-F2C6-6741-65D5-4E5EEA5935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183B32-7304-EDD4-8E5F-1C24CD729EE0}"/>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4434784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6244168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27595153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21891234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7807476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0F017-0AD9-9284-2FB4-51589DE68500}"/>
              </a:ext>
            </a:extLst>
          </p:cNvPr>
          <p:cNvSpPr txBox="1"/>
          <p:nvPr userDrawn="1"/>
        </p:nvSpPr>
        <p:spPr>
          <a:xfrm>
            <a:off x="165698" y="110466"/>
            <a:ext cx="2160193" cy="213585"/>
          </a:xfrm>
          <a:prstGeom prst="rect">
            <a:avLst/>
          </a:prstGeom>
          <a:noFill/>
        </p:spPr>
        <p:txBody>
          <a:bodyPr wrap="square" rtlCol="0">
            <a:spAutoFit/>
          </a:bodyPr>
          <a:lstStyle/>
          <a:p>
            <a:r>
              <a:rPr kumimoji="1" lang="en-US" altLang="ja-JP" sz="788" dirty="0"/>
              <a:t>2.Methods</a:t>
            </a:r>
          </a:p>
        </p:txBody>
      </p:sp>
      <p:sp>
        <p:nvSpPr>
          <p:cNvPr id="5" name="テキスト ボックス 4">
            <a:extLst>
              <a:ext uri="{FF2B5EF4-FFF2-40B4-BE49-F238E27FC236}">
                <a16:creationId xmlns:a16="http://schemas.microsoft.com/office/drawing/2014/main" id="{E104D3E4-F74C-922E-D5EE-231233E5E8EF}"/>
              </a:ext>
            </a:extLst>
          </p:cNvPr>
          <p:cNvSpPr txBox="1"/>
          <p:nvPr userDrawn="1"/>
        </p:nvSpPr>
        <p:spPr>
          <a:xfrm>
            <a:off x="11621268" y="6486718"/>
            <a:ext cx="570733" cy="213585"/>
          </a:xfrm>
          <a:prstGeom prst="rect">
            <a:avLst/>
          </a:prstGeom>
          <a:noFill/>
        </p:spPr>
        <p:txBody>
          <a:bodyPr wrap="square" rtlCol="0">
            <a:spAutoFit/>
          </a:bodyPr>
          <a:lstStyle/>
          <a:p>
            <a:fld id="{2D045537-F4BB-4948-9DF3-7D7722CD90C0}" type="slidenum">
              <a:rPr kumimoji="1" lang="ja-JP" altLang="en-US" sz="788" smtClean="0"/>
              <a:t>‹#›</a:t>
            </a:fld>
            <a:endParaRPr kumimoji="1" lang="ja-JP" altLang="en-US" sz="788" dirty="0"/>
          </a:p>
        </p:txBody>
      </p:sp>
    </p:spTree>
    <p:extLst>
      <p:ext uri="{BB962C8B-B14F-4D97-AF65-F5344CB8AC3E}">
        <p14:creationId xmlns:p14="http://schemas.microsoft.com/office/powerpoint/2010/main" val="11972702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991C006-7D78-528F-672F-A2FBC4101AF6}"/>
              </a:ext>
            </a:extLst>
          </p:cNvPr>
          <p:cNvSpPr txBox="1"/>
          <p:nvPr userDrawn="1"/>
        </p:nvSpPr>
        <p:spPr>
          <a:xfrm>
            <a:off x="165698" y="110466"/>
            <a:ext cx="2160193" cy="213585"/>
          </a:xfrm>
          <a:prstGeom prst="rect">
            <a:avLst/>
          </a:prstGeom>
          <a:noFill/>
        </p:spPr>
        <p:txBody>
          <a:bodyPr wrap="square" rtlCol="0">
            <a:spAutoFit/>
          </a:bodyPr>
          <a:lstStyle/>
          <a:p>
            <a:r>
              <a:rPr kumimoji="1" lang="en-US" altLang="ja-JP" sz="788" dirty="0"/>
              <a:t>3.Results</a:t>
            </a:r>
          </a:p>
        </p:txBody>
      </p:sp>
      <p:sp>
        <p:nvSpPr>
          <p:cNvPr id="5" name="テキスト ボックス 4">
            <a:extLst>
              <a:ext uri="{FF2B5EF4-FFF2-40B4-BE49-F238E27FC236}">
                <a16:creationId xmlns:a16="http://schemas.microsoft.com/office/drawing/2014/main" id="{0A141336-9F16-D517-89FF-AE108F175107}"/>
              </a:ext>
            </a:extLst>
          </p:cNvPr>
          <p:cNvSpPr txBox="1"/>
          <p:nvPr userDrawn="1"/>
        </p:nvSpPr>
        <p:spPr>
          <a:xfrm>
            <a:off x="11621268" y="6486718"/>
            <a:ext cx="570733" cy="213585"/>
          </a:xfrm>
          <a:prstGeom prst="rect">
            <a:avLst/>
          </a:prstGeom>
          <a:noFill/>
        </p:spPr>
        <p:txBody>
          <a:bodyPr wrap="square" rtlCol="0">
            <a:spAutoFit/>
          </a:bodyPr>
          <a:lstStyle/>
          <a:p>
            <a:fld id="{2D045537-F4BB-4948-9DF3-7D7722CD90C0}" type="slidenum">
              <a:rPr kumimoji="1" lang="ja-JP" altLang="en-US" sz="788" smtClean="0"/>
              <a:t>‹#›</a:t>
            </a:fld>
            <a:endParaRPr kumimoji="1" lang="ja-JP" altLang="en-US" sz="788" dirty="0"/>
          </a:p>
        </p:txBody>
      </p:sp>
    </p:spTree>
    <p:extLst>
      <p:ext uri="{BB962C8B-B14F-4D97-AF65-F5344CB8AC3E}">
        <p14:creationId xmlns:p14="http://schemas.microsoft.com/office/powerpoint/2010/main" val="23228897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991C006-7D78-528F-672F-A2FBC4101AF6}"/>
              </a:ext>
            </a:extLst>
          </p:cNvPr>
          <p:cNvSpPr txBox="1"/>
          <p:nvPr userDrawn="1"/>
        </p:nvSpPr>
        <p:spPr>
          <a:xfrm>
            <a:off x="165698" y="110466"/>
            <a:ext cx="2160193" cy="213585"/>
          </a:xfrm>
          <a:prstGeom prst="rect">
            <a:avLst/>
          </a:prstGeom>
          <a:noFill/>
        </p:spPr>
        <p:txBody>
          <a:bodyPr wrap="square" rtlCol="0">
            <a:spAutoFit/>
          </a:bodyPr>
          <a:lstStyle/>
          <a:p>
            <a:r>
              <a:rPr kumimoji="1" lang="en-US" altLang="ja-JP" sz="788" dirty="0"/>
              <a:t>4.Discussion</a:t>
            </a:r>
          </a:p>
        </p:txBody>
      </p:sp>
      <p:sp>
        <p:nvSpPr>
          <p:cNvPr id="5" name="テキスト ボックス 4">
            <a:extLst>
              <a:ext uri="{FF2B5EF4-FFF2-40B4-BE49-F238E27FC236}">
                <a16:creationId xmlns:a16="http://schemas.microsoft.com/office/drawing/2014/main" id="{CB148A70-0A80-FBF1-11DD-310B9C7EBD5E}"/>
              </a:ext>
            </a:extLst>
          </p:cNvPr>
          <p:cNvSpPr txBox="1"/>
          <p:nvPr userDrawn="1"/>
        </p:nvSpPr>
        <p:spPr>
          <a:xfrm>
            <a:off x="11621268" y="6486718"/>
            <a:ext cx="570733" cy="213585"/>
          </a:xfrm>
          <a:prstGeom prst="rect">
            <a:avLst/>
          </a:prstGeom>
          <a:noFill/>
        </p:spPr>
        <p:txBody>
          <a:bodyPr wrap="square" rtlCol="0">
            <a:spAutoFit/>
          </a:bodyPr>
          <a:lstStyle/>
          <a:p>
            <a:fld id="{2D045537-F4BB-4948-9DF3-7D7722CD90C0}" type="slidenum">
              <a:rPr kumimoji="1" lang="ja-JP" altLang="en-US" sz="788" smtClean="0"/>
              <a:t>‹#›</a:t>
            </a:fld>
            <a:endParaRPr kumimoji="1" lang="ja-JP" altLang="en-US" sz="788" dirty="0"/>
          </a:p>
        </p:txBody>
      </p:sp>
    </p:spTree>
    <p:extLst>
      <p:ext uri="{BB962C8B-B14F-4D97-AF65-F5344CB8AC3E}">
        <p14:creationId xmlns:p14="http://schemas.microsoft.com/office/powerpoint/2010/main" val="32187183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991C006-7D78-528F-672F-A2FBC4101AF6}"/>
              </a:ext>
            </a:extLst>
          </p:cNvPr>
          <p:cNvSpPr txBox="1"/>
          <p:nvPr userDrawn="1"/>
        </p:nvSpPr>
        <p:spPr>
          <a:xfrm>
            <a:off x="165698" y="110466"/>
            <a:ext cx="2160193" cy="213585"/>
          </a:xfrm>
          <a:prstGeom prst="rect">
            <a:avLst/>
          </a:prstGeom>
          <a:noFill/>
        </p:spPr>
        <p:txBody>
          <a:bodyPr wrap="square" rtlCol="0">
            <a:spAutoFit/>
          </a:bodyPr>
          <a:lstStyle/>
          <a:p>
            <a:r>
              <a:rPr kumimoji="1" lang="en-US" altLang="ja-JP" sz="788" dirty="0"/>
              <a:t>5.Conclusion</a:t>
            </a:r>
          </a:p>
        </p:txBody>
      </p:sp>
      <p:sp>
        <p:nvSpPr>
          <p:cNvPr id="5" name="テキスト ボックス 4">
            <a:extLst>
              <a:ext uri="{FF2B5EF4-FFF2-40B4-BE49-F238E27FC236}">
                <a16:creationId xmlns:a16="http://schemas.microsoft.com/office/drawing/2014/main" id="{CB148A70-0A80-FBF1-11DD-310B9C7EBD5E}"/>
              </a:ext>
            </a:extLst>
          </p:cNvPr>
          <p:cNvSpPr txBox="1"/>
          <p:nvPr userDrawn="1"/>
        </p:nvSpPr>
        <p:spPr>
          <a:xfrm>
            <a:off x="11621268" y="6486718"/>
            <a:ext cx="570733" cy="213585"/>
          </a:xfrm>
          <a:prstGeom prst="rect">
            <a:avLst/>
          </a:prstGeom>
          <a:noFill/>
        </p:spPr>
        <p:txBody>
          <a:bodyPr wrap="square" rtlCol="0">
            <a:spAutoFit/>
          </a:bodyPr>
          <a:lstStyle/>
          <a:p>
            <a:fld id="{2D045537-F4BB-4948-9DF3-7D7722CD90C0}" type="slidenum">
              <a:rPr kumimoji="1" lang="ja-JP" altLang="en-US" sz="788" smtClean="0"/>
              <a:t>‹#›</a:t>
            </a:fld>
            <a:endParaRPr kumimoji="1" lang="ja-JP" altLang="en-US" sz="788" dirty="0"/>
          </a:p>
        </p:txBody>
      </p:sp>
    </p:spTree>
    <p:extLst>
      <p:ext uri="{BB962C8B-B14F-4D97-AF65-F5344CB8AC3E}">
        <p14:creationId xmlns:p14="http://schemas.microsoft.com/office/powerpoint/2010/main" val="299285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991C006-7D78-528F-672F-A2FBC4101AF6}"/>
              </a:ext>
            </a:extLst>
          </p:cNvPr>
          <p:cNvSpPr txBox="1"/>
          <p:nvPr userDrawn="1"/>
        </p:nvSpPr>
        <p:spPr>
          <a:xfrm>
            <a:off x="165698" y="110466"/>
            <a:ext cx="2160193" cy="213585"/>
          </a:xfrm>
          <a:prstGeom prst="rect">
            <a:avLst/>
          </a:prstGeom>
          <a:noFill/>
        </p:spPr>
        <p:txBody>
          <a:bodyPr wrap="square" rtlCol="0">
            <a:spAutoFit/>
          </a:bodyPr>
          <a:lstStyle/>
          <a:p>
            <a:r>
              <a:rPr kumimoji="1" lang="en-US" altLang="ja-JP" sz="788" dirty="0"/>
              <a:t>6.</a:t>
            </a:r>
            <a:r>
              <a:rPr kumimoji="1" lang="ja-JP" altLang="en-US" sz="788" dirty="0"/>
              <a:t> </a:t>
            </a:r>
            <a:r>
              <a:rPr kumimoji="1" lang="en-US" altLang="ja-JP" sz="788" dirty="0"/>
              <a:t>References</a:t>
            </a:r>
          </a:p>
        </p:txBody>
      </p:sp>
      <p:sp>
        <p:nvSpPr>
          <p:cNvPr id="5" name="テキスト ボックス 4">
            <a:extLst>
              <a:ext uri="{FF2B5EF4-FFF2-40B4-BE49-F238E27FC236}">
                <a16:creationId xmlns:a16="http://schemas.microsoft.com/office/drawing/2014/main" id="{CB148A70-0A80-FBF1-11DD-310B9C7EBD5E}"/>
              </a:ext>
            </a:extLst>
          </p:cNvPr>
          <p:cNvSpPr txBox="1"/>
          <p:nvPr userDrawn="1"/>
        </p:nvSpPr>
        <p:spPr>
          <a:xfrm>
            <a:off x="11621268" y="6486718"/>
            <a:ext cx="570733" cy="213585"/>
          </a:xfrm>
          <a:prstGeom prst="rect">
            <a:avLst/>
          </a:prstGeom>
          <a:noFill/>
        </p:spPr>
        <p:txBody>
          <a:bodyPr wrap="square" rtlCol="0">
            <a:spAutoFit/>
          </a:bodyPr>
          <a:lstStyle/>
          <a:p>
            <a:fld id="{2D045537-F4BB-4948-9DF3-7D7722CD90C0}" type="slidenum">
              <a:rPr kumimoji="1" lang="ja-JP" altLang="en-US" sz="788" smtClean="0"/>
              <a:t>‹#›</a:t>
            </a:fld>
            <a:endParaRPr kumimoji="1" lang="ja-JP" altLang="en-US" sz="788" dirty="0"/>
          </a:p>
        </p:txBody>
      </p:sp>
    </p:spTree>
    <p:extLst>
      <p:ext uri="{BB962C8B-B14F-4D97-AF65-F5344CB8AC3E}">
        <p14:creationId xmlns:p14="http://schemas.microsoft.com/office/powerpoint/2010/main" val="23845656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991C006-7D78-528F-672F-A2FBC4101AF6}"/>
              </a:ext>
            </a:extLst>
          </p:cNvPr>
          <p:cNvSpPr txBox="1"/>
          <p:nvPr userDrawn="1"/>
        </p:nvSpPr>
        <p:spPr>
          <a:xfrm>
            <a:off x="165698" y="110466"/>
            <a:ext cx="2638873" cy="213585"/>
          </a:xfrm>
          <a:prstGeom prst="rect">
            <a:avLst/>
          </a:prstGeom>
          <a:noFill/>
        </p:spPr>
        <p:txBody>
          <a:bodyPr wrap="square" rtlCol="0">
            <a:spAutoFit/>
          </a:bodyPr>
          <a:lstStyle/>
          <a:p>
            <a:r>
              <a:rPr kumimoji="1" lang="en-US" altLang="ja-JP" sz="788" dirty="0"/>
              <a:t>7.</a:t>
            </a:r>
            <a:r>
              <a:rPr kumimoji="1" lang="ja-JP" altLang="en-US" sz="788" dirty="0"/>
              <a:t> </a:t>
            </a:r>
            <a:r>
              <a:rPr lang="en-US" altLang="ja-JP" sz="788" dirty="0"/>
              <a:t>Supplementary Information</a:t>
            </a:r>
            <a:endParaRPr kumimoji="1" lang="en-US" altLang="ja-JP" sz="788" dirty="0"/>
          </a:p>
        </p:txBody>
      </p:sp>
      <p:sp>
        <p:nvSpPr>
          <p:cNvPr id="5" name="テキスト ボックス 4">
            <a:extLst>
              <a:ext uri="{FF2B5EF4-FFF2-40B4-BE49-F238E27FC236}">
                <a16:creationId xmlns:a16="http://schemas.microsoft.com/office/drawing/2014/main" id="{CB148A70-0A80-FBF1-11DD-310B9C7EBD5E}"/>
              </a:ext>
            </a:extLst>
          </p:cNvPr>
          <p:cNvSpPr txBox="1"/>
          <p:nvPr userDrawn="1"/>
        </p:nvSpPr>
        <p:spPr>
          <a:xfrm>
            <a:off x="11621268" y="6486718"/>
            <a:ext cx="570733" cy="213585"/>
          </a:xfrm>
          <a:prstGeom prst="rect">
            <a:avLst/>
          </a:prstGeom>
          <a:noFill/>
        </p:spPr>
        <p:txBody>
          <a:bodyPr wrap="square" rtlCol="0">
            <a:spAutoFit/>
          </a:bodyPr>
          <a:lstStyle/>
          <a:p>
            <a:fld id="{2D045537-F4BB-4948-9DF3-7D7722CD90C0}" type="slidenum">
              <a:rPr kumimoji="1" lang="ja-JP" altLang="en-US" sz="788" smtClean="0"/>
              <a:t>‹#›</a:t>
            </a:fld>
            <a:endParaRPr kumimoji="1" lang="ja-JP" altLang="en-US" sz="788" dirty="0"/>
          </a:p>
        </p:txBody>
      </p:sp>
    </p:spTree>
    <p:extLst>
      <p:ext uri="{BB962C8B-B14F-4D97-AF65-F5344CB8AC3E}">
        <p14:creationId xmlns:p14="http://schemas.microsoft.com/office/powerpoint/2010/main" val="4101743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DF7731-B737-AB50-431C-013C49243C46}"/>
              </a:ext>
            </a:extLst>
          </p:cNvPr>
          <p:cNvSpPr>
            <a:spLocks noGrp="1"/>
          </p:cNvSpPr>
          <p:nvPr>
            <p:ph type="ctrTitle"/>
          </p:nvPr>
        </p:nvSpPr>
        <p:spPr>
          <a:xfrm>
            <a:off x="1524000" y="1122363"/>
            <a:ext cx="9144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00063AC-E753-D3A1-3177-3160B560CBC2}"/>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69C444C-9145-AEF8-2760-2CAD9E77A4E7}"/>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80953E35-B84A-96E4-5EC7-722B65AE9D2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A75D73-8DDB-43EA-2922-963A35ED8CB0}"/>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42173212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02C6F089-7B56-5104-FA6E-0A9DF0B15324}"/>
              </a:ext>
            </a:extLst>
          </p:cNvPr>
          <p:cNvSpPr>
            <a:spLocks noGrp="1"/>
          </p:cNvSpPr>
          <p:nvPr>
            <p:ph type="sldNum" sz="quarter" idx="12"/>
          </p:nvPr>
        </p:nvSpPr>
        <p:spPr>
          <a:xfrm>
            <a:off x="9138920" y="6392929"/>
            <a:ext cx="2743200" cy="365125"/>
          </a:xfrm>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4808180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A5B8FF-C52A-87DC-4453-2013D8A58437}"/>
              </a:ext>
            </a:extLst>
          </p:cNvPr>
          <p:cNvSpPr>
            <a:spLocks noGrp="1"/>
          </p:cNvSpPr>
          <p:nvPr>
            <p:ph type="title"/>
          </p:nvPr>
        </p:nvSpPr>
        <p:spPr>
          <a:xfrm>
            <a:off x="831851" y="1709741"/>
            <a:ext cx="10515600" cy="2852737"/>
          </a:xfrm>
        </p:spPr>
        <p:txBody>
          <a:bodyPr anchor="b"/>
          <a:lstStyle>
            <a:lvl1pPr>
              <a:defRPr sz="45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DEE0C91-551D-054A-BC0B-72C63F5C8916}"/>
              </a:ext>
            </a:extLst>
          </p:cNvPr>
          <p:cNvSpPr>
            <a:spLocks noGrp="1"/>
          </p:cNvSpPr>
          <p:nvPr>
            <p:ph type="body" idx="1"/>
          </p:nvPr>
        </p:nvSpPr>
        <p:spPr>
          <a:xfrm>
            <a:off x="831851" y="4589466"/>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5EDF259-14AC-D217-9596-EB1E4DB80CB4}"/>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E12904D6-6AE3-2464-5729-36CF711B09D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F04059-5FA0-9496-DCFD-580C381F1641}"/>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20938590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16E1A1-3C86-7914-FCC7-B97D0D85B68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2357258-BD9E-8164-E9B7-6CCF589F08A3}"/>
              </a:ext>
            </a:extLst>
          </p:cNvPr>
          <p:cNvSpPr>
            <a:spLocks noGrp="1"/>
          </p:cNvSpPr>
          <p:nvPr>
            <p:ph sz="half" idx="1"/>
          </p:nvPr>
        </p:nvSpPr>
        <p:spPr>
          <a:xfrm>
            <a:off x="838200" y="1825625"/>
            <a:ext cx="515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5106957-22B4-013A-DDB3-B3656E6A443F}"/>
              </a:ext>
            </a:extLst>
          </p:cNvPr>
          <p:cNvSpPr>
            <a:spLocks noGrp="1"/>
          </p:cNvSpPr>
          <p:nvPr>
            <p:ph sz="half" idx="2"/>
          </p:nvPr>
        </p:nvSpPr>
        <p:spPr>
          <a:xfrm>
            <a:off x="6197600" y="1825625"/>
            <a:ext cx="515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011F8D8-2EED-C061-3177-7A4124904F7D}"/>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フッター プレースホルダー 5">
            <a:extLst>
              <a:ext uri="{FF2B5EF4-FFF2-40B4-BE49-F238E27FC236}">
                <a16:creationId xmlns:a16="http://schemas.microsoft.com/office/drawing/2014/main" id="{0B79D0F9-BC04-B621-BBEC-284F0421A41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3B17BC0-BD7B-3BFB-E521-7433B8952B0C}"/>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6812298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DDE40B-2378-BBD6-E7E2-1D76CAE0CAB1}"/>
              </a:ext>
            </a:extLst>
          </p:cNvPr>
          <p:cNvSpPr>
            <a:spLocks noGrp="1"/>
          </p:cNvSpPr>
          <p:nvPr>
            <p:ph type="title"/>
          </p:nvPr>
        </p:nvSpPr>
        <p:spPr>
          <a:xfrm>
            <a:off x="840317" y="365128"/>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E6BC995-C356-EBB6-9773-008CD6C731C7}"/>
              </a:ext>
            </a:extLst>
          </p:cNvPr>
          <p:cNvSpPr>
            <a:spLocks noGrp="1"/>
          </p:cNvSpPr>
          <p:nvPr>
            <p:ph type="body" idx="1"/>
          </p:nvPr>
        </p:nvSpPr>
        <p:spPr>
          <a:xfrm>
            <a:off x="840319" y="1681163"/>
            <a:ext cx="515831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4FAE0AD-7437-05C4-63A4-FFDE37F8DF3B}"/>
              </a:ext>
            </a:extLst>
          </p:cNvPr>
          <p:cNvSpPr>
            <a:spLocks noGrp="1"/>
          </p:cNvSpPr>
          <p:nvPr>
            <p:ph sz="half" idx="2"/>
          </p:nvPr>
        </p:nvSpPr>
        <p:spPr>
          <a:xfrm>
            <a:off x="840319" y="2505075"/>
            <a:ext cx="515831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E1A57AD-7667-E57A-204B-39F49CFD36C4}"/>
              </a:ext>
            </a:extLst>
          </p:cNvPr>
          <p:cNvSpPr>
            <a:spLocks noGrp="1"/>
          </p:cNvSpPr>
          <p:nvPr>
            <p:ph type="body" sz="quarter" idx="3"/>
          </p:nvPr>
        </p:nvSpPr>
        <p:spPr>
          <a:xfrm>
            <a:off x="6172200" y="1681163"/>
            <a:ext cx="518371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5B3BA91-9C0F-3B34-07AD-07E4B3F78E8C}"/>
              </a:ext>
            </a:extLst>
          </p:cNvPr>
          <p:cNvSpPr>
            <a:spLocks noGrp="1"/>
          </p:cNvSpPr>
          <p:nvPr>
            <p:ph sz="quarter" idx="4"/>
          </p:nvPr>
        </p:nvSpPr>
        <p:spPr>
          <a:xfrm>
            <a:off x="6172200" y="2505075"/>
            <a:ext cx="518371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66BECDF-B53D-96EC-E6EA-DF5236677CB2}"/>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8" name="フッター プレースホルダー 7">
            <a:extLst>
              <a:ext uri="{FF2B5EF4-FFF2-40B4-BE49-F238E27FC236}">
                <a16:creationId xmlns:a16="http://schemas.microsoft.com/office/drawing/2014/main" id="{D2E5EA20-570F-95AB-1EF0-E2D57F59E5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1F713E6-5C1F-DA47-80C8-CE4AEA6DC389}"/>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2486739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DCA319-3E27-9205-605F-5133FD4D6D4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CF4EE53-AB21-5DBF-AB60-B150FF75B95A}"/>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4" name="フッター プレースホルダー 3">
            <a:extLst>
              <a:ext uri="{FF2B5EF4-FFF2-40B4-BE49-F238E27FC236}">
                <a16:creationId xmlns:a16="http://schemas.microsoft.com/office/drawing/2014/main" id="{C65A3E87-F4C2-6ED6-C93E-766512B49F2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037B27D-4B3A-F326-F237-D95DE16DE46A}"/>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4140056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DFCE4D8-0799-868C-5DB9-2689C58CFB38}"/>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3" name="フッター プレースホルダー 2">
            <a:extLst>
              <a:ext uri="{FF2B5EF4-FFF2-40B4-BE49-F238E27FC236}">
                <a16:creationId xmlns:a16="http://schemas.microsoft.com/office/drawing/2014/main" id="{A68C0F0C-52C7-8F94-8BAD-F6BAE3ADA27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2F3E755-C006-336B-BCD1-3EF1D190C319}"/>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7218756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ED2D1A-F45E-95ED-6FF0-7DFC98BB7CB8}"/>
              </a:ext>
            </a:extLst>
          </p:cNvPr>
          <p:cNvSpPr>
            <a:spLocks noGrp="1"/>
          </p:cNvSpPr>
          <p:nvPr>
            <p:ph type="title"/>
          </p:nvPr>
        </p:nvSpPr>
        <p:spPr>
          <a:xfrm>
            <a:off x="840319" y="457200"/>
            <a:ext cx="3932767" cy="1600200"/>
          </a:xfrm>
        </p:spPr>
        <p:txBody>
          <a:bodyPr anchor="b"/>
          <a:lstStyle>
            <a:lvl1pPr>
              <a:defRPr sz="24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B291651-C908-1A5F-5337-D0D9CF7220CE}"/>
              </a:ext>
            </a:extLst>
          </p:cNvPr>
          <p:cNvSpPr>
            <a:spLocks noGrp="1"/>
          </p:cNvSpPr>
          <p:nvPr>
            <p:ph idx="1"/>
          </p:nvPr>
        </p:nvSpPr>
        <p:spPr>
          <a:xfrm>
            <a:off x="5183717"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61E146-28C7-8935-EFE2-A709D64A3D24}"/>
              </a:ext>
            </a:extLst>
          </p:cNvPr>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ED42F14-B997-38AC-E29F-17DFD7832E5A}"/>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フッター プレースホルダー 5">
            <a:extLst>
              <a:ext uri="{FF2B5EF4-FFF2-40B4-BE49-F238E27FC236}">
                <a16:creationId xmlns:a16="http://schemas.microsoft.com/office/drawing/2014/main" id="{6508F590-2176-F393-E82A-1A76F0D5EE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6AB1AF-88D6-8A76-70AE-2DC3508FEAA4}"/>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4134846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789B2A-1E1F-468D-4DBE-A9272BE10E1B}"/>
              </a:ext>
            </a:extLst>
          </p:cNvPr>
          <p:cNvSpPr>
            <a:spLocks noGrp="1"/>
          </p:cNvSpPr>
          <p:nvPr>
            <p:ph type="title"/>
          </p:nvPr>
        </p:nvSpPr>
        <p:spPr>
          <a:xfrm>
            <a:off x="840319" y="457200"/>
            <a:ext cx="3932767" cy="1600200"/>
          </a:xfrm>
        </p:spPr>
        <p:txBody>
          <a:bodyPr anchor="b"/>
          <a:lstStyle>
            <a:lvl1pPr>
              <a:defRPr sz="24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AC77D39-F1AC-2C27-943A-1530EA270A2F}"/>
              </a:ext>
            </a:extLst>
          </p:cNvPr>
          <p:cNvSpPr>
            <a:spLocks noGrp="1"/>
          </p:cNvSpPr>
          <p:nvPr>
            <p:ph type="pic" idx="1"/>
          </p:nvPr>
        </p:nvSpPr>
        <p:spPr>
          <a:xfrm>
            <a:off x="5183717"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a:extLst>
              <a:ext uri="{FF2B5EF4-FFF2-40B4-BE49-F238E27FC236}">
                <a16:creationId xmlns:a16="http://schemas.microsoft.com/office/drawing/2014/main" id="{DB889370-E7A6-8E16-EF2F-5245D21F7142}"/>
              </a:ext>
            </a:extLst>
          </p:cNvPr>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7508FE-26EC-A20F-E4C8-21CB6EBF7606}"/>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フッター プレースホルダー 5">
            <a:extLst>
              <a:ext uri="{FF2B5EF4-FFF2-40B4-BE49-F238E27FC236}">
                <a16:creationId xmlns:a16="http://schemas.microsoft.com/office/drawing/2014/main" id="{8DC61B62-1992-654C-464A-D33CBCBBB17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EA4E8CD-B961-E819-DA60-9F530B7D0DEF}"/>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1237378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1B74F3-C70C-1C3D-429E-900CD6EC395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B3696FE-E4BB-BDC9-37BD-760D485CBF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C8129B2-9CA3-76E2-6E52-178579B5611E}"/>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991E3808-A48F-6976-E9E8-8665EC964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F184523-491F-37EA-1C3D-34B96363A7E2}"/>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4651221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6405960-1E6B-8982-C9D7-6881F4E18C7D}"/>
              </a:ext>
            </a:extLst>
          </p:cNvPr>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CB00AB1-7C41-3ABC-3A17-0AEA5FEF63B4}"/>
              </a:ext>
            </a:extLst>
          </p:cNvPr>
          <p:cNvSpPr>
            <a:spLocks noGrp="1"/>
          </p:cNvSpPr>
          <p:nvPr>
            <p:ph type="body" orient="vert" idx="1"/>
          </p:nvPr>
        </p:nvSpPr>
        <p:spPr>
          <a:xfrm>
            <a:off x="838202" y="365125"/>
            <a:ext cx="76835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F796527-0503-DA57-0512-8FB81FEEE45A}"/>
              </a:ext>
            </a:extLst>
          </p:cNvPr>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A7340DB1-F2C6-6741-65D5-4E5EEA5935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183B32-7304-EDD4-8E5F-1C24CD729EE0}"/>
              </a:ext>
            </a:extLst>
          </p:cNvPr>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0037306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34666791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35276843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6533465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35557765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7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0. Opening</a:t>
            </a: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9417206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8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1. Introduction</a:t>
            </a: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8966201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9B0FFF6-7C5D-C9EF-84E9-9870869C00BB}"/>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2. Methods</a:t>
            </a:r>
          </a:p>
        </p:txBody>
      </p:sp>
      <p:sp>
        <p:nvSpPr>
          <p:cNvPr id="4" name="テキスト ボックス 3">
            <a:extLst>
              <a:ext uri="{FF2B5EF4-FFF2-40B4-BE49-F238E27FC236}">
                <a16:creationId xmlns:a16="http://schemas.microsoft.com/office/drawing/2014/main" id="{4B39CD68-3172-0CDB-95B6-53581225BBD5}"/>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12011537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29618BAC-6AA1-C459-9FCC-C988BF6DB484}"/>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3. Results</a:t>
            </a:r>
          </a:p>
        </p:txBody>
      </p:sp>
      <p:sp>
        <p:nvSpPr>
          <p:cNvPr id="4" name="テキスト ボックス 3">
            <a:extLst>
              <a:ext uri="{FF2B5EF4-FFF2-40B4-BE49-F238E27FC236}">
                <a16:creationId xmlns:a16="http://schemas.microsoft.com/office/drawing/2014/main" id="{8A85087D-7489-04C9-59E4-B949E1995CA0}"/>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270557525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2C64FE9A-D3BF-9215-0FB0-F9FACDB4C54A}"/>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4. Discussion</a:t>
            </a:r>
          </a:p>
        </p:txBody>
      </p:sp>
      <p:sp>
        <p:nvSpPr>
          <p:cNvPr id="4" name="テキスト ボックス 3">
            <a:extLst>
              <a:ext uri="{FF2B5EF4-FFF2-40B4-BE49-F238E27FC236}">
                <a16:creationId xmlns:a16="http://schemas.microsoft.com/office/drawing/2014/main" id="{582622A8-62D8-A198-F93F-C600CC8E356E}"/>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30729398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EDB2FBA-E537-6694-1EB0-49E06FFBB4EE}"/>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5. Conclusion</a:t>
            </a:r>
          </a:p>
        </p:txBody>
      </p:sp>
      <p:sp>
        <p:nvSpPr>
          <p:cNvPr id="4" name="テキスト ボックス 3">
            <a:extLst>
              <a:ext uri="{FF2B5EF4-FFF2-40B4-BE49-F238E27FC236}">
                <a16:creationId xmlns:a16="http://schemas.microsoft.com/office/drawing/2014/main" id="{FB15D4FC-C2DA-AEAF-2AD5-294EBF8AA5F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15131012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2170C4F-E822-37DD-6E3E-1B30D6DF09C1}"/>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6. References</a:t>
            </a:r>
          </a:p>
        </p:txBody>
      </p:sp>
      <p:sp>
        <p:nvSpPr>
          <p:cNvPr id="4" name="テキスト ボックス 3">
            <a:extLst>
              <a:ext uri="{FF2B5EF4-FFF2-40B4-BE49-F238E27FC236}">
                <a16:creationId xmlns:a16="http://schemas.microsoft.com/office/drawing/2014/main" id="{3EAF421F-91E4-7A52-1841-0AB3892F2D6A}"/>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7363225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621984D-76FE-ACAE-9E5B-DA4BD09015FB}"/>
              </a:ext>
            </a:extLst>
          </p:cNvPr>
          <p:cNvSpPr txBox="1"/>
          <p:nvPr userDrawn="1"/>
        </p:nvSpPr>
        <p:spPr>
          <a:xfrm>
            <a:off x="116601" y="104328"/>
            <a:ext cx="2812752"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7. Supplementary Information</a:t>
            </a:r>
          </a:p>
        </p:txBody>
      </p:sp>
      <p:sp>
        <p:nvSpPr>
          <p:cNvPr id="4" name="テキスト ボックス 3">
            <a:extLst>
              <a:ext uri="{FF2B5EF4-FFF2-40B4-BE49-F238E27FC236}">
                <a16:creationId xmlns:a16="http://schemas.microsoft.com/office/drawing/2014/main" id="{3C378D87-3011-1B78-019A-7BDF64235756}"/>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16668459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8811898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968820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98709329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42024273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18880463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2852226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8716742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208703321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29399327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86712214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2885039-54E1-425C-BA26-26C83A74E520}" type="datetimeFigureOut">
              <a:rPr kumimoji="1" lang="ja-JP" altLang="en-US" smtClean="0"/>
              <a:t>2026/9/27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1903126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7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Executive Summary</a:t>
            </a: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16028895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8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160193" cy="253916"/>
          </a:xfrm>
          <a:prstGeom prst="rect">
            <a:avLst/>
          </a:prstGeom>
          <a:noFill/>
        </p:spPr>
        <p:txBody>
          <a:bodyPr wrap="square" rtlCol="0">
            <a:spAutoFit/>
          </a:bodyPr>
          <a:lstStyle/>
          <a:p>
            <a:r>
              <a:rPr kumimoji="1" lang="ja-JP" altLang="en-US" sz="1050">
                <a:latin typeface="源ノ角ゴシック JP" panose="020B0500000000000000" pitchFamily="34" charset="-128"/>
                <a:ea typeface="源ノ角ゴシック JP" panose="020B0500000000000000" pitchFamily="34" charset="-128"/>
              </a:rPr>
              <a:t>目次</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150049322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3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580417" cy="25391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sz="1050">
                <a:latin typeface="源ノ角ゴシック JP" panose="020B0500000000000000" pitchFamily="34" charset="-128"/>
                <a:ea typeface="源ノ角ゴシック JP" panose="020B0500000000000000" pitchFamily="34" charset="-128"/>
              </a:rPr>
              <a:t>問題特定｜健康ニーズの把握</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41205600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9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580417" cy="25391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sz="1050">
                <a:latin typeface="源ノ角ゴシック JP" panose="020B0500000000000000" pitchFamily="34" charset="-128"/>
                <a:ea typeface="源ノ角ゴシック JP" panose="020B0500000000000000" pitchFamily="34" charset="-128"/>
              </a:rPr>
              <a:t>問題特定｜方針と結果</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246045661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4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580417" cy="25391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sz="1050">
                <a:latin typeface="源ノ角ゴシック JP" panose="020B0500000000000000" pitchFamily="34" charset="-128"/>
                <a:ea typeface="源ノ角ゴシック JP" panose="020B0500000000000000" pitchFamily="34" charset="-128"/>
              </a:rPr>
              <a:t>問題特定｜実施量の評価</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352585502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5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580417" cy="25391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sz="1050">
                <a:latin typeface="源ノ角ゴシック JP" panose="020B0500000000000000" pitchFamily="34" charset="-128"/>
                <a:ea typeface="源ノ角ゴシック JP" panose="020B0500000000000000" pitchFamily="34" charset="-128"/>
              </a:rPr>
              <a:t>問題特定｜適切さの評価</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27520661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6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580417" cy="25391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sz="1050">
                <a:latin typeface="源ノ角ゴシック JP" panose="020B0500000000000000" pitchFamily="34" charset="-128"/>
                <a:ea typeface="源ノ角ゴシック JP" panose="020B0500000000000000" pitchFamily="34" charset="-128"/>
              </a:rPr>
              <a:t>問題特定｜まとめ</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355813104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7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580417" cy="25391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sz="1050">
                <a:latin typeface="源ノ角ゴシック JP" panose="020B0500000000000000" pitchFamily="34" charset="-128"/>
                <a:ea typeface="源ノ角ゴシック JP" panose="020B0500000000000000" pitchFamily="34" charset="-128"/>
              </a:rPr>
              <a:t>原因分析｜ボトルネックの特定</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391495514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1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580417" cy="25391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sz="1050">
                <a:latin typeface="源ノ角ゴシック JP" panose="020B0500000000000000" pitchFamily="34" charset="-128"/>
                <a:ea typeface="源ノ角ゴシック JP" panose="020B0500000000000000" pitchFamily="34" charset="-128"/>
              </a:rPr>
              <a:t>原因分析｜詳細な要因</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262804982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8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580417" cy="25391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sz="1050">
                <a:latin typeface="源ノ角ゴシック JP" panose="020B0500000000000000" pitchFamily="34" charset="-128"/>
                <a:ea typeface="源ノ角ゴシック JP" panose="020B0500000000000000" pitchFamily="34" charset="-128"/>
              </a:rPr>
              <a:t>施策立案｜提案と効果試算</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196839748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2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160193" cy="253916"/>
          </a:xfrm>
          <a:prstGeom prst="rect">
            <a:avLst/>
          </a:prstGeom>
          <a:noFill/>
        </p:spPr>
        <p:txBody>
          <a:bodyPr wrap="square" rtlCol="0">
            <a:spAutoFit/>
          </a:bodyPr>
          <a:lstStyle/>
          <a:p>
            <a:r>
              <a:rPr kumimoji="1" lang="ja-JP" altLang="en-US" sz="1050">
                <a:latin typeface="源ノ角ゴシック JP" panose="020B0500000000000000" pitchFamily="34" charset="-128"/>
                <a:ea typeface="源ノ角ゴシック JP" panose="020B0500000000000000" pitchFamily="34" charset="-128"/>
              </a:rPr>
              <a:t>まとめ</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359101974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0_ユーザー設定レイアウト">
    <p:bg>
      <p:bgPr>
        <a:solidFill>
          <a:srgbClr val="F5EDE9">
            <a:alpha val="4000"/>
          </a:srgb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160193" cy="253916"/>
          </a:xfrm>
          <a:prstGeom prst="rect">
            <a:avLst/>
          </a:prstGeom>
          <a:noFill/>
        </p:spPr>
        <p:txBody>
          <a:bodyPr wrap="square" rtlCol="0">
            <a:spAutoFit/>
          </a:bodyPr>
          <a:lstStyle/>
          <a:p>
            <a:r>
              <a:rPr kumimoji="1" lang="ja-JP" altLang="en-US" sz="1050">
                <a:latin typeface="源ノ角ゴシック JP" panose="020B0500000000000000" pitchFamily="34" charset="-128"/>
                <a:ea typeface="源ノ角ゴシック JP" panose="020B0500000000000000" pitchFamily="34" charset="-128"/>
              </a:rPr>
              <a:t>参考文献</a:t>
            </a:r>
            <a:endParaRPr kumimoji="1" lang="en-US" altLang="ja-JP" sz="1050" dirty="0">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404969661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223930476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276102535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60327085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BF76D-BD8F-04C5-7CD6-C3FDA7AC0654}"/>
              </a:ext>
            </a:extLst>
          </p:cNvPr>
          <p:cNvSpPr>
            <a:spLocks noGrp="1"/>
          </p:cNvSpPr>
          <p:nvPr>
            <p:ph type="title"/>
          </p:nvPr>
        </p:nvSpPr>
        <p:spPr>
          <a:xfrm>
            <a:off x="0" y="4"/>
            <a:ext cx="12192000" cy="650513"/>
          </a:xfrm>
          <a:solidFill>
            <a:schemeClr val="accent2">
              <a:lumMod val="40000"/>
              <a:lumOff val="60000"/>
            </a:schemeClr>
          </a:solidFill>
        </p:spPr>
        <p:txBody>
          <a:bodyPr>
            <a:noAutofit/>
          </a:bodyPr>
          <a:lstStyle>
            <a:lvl1pPr>
              <a:defRPr sz="1575">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3C432AE6-99B9-074D-ACEC-E2979C96C08A}"/>
              </a:ext>
            </a:extLst>
          </p:cNvPr>
          <p:cNvSpPr>
            <a:spLocks noGrp="1"/>
          </p:cNvSpPr>
          <p:nvPr>
            <p:ph idx="1"/>
          </p:nvPr>
        </p:nvSpPr>
        <p:spPr>
          <a:xfrm>
            <a:off x="644378" y="886704"/>
            <a:ext cx="11126735" cy="499867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5" name="フッター プレースホルダー 9">
            <a:extLst>
              <a:ext uri="{FF2B5EF4-FFF2-40B4-BE49-F238E27FC236}">
                <a16:creationId xmlns:a16="http://schemas.microsoft.com/office/drawing/2014/main" id="{0018B26A-F8AB-A5E9-17E4-421D92C1A69D}"/>
              </a:ext>
            </a:extLst>
          </p:cNvPr>
          <p:cNvSpPr txBox="1">
            <a:spLocks/>
          </p:cNvSpPr>
          <p:nvPr userDrawn="1"/>
        </p:nvSpPr>
        <p:spPr>
          <a:xfrm>
            <a:off x="30528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Methods</a:t>
            </a:r>
          </a:p>
        </p:txBody>
      </p:sp>
      <p:sp>
        <p:nvSpPr>
          <p:cNvPr id="16" name="フッター プレースホルダー 9">
            <a:extLst>
              <a:ext uri="{FF2B5EF4-FFF2-40B4-BE49-F238E27FC236}">
                <a16:creationId xmlns:a16="http://schemas.microsoft.com/office/drawing/2014/main" id="{3955417E-0E48-7E03-A31E-74151DB79448}"/>
              </a:ext>
            </a:extLst>
          </p:cNvPr>
          <p:cNvSpPr txBox="1">
            <a:spLocks/>
          </p:cNvSpPr>
          <p:nvPr userDrawn="1"/>
        </p:nvSpPr>
        <p:spPr>
          <a:xfrm>
            <a:off x="610560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Results</a:t>
            </a:r>
          </a:p>
        </p:txBody>
      </p:sp>
      <p:sp>
        <p:nvSpPr>
          <p:cNvPr id="17" name="フッター プレースホルダー 9">
            <a:extLst>
              <a:ext uri="{FF2B5EF4-FFF2-40B4-BE49-F238E27FC236}">
                <a16:creationId xmlns:a16="http://schemas.microsoft.com/office/drawing/2014/main" id="{0D7DAF3E-1D5E-9362-79A3-E7A483A574C7}"/>
              </a:ext>
            </a:extLst>
          </p:cNvPr>
          <p:cNvSpPr txBox="1">
            <a:spLocks/>
          </p:cNvSpPr>
          <p:nvPr userDrawn="1"/>
        </p:nvSpPr>
        <p:spPr>
          <a:xfrm>
            <a:off x="9158400" y="6356350"/>
            <a:ext cx="3052800" cy="501650"/>
          </a:xfrm>
          <a:prstGeom prst="rect">
            <a:avLst/>
          </a:prstGeom>
          <a:solidFill>
            <a:schemeClr val="tx2">
              <a:lumMod val="20000"/>
              <a:lumOff val="80000"/>
            </a:schemeClr>
          </a:solidFill>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Discussion</a:t>
            </a:r>
          </a:p>
        </p:txBody>
      </p:sp>
      <p:sp>
        <p:nvSpPr>
          <p:cNvPr id="18" name="フッター プレースホルダー 9">
            <a:extLst>
              <a:ext uri="{FF2B5EF4-FFF2-40B4-BE49-F238E27FC236}">
                <a16:creationId xmlns:a16="http://schemas.microsoft.com/office/drawing/2014/main" id="{B49CB7BB-23F6-3FE4-941E-263D1BDAB1D1}"/>
              </a:ext>
            </a:extLst>
          </p:cNvPr>
          <p:cNvSpPr txBox="1">
            <a:spLocks/>
          </p:cNvSpPr>
          <p:nvPr userDrawn="1"/>
        </p:nvSpPr>
        <p:spPr>
          <a:xfrm>
            <a:off x="0" y="6356350"/>
            <a:ext cx="3052800" cy="501650"/>
          </a:xfrm>
          <a:prstGeom prst="rect">
            <a:avLst/>
          </a:prstGeom>
          <a:ln>
            <a:solidFill>
              <a:schemeClr val="accent6">
                <a:lumMod val="20000"/>
                <a:lumOff val="80000"/>
              </a:schemeClr>
            </a:solidFill>
          </a:ln>
        </p:spPr>
        <p:style>
          <a:lnRef idx="0">
            <a:scrgbClr r="0" g="0" b="0"/>
          </a:lnRef>
          <a:fillRef idx="0">
            <a:scrgbClr r="0" g="0" b="0"/>
          </a:fillRef>
          <a:effectRef idx="0">
            <a:scrgbClr r="0" g="0" b="0"/>
          </a:effectRef>
          <a:fontRef idx="minor">
            <a:schemeClr val="accent3"/>
          </a:fontRef>
        </p:style>
        <p:txBody>
          <a:bodyPr vert="horz" lIns="51435" tIns="25718" rIns="51435" bIns="25718" rtlCol="0" anchor="ctr"/>
          <a:lstStyle>
            <a:defPPr>
              <a:defRPr lang="ja-JP"/>
            </a:defPPr>
            <a:lvl1pPr marL="0" algn="ctr" defTabSz="914400" rtl="0" eaLnBrk="1" latinLnBrk="0" hangingPunct="1">
              <a:defRPr kumimoji="1" sz="1200" kern="1200">
                <a:solidFill>
                  <a:schemeClr val="accent1">
                    <a:lumMod val="75000"/>
                  </a:schemeClr>
                </a:solidFill>
                <a:latin typeface="+mn-lt"/>
                <a:ea typeface="+mn-ea"/>
                <a:cs typeface="+mn-cs"/>
              </a:defRPr>
            </a:lvl1pPr>
            <a:lvl2pPr marL="457200" algn="l" defTabSz="914400" rtl="0" eaLnBrk="1" latinLnBrk="0" hangingPunct="1">
              <a:defRPr kumimoji="1" sz="1800" kern="1200">
                <a:solidFill>
                  <a:schemeClr val="accent3"/>
                </a:solidFill>
                <a:latin typeface="+mn-lt"/>
                <a:ea typeface="+mn-ea"/>
                <a:cs typeface="+mn-cs"/>
              </a:defRPr>
            </a:lvl2pPr>
            <a:lvl3pPr marL="914400" algn="l" defTabSz="914400" rtl="0" eaLnBrk="1" latinLnBrk="0" hangingPunct="1">
              <a:defRPr kumimoji="1" sz="1800" kern="1200">
                <a:solidFill>
                  <a:schemeClr val="accent3"/>
                </a:solidFill>
                <a:latin typeface="+mn-lt"/>
                <a:ea typeface="+mn-ea"/>
                <a:cs typeface="+mn-cs"/>
              </a:defRPr>
            </a:lvl3pPr>
            <a:lvl4pPr marL="1371600" algn="l" defTabSz="914400" rtl="0" eaLnBrk="1" latinLnBrk="0" hangingPunct="1">
              <a:defRPr kumimoji="1" sz="1800" kern="1200">
                <a:solidFill>
                  <a:schemeClr val="accent3"/>
                </a:solidFill>
                <a:latin typeface="+mn-lt"/>
                <a:ea typeface="+mn-ea"/>
                <a:cs typeface="+mn-cs"/>
              </a:defRPr>
            </a:lvl4pPr>
            <a:lvl5pPr marL="1828800" algn="l" defTabSz="914400" rtl="0" eaLnBrk="1" latinLnBrk="0" hangingPunct="1">
              <a:defRPr kumimoji="1" sz="1800" kern="1200">
                <a:solidFill>
                  <a:schemeClr val="accent3"/>
                </a:solidFill>
                <a:latin typeface="+mn-lt"/>
                <a:ea typeface="+mn-ea"/>
                <a:cs typeface="+mn-cs"/>
              </a:defRPr>
            </a:lvl5pPr>
            <a:lvl6pPr marL="2286000" algn="l" defTabSz="914400" rtl="0" eaLnBrk="1" latinLnBrk="0" hangingPunct="1">
              <a:defRPr kumimoji="1" sz="1800" kern="1200">
                <a:solidFill>
                  <a:schemeClr val="accent3"/>
                </a:solidFill>
                <a:latin typeface="+mn-lt"/>
                <a:ea typeface="+mn-ea"/>
                <a:cs typeface="+mn-cs"/>
              </a:defRPr>
            </a:lvl6pPr>
            <a:lvl7pPr marL="2743200" algn="l" defTabSz="914400" rtl="0" eaLnBrk="1" latinLnBrk="0" hangingPunct="1">
              <a:defRPr kumimoji="1" sz="1800" kern="1200">
                <a:solidFill>
                  <a:schemeClr val="accent3"/>
                </a:solidFill>
                <a:latin typeface="+mn-lt"/>
                <a:ea typeface="+mn-ea"/>
                <a:cs typeface="+mn-cs"/>
              </a:defRPr>
            </a:lvl7pPr>
            <a:lvl8pPr marL="3200400" algn="l" defTabSz="914400" rtl="0" eaLnBrk="1" latinLnBrk="0" hangingPunct="1">
              <a:defRPr kumimoji="1" sz="1800" kern="1200">
                <a:solidFill>
                  <a:schemeClr val="accent3"/>
                </a:solidFill>
                <a:latin typeface="+mn-lt"/>
                <a:ea typeface="+mn-ea"/>
                <a:cs typeface="+mn-cs"/>
              </a:defRPr>
            </a:lvl8pPr>
            <a:lvl9pPr marL="3657600" algn="l" defTabSz="914400" rtl="0" eaLnBrk="1" latinLnBrk="0" hangingPunct="1">
              <a:defRPr kumimoji="1" sz="1800" kern="1200">
                <a:solidFill>
                  <a:schemeClr val="accent3"/>
                </a:solidFill>
                <a:latin typeface="+mn-lt"/>
                <a:ea typeface="+mn-ea"/>
                <a:cs typeface="+mn-cs"/>
              </a:defRPr>
            </a:lvl9pPr>
          </a:lstStyle>
          <a:p>
            <a:r>
              <a:rPr lang="en-US" altLang="ja-JP" sz="675" dirty="0"/>
              <a:t>Background</a:t>
            </a:r>
          </a:p>
        </p:txBody>
      </p:sp>
    </p:spTree>
    <p:extLst>
      <p:ext uri="{BB962C8B-B14F-4D97-AF65-F5344CB8AC3E}">
        <p14:creationId xmlns:p14="http://schemas.microsoft.com/office/powerpoint/2010/main" val="222101499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48A53052-673D-3D58-8593-41204167CE3F}"/>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1. Background</a:t>
            </a:r>
          </a:p>
        </p:txBody>
      </p:sp>
      <p:sp>
        <p:nvSpPr>
          <p:cNvPr id="2" name="テキスト ボックス 1">
            <a:extLst>
              <a:ext uri="{FF2B5EF4-FFF2-40B4-BE49-F238E27FC236}">
                <a16:creationId xmlns:a16="http://schemas.microsoft.com/office/drawing/2014/main" id="{D93BB214-26A9-668E-9693-1FD3A34B128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46161573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9B0FFF6-7C5D-C9EF-84E9-9870869C00BB}"/>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2. Methods</a:t>
            </a:r>
          </a:p>
        </p:txBody>
      </p:sp>
      <p:sp>
        <p:nvSpPr>
          <p:cNvPr id="4" name="テキスト ボックス 3">
            <a:extLst>
              <a:ext uri="{FF2B5EF4-FFF2-40B4-BE49-F238E27FC236}">
                <a16:creationId xmlns:a16="http://schemas.microsoft.com/office/drawing/2014/main" id="{4B39CD68-3172-0CDB-95B6-53581225BBD5}"/>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229361015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29618BAC-6AA1-C459-9FCC-C988BF6DB484}"/>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3. Results</a:t>
            </a:r>
          </a:p>
        </p:txBody>
      </p:sp>
      <p:sp>
        <p:nvSpPr>
          <p:cNvPr id="4" name="テキスト ボックス 3">
            <a:extLst>
              <a:ext uri="{FF2B5EF4-FFF2-40B4-BE49-F238E27FC236}">
                <a16:creationId xmlns:a16="http://schemas.microsoft.com/office/drawing/2014/main" id="{8A85087D-7489-04C9-59E4-B949E1995CA0}"/>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144550040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3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2C64FE9A-D3BF-9215-0FB0-F9FACDB4C54A}"/>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4. Discussion</a:t>
            </a:r>
          </a:p>
        </p:txBody>
      </p:sp>
      <p:sp>
        <p:nvSpPr>
          <p:cNvPr id="4" name="テキスト ボックス 3">
            <a:extLst>
              <a:ext uri="{FF2B5EF4-FFF2-40B4-BE49-F238E27FC236}">
                <a16:creationId xmlns:a16="http://schemas.microsoft.com/office/drawing/2014/main" id="{582622A8-62D8-A198-F93F-C600CC8E356E}"/>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237069260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6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EDB2FBA-E537-6694-1EB0-49E06FFBB4EE}"/>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5. Conclusion</a:t>
            </a:r>
          </a:p>
        </p:txBody>
      </p:sp>
      <p:sp>
        <p:nvSpPr>
          <p:cNvPr id="4" name="テキスト ボックス 3">
            <a:extLst>
              <a:ext uri="{FF2B5EF4-FFF2-40B4-BE49-F238E27FC236}">
                <a16:creationId xmlns:a16="http://schemas.microsoft.com/office/drawing/2014/main" id="{FB15D4FC-C2DA-AEAF-2AD5-294EBF8AA5F4}"/>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79542718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4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2170C4F-E822-37DD-6E3E-1B30D6DF09C1}"/>
              </a:ext>
            </a:extLst>
          </p:cNvPr>
          <p:cNvSpPr txBox="1"/>
          <p:nvPr userDrawn="1"/>
        </p:nvSpPr>
        <p:spPr>
          <a:xfrm>
            <a:off x="116602" y="104328"/>
            <a:ext cx="2160193"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6. References</a:t>
            </a:r>
          </a:p>
        </p:txBody>
      </p:sp>
      <p:sp>
        <p:nvSpPr>
          <p:cNvPr id="4" name="テキスト ボックス 3">
            <a:extLst>
              <a:ext uri="{FF2B5EF4-FFF2-40B4-BE49-F238E27FC236}">
                <a16:creationId xmlns:a16="http://schemas.microsoft.com/office/drawing/2014/main" id="{3EAF421F-91E4-7A52-1841-0AB3892F2D6A}"/>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224828624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5_ユーザー設定レイアウト">
    <p:bg>
      <p:bgPr>
        <a:solidFill>
          <a:schemeClr val="accent2">
            <a:lumMod val="20000"/>
            <a:lumOff val="80000"/>
            <a:alpha val="19000"/>
          </a:schemeClr>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621984D-76FE-ACAE-9E5B-DA4BD09015FB}"/>
              </a:ext>
            </a:extLst>
          </p:cNvPr>
          <p:cNvSpPr txBox="1"/>
          <p:nvPr userDrawn="1"/>
        </p:nvSpPr>
        <p:spPr>
          <a:xfrm>
            <a:off x="116601" y="104328"/>
            <a:ext cx="2812752" cy="253916"/>
          </a:xfrm>
          <a:prstGeom prst="rect">
            <a:avLst/>
          </a:prstGeom>
          <a:noFill/>
        </p:spPr>
        <p:txBody>
          <a:bodyPr wrap="square" rtlCol="0">
            <a:spAutoFit/>
          </a:bodyPr>
          <a:lstStyle/>
          <a:p>
            <a:r>
              <a:rPr kumimoji="1" lang="en-US" altLang="ja-JP" sz="1050" dirty="0">
                <a:latin typeface="源ノ角ゴシック JP" panose="020B0500000000000000" pitchFamily="34" charset="-128"/>
                <a:ea typeface="源ノ角ゴシック JP" panose="020B0500000000000000" pitchFamily="34" charset="-128"/>
              </a:rPr>
              <a:t>7. Supplementary Information</a:t>
            </a:r>
          </a:p>
        </p:txBody>
      </p:sp>
      <p:sp>
        <p:nvSpPr>
          <p:cNvPr id="4" name="テキスト ボックス 3">
            <a:extLst>
              <a:ext uri="{FF2B5EF4-FFF2-40B4-BE49-F238E27FC236}">
                <a16:creationId xmlns:a16="http://schemas.microsoft.com/office/drawing/2014/main" id="{3C378D87-3011-1B78-019A-7BDF64235756}"/>
              </a:ext>
            </a:extLst>
          </p:cNvPr>
          <p:cNvSpPr txBox="1"/>
          <p:nvPr userDrawn="1"/>
        </p:nvSpPr>
        <p:spPr>
          <a:xfrm>
            <a:off x="11621267" y="6535813"/>
            <a:ext cx="570733" cy="261610"/>
          </a:xfrm>
          <a:prstGeom prst="rect">
            <a:avLst/>
          </a:prstGeom>
          <a:noFill/>
        </p:spPr>
        <p:txBody>
          <a:bodyPr wrap="square" rtlCol="0">
            <a:spAutoFit/>
          </a:bodyPr>
          <a:lstStyle/>
          <a:p>
            <a:fld id="{2D045537-F4BB-4948-9DF3-7D7722CD90C0}" type="slidenum">
              <a:rPr kumimoji="1" lang="ja-JP" altLang="en-US" sz="1100" smtClean="0"/>
              <a:t>‹#›</a:t>
            </a:fld>
            <a:endParaRPr kumimoji="1" lang="ja-JP" altLang="en-US" sz="1100" dirty="0"/>
          </a:p>
        </p:txBody>
      </p:sp>
    </p:spTree>
    <p:extLst>
      <p:ext uri="{BB962C8B-B14F-4D97-AF65-F5344CB8AC3E}">
        <p14:creationId xmlns:p14="http://schemas.microsoft.com/office/powerpoint/2010/main" val="1457814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theme" Target="../theme/theme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 Type="http://schemas.openxmlformats.org/officeDocument/2006/relationships/slideLayout" Target="../slideLayouts/slideLayout58.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29" Type="http://schemas.openxmlformats.org/officeDocument/2006/relationships/slideLayout" Target="../slideLayouts/slideLayout84.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theme" Target="../theme/theme4.xml"/><Relationship Id="rId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A6473A2-0987-3B8B-38EF-3946AA808ECD}"/>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F510C03-F5E3-64AB-8E83-77A0E733B8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0247E9-3C7C-7E8D-58A7-CDD442FE4333}"/>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51C860E3-E470-C63F-41A3-55BCE4FFF036}"/>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B1CC86D-FFAD-1D01-C3B1-E621740DE522}"/>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75696008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A6473A2-0987-3B8B-38EF-3946AA808ECD}"/>
              </a:ext>
            </a:extLst>
          </p:cNvPr>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F510C03-F5E3-64AB-8E83-77A0E733B8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0247E9-3C7C-7E8D-58A7-CDD442FE4333}"/>
              </a:ext>
            </a:extLst>
          </p:cNvPr>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51C860E3-E470-C63F-41A3-55BCE4FFF036}"/>
              </a:ext>
            </a:extLst>
          </p:cNvPr>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B1CC86D-FFAD-1D01-C3B1-E621740DE522}"/>
              </a:ext>
            </a:extLst>
          </p:cNvPr>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705321318"/>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A6473A2-0987-3B8B-38EF-3946AA808ECD}"/>
              </a:ext>
            </a:extLst>
          </p:cNvPr>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F510C03-F5E3-64AB-8E83-77A0E733B8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0247E9-3C7C-7E8D-58A7-CDD442FE4333}"/>
              </a:ext>
            </a:extLst>
          </p:cNvPr>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2885039-54E1-425C-BA26-26C83A74E520}" type="datetimeFigureOut">
              <a:rPr kumimoji="1" lang="ja-JP" altLang="en-US" smtClean="0"/>
              <a:t>2026/9/27</a:t>
            </a:fld>
            <a:endParaRPr kumimoji="1" lang="ja-JP" altLang="en-US"/>
          </a:p>
        </p:txBody>
      </p:sp>
      <p:sp>
        <p:nvSpPr>
          <p:cNvPr id="5" name="フッター プレースホルダー 4">
            <a:extLst>
              <a:ext uri="{FF2B5EF4-FFF2-40B4-BE49-F238E27FC236}">
                <a16:creationId xmlns:a16="http://schemas.microsoft.com/office/drawing/2014/main" id="{51C860E3-E470-C63F-41A3-55BCE4FFF036}"/>
              </a:ext>
            </a:extLst>
          </p:cNvPr>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B1CC86D-FFAD-1D01-C3B1-E621740DE522}"/>
              </a:ext>
            </a:extLst>
          </p:cNvPr>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3847310903"/>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1" r:id="rId12"/>
    <p:sldLayoutId id="2147483752" r:id="rId13"/>
    <p:sldLayoutId id="2147483753" r:id="rId14"/>
    <p:sldLayoutId id="2147483754" r:id="rId15"/>
    <p:sldLayoutId id="2147483761" r:id="rId16"/>
    <p:sldLayoutId id="2147483762" r:id="rId17"/>
    <p:sldLayoutId id="2147483755" r:id="rId18"/>
    <p:sldLayoutId id="2147483756" r:id="rId19"/>
    <p:sldLayoutId id="2147483757" r:id="rId20"/>
    <p:sldLayoutId id="2147483758" r:id="rId21"/>
    <p:sldLayoutId id="2147483759" r:id="rId22"/>
    <p:sldLayoutId id="2147483760" r:id="rId23"/>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885039-54E1-425C-BA26-26C83A74E520}" type="datetimeFigureOut">
              <a:rPr kumimoji="1" lang="ja-JP" altLang="en-US" smtClean="0"/>
              <a:t>2026/9/27</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465992-3E9A-449A-B59B-A19F1D4F4096}" type="slidenum">
              <a:rPr kumimoji="1" lang="ja-JP" altLang="en-US" smtClean="0"/>
              <a:t>‹#›</a:t>
            </a:fld>
            <a:endParaRPr kumimoji="1" lang="ja-JP" altLang="en-US"/>
          </a:p>
        </p:txBody>
      </p:sp>
    </p:spTree>
    <p:extLst>
      <p:ext uri="{BB962C8B-B14F-4D97-AF65-F5344CB8AC3E}">
        <p14:creationId xmlns:p14="http://schemas.microsoft.com/office/powerpoint/2010/main" val="1053101019"/>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00" r:id="rId13"/>
    <p:sldLayoutId id="2147483792" r:id="rId14"/>
    <p:sldLayoutId id="2147483798" r:id="rId15"/>
    <p:sldLayoutId id="2147483793" r:id="rId16"/>
    <p:sldLayoutId id="2147483794" r:id="rId17"/>
    <p:sldLayoutId id="2147483795" r:id="rId18"/>
    <p:sldLayoutId id="2147483796" r:id="rId19"/>
    <p:sldLayoutId id="2147483814" r:id="rId20"/>
    <p:sldLayoutId id="2147483797" r:id="rId21"/>
    <p:sldLayoutId id="2147483791" r:id="rId22"/>
    <p:sldLayoutId id="2147483799" r:id="rId23"/>
    <p:sldLayoutId id="2147483775" r:id="rId24"/>
    <p:sldLayoutId id="2147483776" r:id="rId25"/>
    <p:sldLayoutId id="2147483777" r:id="rId26"/>
    <p:sldLayoutId id="2147483778" r:id="rId27"/>
    <p:sldLayoutId id="2147483779" r:id="rId28"/>
    <p:sldLayoutId id="2147483780" r:id="rId29"/>
    <p:sldLayoutId id="2147483781" r:id="rId30"/>
    <p:sldLayoutId id="2147483782" r:id="rId31"/>
    <p:sldLayoutId id="2147483783" r:id="rId32"/>
    <p:sldLayoutId id="2147483784" r:id="rId33"/>
    <p:sldLayoutId id="2147483785" r:id="rId34"/>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9.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9.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4.xml"/></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a:extLst>
            <a:ext uri="{FF2B5EF4-FFF2-40B4-BE49-F238E27FC236}">
              <a16:creationId xmlns:a16="http://schemas.microsoft.com/office/drawing/2014/main" id="{861EBF1C-F92D-5BCC-4690-CC5A98A4B239}"/>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1C798D9-DF17-027E-0FF6-5422AEE29E94}"/>
              </a:ext>
            </a:extLst>
          </p:cNvPr>
          <p:cNvSpPr txBox="1"/>
          <p:nvPr/>
        </p:nvSpPr>
        <p:spPr>
          <a:xfrm>
            <a:off x="1122317" y="2407752"/>
            <a:ext cx="9947366" cy="140017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lnSpc>
                <a:spcPts val="4840"/>
              </a:lnSpc>
              <a:defRPr/>
            </a:pPr>
            <a:r>
              <a:rPr lang="ja-JP" altLang="en-US" sz="3400" b="1" spc="50">
                <a:solidFill>
                  <a:schemeClr val="bg1">
                    <a:lumMod val="95000"/>
                  </a:schemeClr>
                </a:solidFill>
                <a:latin typeface="源ノ角ゴシック JP" panose="020B0500000000000000" pitchFamily="34" charset="-128"/>
                <a:ea typeface="源ノ角ゴシック JP" panose="020B0500000000000000" pitchFamily="34" charset="-128"/>
              </a:rPr>
              <a:t>健康ニーズに対する</a:t>
            </a:r>
            <a:endParaRPr lang="en-US" altLang="ja-JP" sz="3400" b="1" spc="50" dirty="0">
              <a:solidFill>
                <a:schemeClr val="bg1">
                  <a:lumMod val="95000"/>
                </a:schemeClr>
              </a:solidFill>
              <a:latin typeface="源ノ角ゴシック JP" panose="020B0500000000000000" pitchFamily="34" charset="-128"/>
              <a:ea typeface="源ノ角ゴシック JP" panose="020B0500000000000000" pitchFamily="34" charset="-128"/>
            </a:endParaRPr>
          </a:p>
          <a:p>
            <a:pPr indent="66714" defTabSz="438410" hangingPunct="0">
              <a:lnSpc>
                <a:spcPts val="4840"/>
              </a:lnSpc>
              <a:defRPr/>
            </a:pPr>
            <a:r>
              <a:rPr lang="ja-JP" altLang="en-US" sz="3400" b="1" spc="50">
                <a:solidFill>
                  <a:schemeClr val="bg1">
                    <a:lumMod val="95000"/>
                  </a:schemeClr>
                </a:solidFill>
                <a:latin typeface="源ノ角ゴシック JP" panose="020B0500000000000000" pitchFamily="34" charset="-128"/>
                <a:ea typeface="源ノ角ゴシック JP" panose="020B0500000000000000" pitchFamily="34" charset="-128"/>
              </a:rPr>
              <a:t>セブンイレブンのマーケティング戦略を改善する</a:t>
            </a:r>
            <a:endParaRPr lang="en-US" altLang="ja-JP" sz="3400" b="1" spc="50" dirty="0">
              <a:solidFill>
                <a:schemeClr val="bg1">
                  <a:lumMod val="95000"/>
                </a:schemeClr>
              </a:solidFill>
              <a:latin typeface="源ノ角ゴシック JP" panose="020B0500000000000000" pitchFamily="34" charset="-128"/>
              <a:ea typeface="源ノ角ゴシック JP" panose="020B0500000000000000" pitchFamily="34" charset="-128"/>
            </a:endParaRPr>
          </a:p>
        </p:txBody>
      </p:sp>
      <p:grpSp>
        <p:nvGrpSpPr>
          <p:cNvPr id="18" name="グループ化 17">
            <a:extLst>
              <a:ext uri="{FF2B5EF4-FFF2-40B4-BE49-F238E27FC236}">
                <a16:creationId xmlns:a16="http://schemas.microsoft.com/office/drawing/2014/main" id="{0A0D7D65-084C-7205-C809-BA10661495C7}"/>
              </a:ext>
            </a:extLst>
          </p:cNvPr>
          <p:cNvGrpSpPr/>
          <p:nvPr/>
        </p:nvGrpSpPr>
        <p:grpSpPr>
          <a:xfrm>
            <a:off x="7413709" y="4095498"/>
            <a:ext cx="3655974" cy="2164502"/>
            <a:chOff x="1079682" y="3929243"/>
            <a:chExt cx="3655974" cy="2164502"/>
          </a:xfrm>
        </p:grpSpPr>
        <p:sp>
          <p:nvSpPr>
            <p:cNvPr id="10" name="テキスト ボックス 9">
              <a:extLst>
                <a:ext uri="{FF2B5EF4-FFF2-40B4-BE49-F238E27FC236}">
                  <a16:creationId xmlns:a16="http://schemas.microsoft.com/office/drawing/2014/main" id="{0CEBB88C-2F36-D45F-584E-71390D26D01C}"/>
                </a:ext>
              </a:extLst>
            </p:cNvPr>
            <p:cNvSpPr txBox="1"/>
            <p:nvPr/>
          </p:nvSpPr>
          <p:spPr>
            <a:xfrm>
              <a:off x="1126344" y="3929243"/>
              <a:ext cx="2384396" cy="348813"/>
            </a:xfrm>
            <a:prstGeom prst="rect">
              <a:avLst/>
            </a:prstGeom>
            <a:noFill/>
          </p:spPr>
          <p:txBody>
            <a:bodyPr wrap="square">
              <a:spAutoFit/>
            </a:bodyPr>
            <a:lstStyle/>
            <a:p>
              <a:pPr>
                <a:lnSpc>
                  <a:spcPts val="2020"/>
                </a:lnSpc>
                <a:defRPr/>
              </a:pPr>
              <a:r>
                <a:rPr kumimoji="1" lang="en-US" altLang="ja-JP" sz="1700" b="1" dirty="0">
                  <a:solidFill>
                    <a:schemeClr val="bg1">
                      <a:lumMod val="95000"/>
                    </a:schemeClr>
                  </a:solidFill>
                  <a:latin typeface="源ノ角ゴシック JP" panose="020B0500000000000000" pitchFamily="34" charset="-128"/>
                  <a:ea typeface="源ノ角ゴシック JP" panose="020B0500000000000000" pitchFamily="34" charset="-128"/>
                </a:rPr>
                <a:t>CEO</a:t>
              </a:r>
              <a:r>
                <a:rPr kumimoji="1" lang="ja-JP" altLang="en-US" sz="1700" b="1">
                  <a:solidFill>
                    <a:schemeClr val="bg1">
                      <a:lumMod val="95000"/>
                    </a:schemeClr>
                  </a:solidFill>
                  <a:latin typeface="源ノ角ゴシック JP" panose="020B0500000000000000" pitchFamily="34" charset="-128"/>
                  <a:ea typeface="源ノ角ゴシック JP" panose="020B0500000000000000" pitchFamily="34" charset="-128"/>
                </a:rPr>
                <a:t>プログラム参加生</a:t>
              </a:r>
              <a:endParaRPr kumimoji="1" lang="en-US" altLang="ja-JP" sz="1700" b="1" dirty="0">
                <a:solidFill>
                  <a:schemeClr val="bg1">
                    <a:lumMod val="95000"/>
                  </a:schemeClr>
                </a:solidFill>
                <a:latin typeface="源ノ角ゴシック JP" panose="020B0500000000000000" pitchFamily="34" charset="-128"/>
                <a:ea typeface="源ノ角ゴシック JP" panose="020B0500000000000000" pitchFamily="34" charset="-128"/>
              </a:endParaRPr>
            </a:p>
          </p:txBody>
        </p:sp>
        <p:grpSp>
          <p:nvGrpSpPr>
            <p:cNvPr id="17" name="グループ化 16">
              <a:extLst>
                <a:ext uri="{FF2B5EF4-FFF2-40B4-BE49-F238E27FC236}">
                  <a16:creationId xmlns:a16="http://schemas.microsoft.com/office/drawing/2014/main" id="{A93BF832-6B59-5D09-ED82-EC99083A067D}"/>
                </a:ext>
              </a:extLst>
            </p:cNvPr>
            <p:cNvGrpSpPr/>
            <p:nvPr/>
          </p:nvGrpSpPr>
          <p:grpSpPr>
            <a:xfrm>
              <a:off x="1079682" y="4381442"/>
              <a:ext cx="3655974" cy="1712303"/>
              <a:chOff x="1079682" y="4381442"/>
              <a:chExt cx="3655974" cy="1712303"/>
            </a:xfrm>
          </p:grpSpPr>
          <p:grpSp>
            <p:nvGrpSpPr>
              <p:cNvPr id="11" name="グループ化 10">
                <a:extLst>
                  <a:ext uri="{FF2B5EF4-FFF2-40B4-BE49-F238E27FC236}">
                    <a16:creationId xmlns:a16="http://schemas.microsoft.com/office/drawing/2014/main" id="{56A644C0-F898-6EA1-66CF-30C72BE8E9F0}"/>
                  </a:ext>
                </a:extLst>
              </p:cNvPr>
              <p:cNvGrpSpPr/>
              <p:nvPr/>
            </p:nvGrpSpPr>
            <p:grpSpPr>
              <a:xfrm>
                <a:off x="1079682" y="4950278"/>
                <a:ext cx="3489718" cy="1143467"/>
                <a:chOff x="4147736" y="4040012"/>
                <a:chExt cx="3489718" cy="1143467"/>
              </a:xfrm>
            </p:grpSpPr>
            <p:sp>
              <p:nvSpPr>
                <p:cNvPr id="14" name="テキスト ボックス 13">
                  <a:extLst>
                    <a:ext uri="{FF2B5EF4-FFF2-40B4-BE49-F238E27FC236}">
                      <a16:creationId xmlns:a16="http://schemas.microsoft.com/office/drawing/2014/main" id="{4B98ED3D-0F5F-62D7-7517-88FD75CBF55A}"/>
                    </a:ext>
                  </a:extLst>
                </p:cNvPr>
                <p:cNvSpPr txBox="1"/>
                <p:nvPr/>
              </p:nvSpPr>
              <p:spPr>
                <a:xfrm>
                  <a:off x="4147736" y="4040012"/>
                  <a:ext cx="3043640"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kumimoji="1" lang="ja-JP" altLang="en-US" sz="2200" b="1">
                      <a:solidFill>
                        <a:srgbClr val="FFC000"/>
                      </a:solidFill>
                      <a:latin typeface="源ノ角ゴシック JP" panose="020B0500000000000000" pitchFamily="34" charset="-128"/>
                      <a:ea typeface="源ノ角ゴシック JP" panose="020B0500000000000000" pitchFamily="34" charset="-128"/>
                    </a:rPr>
                    <a:t>関</a:t>
                  </a:r>
                  <a:r>
                    <a:rPr kumimoji="1" lang="en-US" altLang="ja-JP" sz="2200" b="1" dirty="0">
                      <a:solidFill>
                        <a:srgbClr val="FFC000"/>
                      </a:solidFill>
                      <a:latin typeface="源ノ角ゴシック JP" panose="020B0500000000000000" pitchFamily="34" charset="-128"/>
                      <a:ea typeface="源ノ角ゴシック JP" panose="020B0500000000000000" pitchFamily="34" charset="-128"/>
                    </a:rPr>
                    <a:t> </a:t>
                  </a:r>
                  <a:r>
                    <a:rPr kumimoji="1" lang="ja-JP" altLang="en-US" sz="2200" b="1">
                      <a:solidFill>
                        <a:srgbClr val="FFC000"/>
                      </a:solidFill>
                      <a:latin typeface="源ノ角ゴシック JP" panose="020B0500000000000000" pitchFamily="34" charset="-128"/>
                      <a:ea typeface="源ノ角ゴシック JP" panose="020B0500000000000000" pitchFamily="34" charset="-128"/>
                    </a:rPr>
                    <a:t>碧生</a:t>
                  </a:r>
                  <a:endParaRPr kumimoji="1" lang="en-US" altLang="ja-JP" sz="2200" b="1" baseline="30000" dirty="0">
                    <a:solidFill>
                      <a:srgbClr val="FFC000"/>
                    </a:solidFill>
                    <a:latin typeface="源ノ角ゴシック JP" panose="020B0500000000000000" pitchFamily="34" charset="-128"/>
                    <a:ea typeface="源ノ角ゴシック JP" panose="020B0500000000000000" pitchFamily="34" charset="-128"/>
                  </a:endParaRPr>
                </a:p>
              </p:txBody>
            </p:sp>
            <p:sp>
              <p:nvSpPr>
                <p:cNvPr id="13" name="字幕 2">
                  <a:extLst>
                    <a:ext uri="{FF2B5EF4-FFF2-40B4-BE49-F238E27FC236}">
                      <a16:creationId xmlns:a16="http://schemas.microsoft.com/office/drawing/2014/main" id="{BF556E2D-A672-42CF-EE30-EC2777C0E9D1}"/>
                    </a:ext>
                  </a:extLst>
                </p:cNvPr>
                <p:cNvSpPr txBox="1">
                  <a:spLocks/>
                </p:cNvSpPr>
                <p:nvPr/>
              </p:nvSpPr>
              <p:spPr>
                <a:xfrm>
                  <a:off x="4208253" y="4614643"/>
                  <a:ext cx="3429201" cy="568836"/>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lnSpc>
                      <a:spcPts val="1400"/>
                    </a:lnSpc>
                    <a:defRPr/>
                  </a:pPr>
                  <a:r>
                    <a:rPr lang="ja-JP" altLang="en-US" sz="1600" spc="50">
                      <a:solidFill>
                        <a:prstClr val="white">
                          <a:lumMod val="95000"/>
                        </a:prstClr>
                      </a:solidFill>
                      <a:latin typeface="源ノ角ゴシック JP" panose="020B0500000000000000" pitchFamily="34" charset="-128"/>
                      <a:ea typeface="源ノ角ゴシック JP" panose="020B0500000000000000" pitchFamily="34" charset="-128"/>
                    </a:rPr>
                    <a:t>最終報告</a:t>
                  </a:r>
                  <a:endParaRPr lang="en-US" altLang="ja-JP" sz="1600" spc="50" dirty="0">
                    <a:solidFill>
                      <a:prstClr val="white">
                        <a:lumMod val="95000"/>
                      </a:prstClr>
                    </a:solidFill>
                    <a:latin typeface="源ノ角ゴシック JP" panose="020B0500000000000000" pitchFamily="34" charset="-128"/>
                    <a:ea typeface="源ノ角ゴシック JP" panose="020B0500000000000000" pitchFamily="34" charset="-128"/>
                  </a:endParaRPr>
                </a:p>
                <a:p>
                  <a:pPr algn="l">
                    <a:lnSpc>
                      <a:spcPts val="1400"/>
                    </a:lnSpc>
                    <a:defRPr/>
                  </a:pPr>
                  <a:r>
                    <a:rPr lang="en-US" altLang="ja-JP" sz="1600" spc="50" dirty="0">
                      <a:solidFill>
                        <a:prstClr val="white">
                          <a:lumMod val="95000"/>
                        </a:prstClr>
                      </a:solidFill>
                      <a:latin typeface="源ノ角ゴシック JP" panose="020B0500000000000000" pitchFamily="34" charset="-128"/>
                      <a:ea typeface="源ノ角ゴシック JP" panose="020B0500000000000000" pitchFamily="34" charset="-128"/>
                    </a:rPr>
                    <a:t>2026. 9.28</a:t>
                  </a:r>
                </a:p>
              </p:txBody>
            </p:sp>
          </p:grpSp>
          <p:sp>
            <p:nvSpPr>
              <p:cNvPr id="16" name="字幕 2">
                <a:extLst>
                  <a:ext uri="{FF2B5EF4-FFF2-40B4-BE49-F238E27FC236}">
                    <a16:creationId xmlns:a16="http://schemas.microsoft.com/office/drawing/2014/main" id="{AD1ED0A6-6E62-65DA-A558-64BC31F1E689}"/>
                  </a:ext>
                </a:extLst>
              </p:cNvPr>
              <p:cNvSpPr txBox="1">
                <a:spLocks/>
              </p:cNvSpPr>
              <p:nvPr/>
            </p:nvSpPr>
            <p:spPr>
              <a:xfrm>
                <a:off x="1140199" y="4381442"/>
                <a:ext cx="3595457" cy="568836"/>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lnSpc>
                    <a:spcPts val="1400"/>
                  </a:lnSpc>
                  <a:defRPr/>
                </a:pPr>
                <a:r>
                  <a:rPr lang="ja-JP" altLang="en-US" sz="1600" spc="50">
                    <a:solidFill>
                      <a:prstClr val="white">
                        <a:lumMod val="95000"/>
                      </a:prstClr>
                    </a:solidFill>
                    <a:latin typeface="源ノ角ゴシック JP" panose="020B0500000000000000" pitchFamily="34" charset="-128"/>
                    <a:ea typeface="源ノ角ゴシック JP" panose="020B0500000000000000" pitchFamily="34" charset="-128"/>
                  </a:rPr>
                  <a:t>慶應義塾大学大学院</a:t>
                </a:r>
                <a:endParaRPr lang="en-US" altLang="ja-JP" sz="1600" spc="50" dirty="0">
                  <a:solidFill>
                    <a:prstClr val="white">
                      <a:lumMod val="95000"/>
                    </a:prstClr>
                  </a:solidFill>
                  <a:latin typeface="源ノ角ゴシック JP" panose="020B0500000000000000" pitchFamily="34" charset="-128"/>
                  <a:ea typeface="源ノ角ゴシック JP" panose="020B0500000000000000" pitchFamily="34" charset="-128"/>
                </a:endParaRPr>
              </a:p>
              <a:p>
                <a:pPr algn="l">
                  <a:lnSpc>
                    <a:spcPts val="1400"/>
                  </a:lnSpc>
                  <a:defRPr/>
                </a:pPr>
                <a:r>
                  <a:rPr lang="ja-JP" altLang="en-US" sz="1600" spc="50">
                    <a:solidFill>
                      <a:prstClr val="white">
                        <a:lumMod val="95000"/>
                      </a:prstClr>
                    </a:solidFill>
                    <a:latin typeface="源ノ角ゴシック JP" panose="020B0500000000000000" pitchFamily="34" charset="-128"/>
                    <a:ea typeface="源ノ角ゴシック JP" panose="020B0500000000000000" pitchFamily="34" charset="-128"/>
                  </a:rPr>
                  <a:t>政策・メディア研究科</a:t>
                </a:r>
                <a:r>
                  <a:rPr lang="en-US" altLang="ja-JP" sz="1600" spc="50" dirty="0">
                    <a:solidFill>
                      <a:prstClr val="white">
                        <a:lumMod val="95000"/>
                      </a:prstClr>
                    </a:solidFill>
                    <a:latin typeface="源ノ角ゴシック JP" panose="020B0500000000000000" pitchFamily="34" charset="-128"/>
                    <a:ea typeface="源ノ角ゴシック JP" panose="020B0500000000000000" pitchFamily="34" charset="-128"/>
                  </a:rPr>
                  <a:t> </a:t>
                </a:r>
                <a:r>
                  <a:rPr lang="ja-JP" altLang="en-US" sz="1600" spc="50">
                    <a:solidFill>
                      <a:prstClr val="white">
                        <a:lumMod val="95000"/>
                      </a:prstClr>
                    </a:solidFill>
                    <a:latin typeface="源ノ角ゴシック JP" panose="020B0500000000000000" pitchFamily="34" charset="-128"/>
                    <a:ea typeface="源ノ角ゴシック JP" panose="020B0500000000000000" pitchFamily="34" charset="-128"/>
                  </a:rPr>
                  <a:t>修士課程</a:t>
                </a:r>
                <a:r>
                  <a:rPr lang="en-US" altLang="ja-JP" sz="1600" spc="50" dirty="0">
                    <a:solidFill>
                      <a:prstClr val="white">
                        <a:lumMod val="95000"/>
                      </a:prstClr>
                    </a:solidFill>
                    <a:latin typeface="源ノ角ゴシック JP" panose="020B0500000000000000" pitchFamily="34" charset="-128"/>
                    <a:ea typeface="源ノ角ゴシック JP" panose="020B0500000000000000" pitchFamily="34" charset="-128"/>
                  </a:rPr>
                  <a:t>1</a:t>
                </a:r>
                <a:r>
                  <a:rPr lang="ja-JP" altLang="en-US" sz="1600" spc="50">
                    <a:solidFill>
                      <a:prstClr val="white">
                        <a:lumMod val="95000"/>
                      </a:prstClr>
                    </a:solidFill>
                    <a:latin typeface="源ノ角ゴシック JP" panose="020B0500000000000000" pitchFamily="34" charset="-128"/>
                    <a:ea typeface="源ノ角ゴシック JP" panose="020B0500000000000000" pitchFamily="34" charset="-128"/>
                  </a:rPr>
                  <a:t>年</a:t>
                </a:r>
                <a:endParaRPr lang="en-US" altLang="ja-JP" sz="1600" spc="50" dirty="0">
                  <a:solidFill>
                    <a:prstClr val="white">
                      <a:lumMod val="95000"/>
                    </a:prstClr>
                  </a:solidFill>
                  <a:latin typeface="源ノ角ゴシック JP" panose="020B0500000000000000" pitchFamily="34" charset="-128"/>
                  <a:ea typeface="源ノ角ゴシック JP" panose="020B0500000000000000" pitchFamily="34" charset="-128"/>
                </a:endParaRPr>
              </a:p>
            </p:txBody>
          </p:sp>
        </p:grpSp>
      </p:grpSp>
    </p:spTree>
    <p:extLst>
      <p:ext uri="{BB962C8B-B14F-4D97-AF65-F5344CB8AC3E}">
        <p14:creationId xmlns:p14="http://schemas.microsoft.com/office/powerpoint/2010/main" val="121585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FD6DC-B65D-6FA1-223C-950B33271B66}"/>
            </a:ext>
          </a:extLst>
        </p:cNvPr>
        <p:cNvGrpSpPr/>
        <p:nvPr/>
      </p:nvGrpSpPr>
      <p:grpSpPr>
        <a:xfrm>
          <a:off x="0" y="0"/>
          <a:ext cx="0" cy="0"/>
          <a:chOff x="0" y="0"/>
          <a:chExt cx="0" cy="0"/>
        </a:xfrm>
      </p:grpSpPr>
      <p:grpSp>
        <p:nvGrpSpPr>
          <p:cNvPr id="3" name="グループ化 2">
            <a:extLst>
              <a:ext uri="{FF2B5EF4-FFF2-40B4-BE49-F238E27FC236}">
                <a16:creationId xmlns:a16="http://schemas.microsoft.com/office/drawing/2014/main" id="{1E42A795-6F56-72C0-B3B6-4DD5B9C5C66F}"/>
              </a:ext>
            </a:extLst>
          </p:cNvPr>
          <p:cNvGrpSpPr/>
          <p:nvPr/>
        </p:nvGrpSpPr>
        <p:grpSpPr>
          <a:xfrm>
            <a:off x="1371461" y="471644"/>
            <a:ext cx="8879469" cy="1346495"/>
            <a:chOff x="770107" y="495090"/>
            <a:chExt cx="8879469" cy="1346495"/>
          </a:xfrm>
        </p:grpSpPr>
        <p:sp>
          <p:nvSpPr>
            <p:cNvPr id="19" name="テキスト ボックス 18">
              <a:extLst>
                <a:ext uri="{FF2B5EF4-FFF2-40B4-BE49-F238E27FC236}">
                  <a16:creationId xmlns:a16="http://schemas.microsoft.com/office/drawing/2014/main" id="{BD47329D-7B1B-64A1-3806-FFB0112CB2C8}"/>
                </a:ext>
              </a:extLst>
            </p:cNvPr>
            <p:cNvSpPr txBox="1"/>
            <p:nvPr/>
          </p:nvSpPr>
          <p:spPr>
            <a:xfrm>
              <a:off x="770107" y="495090"/>
              <a:ext cx="2675079" cy="446064"/>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marL="0" marR="0" lvl="0" indent="66714" algn="l" defTabSz="438410" rtl="0" eaLnBrk="1" fontAlgn="auto" latinLnBrk="0" hangingPunct="0">
                <a:lnSpc>
                  <a:spcPct val="100000"/>
                </a:lnSpc>
                <a:spcBef>
                  <a:spcPts val="0"/>
                </a:spcBef>
                <a:spcAft>
                  <a:spcPts val="0"/>
                </a:spcAft>
                <a:buClrTx/>
                <a:buSzTx/>
                <a:buFontTx/>
                <a:buNone/>
                <a:tabLst/>
                <a:defRPr/>
              </a:pPr>
              <a:r>
                <a:rPr kumimoji="0" lang="ja-JP" altLang="en-US" b="1" i="0" u="none" strike="noStrike" kern="1200" cap="none" spc="50" normalizeH="0" baseline="0" noProof="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rPr>
                <a:t>本プロジェクトの目的</a:t>
              </a:r>
              <a:endParaRPr kumimoji="0" lang="en-US" altLang="ja-JP" b="1" i="0" u="none" strike="noStrike" kern="1200" cap="none" spc="50" normalizeH="0" baseline="0" noProof="0" dirty="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endParaRPr>
            </a:p>
          </p:txBody>
        </p:sp>
        <p:sp>
          <p:nvSpPr>
            <p:cNvPr id="20" name="テキスト ボックス 19">
              <a:extLst>
                <a:ext uri="{FF2B5EF4-FFF2-40B4-BE49-F238E27FC236}">
                  <a16:creationId xmlns:a16="http://schemas.microsoft.com/office/drawing/2014/main" id="{A6650E5E-B7DE-AA1A-F570-00362944BCF7}"/>
                </a:ext>
              </a:extLst>
            </p:cNvPr>
            <p:cNvSpPr txBox="1"/>
            <p:nvPr/>
          </p:nvSpPr>
          <p:spPr>
            <a:xfrm>
              <a:off x="1191436" y="992203"/>
              <a:ext cx="6212876" cy="699294"/>
            </a:xfrm>
            <a:prstGeom prst="rect">
              <a:avLst/>
            </a:prstGeom>
            <a:noFill/>
          </p:spPr>
          <p:txBody>
            <a:bodyPr wrap="square">
              <a:spAutoFit/>
            </a:bodyPr>
            <a:lstStyle/>
            <a:p>
              <a:pPr marL="0" marR="0" lvl="0" indent="0" algn="l" defTabSz="457200" rtl="0" eaLnBrk="1" fontAlgn="auto" latinLnBrk="0" hangingPunct="1">
                <a:lnSpc>
                  <a:spcPts val="2480"/>
                </a:lnSpc>
                <a:spcBef>
                  <a:spcPts val="0"/>
                </a:spcBef>
                <a:spcAft>
                  <a:spcPts val="0"/>
                </a:spcAft>
                <a:buClrTx/>
                <a:buSzTx/>
                <a:buFontTx/>
                <a:buNone/>
                <a:tabLst/>
                <a:defRPr/>
              </a:pPr>
              <a:r>
                <a:rPr kumimoji="1" lang="ja-JP" altLang="en-US" sz="1500" i="0" u="none" strike="noStrike" kern="1200" cap="none" spc="0" normalizeH="0" baseline="0" noProof="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rPr>
                <a:t>健康ニーズに対するセブンイレブンのマーケティング戦略を評価し、問題特定と原因分析を通じて、改善施策を提案する</a:t>
              </a:r>
              <a:endParaRPr kumimoji="1" lang="en-US" altLang="ja-JP" sz="1500" i="0" u="none" strike="noStrike" kern="1200" cap="none" spc="0" normalizeH="0" baseline="0" noProof="0" dirty="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endParaRPr>
            </a:p>
          </p:txBody>
        </p:sp>
        <p:grpSp>
          <p:nvGrpSpPr>
            <p:cNvPr id="37" name="グループ化 36">
              <a:extLst>
                <a:ext uri="{FF2B5EF4-FFF2-40B4-BE49-F238E27FC236}">
                  <a16:creationId xmlns:a16="http://schemas.microsoft.com/office/drawing/2014/main" id="{C0E8F3B3-5F47-800D-2C97-AB3B0B6C9E60}"/>
                </a:ext>
              </a:extLst>
            </p:cNvPr>
            <p:cNvGrpSpPr/>
            <p:nvPr/>
          </p:nvGrpSpPr>
          <p:grpSpPr>
            <a:xfrm>
              <a:off x="7654938" y="718122"/>
              <a:ext cx="1994638" cy="1123463"/>
              <a:chOff x="8573825" y="4128005"/>
              <a:chExt cx="1994638" cy="1123463"/>
            </a:xfrm>
          </p:grpSpPr>
          <p:sp>
            <p:nvSpPr>
              <p:cNvPr id="38" name="角丸四角形 37">
                <a:extLst>
                  <a:ext uri="{FF2B5EF4-FFF2-40B4-BE49-F238E27FC236}">
                    <a16:creationId xmlns:a16="http://schemas.microsoft.com/office/drawing/2014/main" id="{C3AB3E4C-EF78-40CC-7B92-3C582D577FAF}"/>
                  </a:ext>
                </a:extLst>
              </p:cNvPr>
              <p:cNvSpPr/>
              <p:nvPr/>
            </p:nvSpPr>
            <p:spPr>
              <a:xfrm>
                <a:off x="8649817" y="4463479"/>
                <a:ext cx="1918646" cy="787989"/>
              </a:xfrm>
              <a:prstGeom prst="round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lumMod val="95000"/>
                    </a:schemeClr>
                  </a:solidFill>
                </a:endParaRPr>
              </a:p>
            </p:txBody>
          </p:sp>
          <p:grpSp>
            <p:nvGrpSpPr>
              <p:cNvPr id="39" name="グループ化 38">
                <a:extLst>
                  <a:ext uri="{FF2B5EF4-FFF2-40B4-BE49-F238E27FC236}">
                    <a16:creationId xmlns:a16="http://schemas.microsoft.com/office/drawing/2014/main" id="{B3EFFFCD-2707-1546-50B7-4A466DABE908}"/>
                  </a:ext>
                </a:extLst>
              </p:cNvPr>
              <p:cNvGrpSpPr/>
              <p:nvPr/>
            </p:nvGrpSpPr>
            <p:grpSpPr>
              <a:xfrm>
                <a:off x="8573825" y="4128005"/>
                <a:ext cx="1889625" cy="1003895"/>
                <a:chOff x="656542" y="813497"/>
                <a:chExt cx="1889625" cy="1003895"/>
              </a:xfrm>
            </p:grpSpPr>
            <p:sp>
              <p:nvSpPr>
                <p:cNvPr id="40" name="テキスト ボックス 39">
                  <a:extLst>
                    <a:ext uri="{FF2B5EF4-FFF2-40B4-BE49-F238E27FC236}">
                      <a16:creationId xmlns:a16="http://schemas.microsoft.com/office/drawing/2014/main" id="{74AA650B-BD37-53D8-B292-17089A41C95E}"/>
                    </a:ext>
                  </a:extLst>
                </p:cNvPr>
                <p:cNvSpPr txBox="1"/>
                <p:nvPr/>
              </p:nvSpPr>
              <p:spPr>
                <a:xfrm>
                  <a:off x="656542" y="813497"/>
                  <a:ext cx="1176941" cy="327526"/>
                </a:xfrm>
                <a:prstGeom prst="rect">
                  <a:avLst/>
                </a:prstGeom>
                <a:noFill/>
              </p:spPr>
              <p:txBody>
                <a:bodyPr wrap="square">
                  <a:spAutoFit/>
                </a:bodyPr>
                <a:lstStyle/>
                <a:p>
                  <a:pPr>
                    <a:lnSpc>
                      <a:spcPts val="2020"/>
                    </a:lnSpc>
                    <a:defRPr/>
                  </a:pPr>
                  <a:r>
                    <a:rPr kumimoji="1" lang="ja-JP" altLang="en-US" sz="1300" spc="40">
                      <a:solidFill>
                        <a:schemeClr val="tx1">
                          <a:lumMod val="75000"/>
                          <a:lumOff val="25000"/>
                        </a:schemeClr>
                      </a:solidFill>
                      <a:latin typeface="源ノ角ゴシック JP" panose="020B0500000000000000" pitchFamily="34" charset="-128"/>
                      <a:ea typeface="源ノ角ゴシック JP" panose="020B0500000000000000" pitchFamily="34" charset="-128"/>
                    </a:rPr>
                    <a:t>競合他社</a:t>
                  </a:r>
                  <a:endParaRPr kumimoji="1" lang="en-US" altLang="ja-JP" sz="1300" spc="4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41" name="テキスト ボックス 40">
                  <a:extLst>
                    <a:ext uri="{FF2B5EF4-FFF2-40B4-BE49-F238E27FC236}">
                      <a16:creationId xmlns:a16="http://schemas.microsoft.com/office/drawing/2014/main" id="{32C9C722-D71A-CECD-F9A6-5837B64D774C}"/>
                    </a:ext>
                  </a:extLst>
                </p:cNvPr>
                <p:cNvSpPr txBox="1"/>
                <p:nvPr/>
              </p:nvSpPr>
              <p:spPr>
                <a:xfrm>
                  <a:off x="846107" y="1237938"/>
                  <a:ext cx="1700060" cy="579454"/>
                </a:xfrm>
                <a:prstGeom prst="rect">
                  <a:avLst/>
                </a:prstGeom>
                <a:noFill/>
              </p:spPr>
              <p:txBody>
                <a:bodyPr wrap="square">
                  <a:spAutoFit/>
                </a:bodyPr>
                <a:lstStyle/>
                <a:p>
                  <a:pPr>
                    <a:lnSpc>
                      <a:spcPts val="1980"/>
                    </a:lnSpc>
                    <a:defRPr/>
                  </a:pPr>
                  <a:r>
                    <a:rPr kumimoji="1" lang="ja-JP" altLang="en-US" sz="1250">
                      <a:solidFill>
                        <a:schemeClr val="tx1">
                          <a:lumMod val="75000"/>
                          <a:lumOff val="25000"/>
                        </a:schemeClr>
                      </a:solidFill>
                      <a:latin typeface="源ノ角ゴシック JP" panose="020B0500000000000000" pitchFamily="34" charset="-128"/>
                      <a:ea typeface="源ノ角ゴシック JP" panose="020B0500000000000000" pitchFamily="34" charset="-128"/>
                    </a:rPr>
                    <a:t>・ローソン</a:t>
                  </a:r>
                  <a:endParaRPr kumimoji="1" lang="en-US" altLang="ja-JP" sz="125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250">
                      <a:solidFill>
                        <a:schemeClr val="tx1">
                          <a:lumMod val="75000"/>
                          <a:lumOff val="25000"/>
                        </a:schemeClr>
                      </a:solidFill>
                      <a:latin typeface="源ノ角ゴシック JP" panose="020B0500000000000000" pitchFamily="34" charset="-128"/>
                      <a:ea typeface="源ノ角ゴシック JP" panose="020B0500000000000000" pitchFamily="34" charset="-128"/>
                    </a:rPr>
                    <a:t>・ファミリーマート</a:t>
                  </a:r>
                  <a:endParaRPr kumimoji="1" lang="en-US" altLang="ja-JP" sz="1250" b="1"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grpSp>
      <p:grpSp>
        <p:nvGrpSpPr>
          <p:cNvPr id="2" name="グループ化 1">
            <a:extLst>
              <a:ext uri="{FF2B5EF4-FFF2-40B4-BE49-F238E27FC236}">
                <a16:creationId xmlns:a16="http://schemas.microsoft.com/office/drawing/2014/main" id="{509CCBDA-893D-503D-A91C-14186F525904}"/>
              </a:ext>
            </a:extLst>
          </p:cNvPr>
          <p:cNvGrpSpPr/>
          <p:nvPr/>
        </p:nvGrpSpPr>
        <p:grpSpPr>
          <a:xfrm>
            <a:off x="1371461" y="1818139"/>
            <a:ext cx="8793484" cy="4677399"/>
            <a:chOff x="770107" y="1829710"/>
            <a:chExt cx="8793484" cy="4677399"/>
          </a:xfrm>
        </p:grpSpPr>
        <p:sp>
          <p:nvSpPr>
            <p:cNvPr id="21" name="テキスト ボックス 20">
              <a:extLst>
                <a:ext uri="{FF2B5EF4-FFF2-40B4-BE49-F238E27FC236}">
                  <a16:creationId xmlns:a16="http://schemas.microsoft.com/office/drawing/2014/main" id="{E391AA48-0367-BD29-DD5D-6B8199ABEB97}"/>
                </a:ext>
              </a:extLst>
            </p:cNvPr>
            <p:cNvSpPr txBox="1"/>
            <p:nvPr/>
          </p:nvSpPr>
          <p:spPr>
            <a:xfrm>
              <a:off x="770107" y="1829710"/>
              <a:ext cx="3766957" cy="446064"/>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marL="0" marR="0" lvl="0" indent="66714" algn="l" defTabSz="438410" rtl="0" eaLnBrk="1" fontAlgn="auto" latinLnBrk="0" hangingPunct="0">
                <a:lnSpc>
                  <a:spcPct val="100000"/>
                </a:lnSpc>
                <a:spcBef>
                  <a:spcPts val="0"/>
                </a:spcBef>
                <a:spcAft>
                  <a:spcPts val="0"/>
                </a:spcAft>
                <a:buClrTx/>
                <a:buSzTx/>
                <a:buFontTx/>
                <a:buNone/>
                <a:tabLst/>
                <a:defRPr/>
              </a:pPr>
              <a:r>
                <a:rPr kumimoji="0" lang="ja-JP" altLang="en-US" b="1" i="0" u="none" strike="noStrike" kern="1200" cap="none" spc="50" normalizeH="0" baseline="0" noProof="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rPr>
                <a:t>本プロジェクトの</a:t>
              </a:r>
              <a:r>
                <a:rPr lang="ja-JP" altLang="en-US" b="1" spc="50">
                  <a:solidFill>
                    <a:schemeClr val="tx1">
                      <a:lumMod val="75000"/>
                      <a:lumOff val="25000"/>
                    </a:schemeClr>
                  </a:solidFill>
                  <a:latin typeface="源ノ角ゴシック JP" panose="020B0500000000000000" pitchFamily="34" charset="-128"/>
                  <a:ea typeface="源ノ角ゴシック JP" panose="020B0500000000000000" pitchFamily="34" charset="-128"/>
                </a:rPr>
                <a:t>内容と結論</a:t>
              </a:r>
              <a:endParaRPr kumimoji="0" lang="en-US" altLang="ja-JP" b="1" i="0" u="none" strike="noStrike" kern="1200" cap="none" spc="50" normalizeH="0" baseline="0" noProof="0" dirty="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endParaRPr>
            </a:p>
          </p:txBody>
        </p:sp>
        <p:grpSp>
          <p:nvGrpSpPr>
            <p:cNvPr id="48" name="グループ化 47">
              <a:extLst>
                <a:ext uri="{FF2B5EF4-FFF2-40B4-BE49-F238E27FC236}">
                  <a16:creationId xmlns:a16="http://schemas.microsoft.com/office/drawing/2014/main" id="{F190A8ED-A228-CF71-8E01-862239EFE558}"/>
                </a:ext>
              </a:extLst>
            </p:cNvPr>
            <p:cNvGrpSpPr/>
            <p:nvPr/>
          </p:nvGrpSpPr>
          <p:grpSpPr>
            <a:xfrm>
              <a:off x="1191437" y="2310372"/>
              <a:ext cx="8372153" cy="1892695"/>
              <a:chOff x="1678164" y="2138112"/>
              <a:chExt cx="8372153" cy="1892695"/>
            </a:xfrm>
          </p:grpSpPr>
          <p:sp>
            <p:nvSpPr>
              <p:cNvPr id="22" name="テキスト ボックス 21">
                <a:extLst>
                  <a:ext uri="{FF2B5EF4-FFF2-40B4-BE49-F238E27FC236}">
                    <a16:creationId xmlns:a16="http://schemas.microsoft.com/office/drawing/2014/main" id="{70A40D7E-BB7E-E6AE-D50E-5DF690F430C4}"/>
                  </a:ext>
                </a:extLst>
              </p:cNvPr>
              <p:cNvSpPr txBox="1"/>
              <p:nvPr/>
            </p:nvSpPr>
            <p:spPr>
              <a:xfrm>
                <a:off x="1678164" y="2138112"/>
                <a:ext cx="3559139" cy="400944"/>
              </a:xfrm>
              <a:prstGeom prst="rect">
                <a:avLst/>
              </a:prstGeom>
              <a:noFill/>
            </p:spPr>
            <p:txBody>
              <a:bodyPr wrap="square">
                <a:spAutoFit/>
              </a:bodyPr>
              <a:lstStyle/>
              <a:p>
                <a:pPr marL="0" marR="0" lvl="0" indent="0" algn="l" defTabSz="457200" rtl="0" eaLnBrk="1" fontAlgn="auto" latinLnBrk="0" hangingPunct="1">
                  <a:lnSpc>
                    <a:spcPts val="2680"/>
                  </a:lnSpc>
                  <a:spcBef>
                    <a:spcPts val="0"/>
                  </a:spcBef>
                  <a:spcAft>
                    <a:spcPts val="0"/>
                  </a:spcAft>
                  <a:buClrTx/>
                  <a:buSzTx/>
                  <a:buFontTx/>
                  <a:buNone/>
                  <a:tabLst/>
                  <a:defRPr/>
                </a:pPr>
                <a:r>
                  <a:rPr kumimoji="1" lang="ja-JP" altLang="en-US" sz="1500" i="0" u="none" strike="noStrike" kern="1200" cap="none" spc="0" normalizeH="0" baseline="0" noProof="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rPr>
                  <a:t>問題特定：</a:t>
                </a:r>
                <a:endParaRPr kumimoji="1" lang="en-US" altLang="ja-JP" sz="1500" i="0" u="none" strike="noStrike" kern="1200" cap="none" spc="0" normalizeH="0" baseline="0" noProof="0" dirty="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endParaRPr>
              </a:p>
            </p:txBody>
          </p:sp>
          <p:sp>
            <p:nvSpPr>
              <p:cNvPr id="28" name="テキスト ボックス 27">
                <a:extLst>
                  <a:ext uri="{FF2B5EF4-FFF2-40B4-BE49-F238E27FC236}">
                    <a16:creationId xmlns:a16="http://schemas.microsoft.com/office/drawing/2014/main" id="{5B71E660-3CA4-3702-B60F-1DF21EAAA21A}"/>
                  </a:ext>
                </a:extLst>
              </p:cNvPr>
              <p:cNvSpPr txBox="1"/>
              <p:nvPr/>
            </p:nvSpPr>
            <p:spPr>
              <a:xfrm>
                <a:off x="2141683" y="2571745"/>
                <a:ext cx="7908634" cy="651332"/>
              </a:xfrm>
              <a:prstGeom prst="rect">
                <a:avLst/>
              </a:prstGeom>
              <a:noFill/>
            </p:spPr>
            <p:txBody>
              <a:bodyPr wrap="square">
                <a:spAutoFit/>
              </a:bodyPr>
              <a:lstStyle/>
              <a:p>
                <a:pPr marL="0" marR="0" lvl="0" indent="0" algn="l" defTabSz="457200" rtl="0" eaLnBrk="1" fontAlgn="auto" latinLnBrk="0" hangingPunct="1">
                  <a:lnSpc>
                    <a:spcPts val="228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・男女</a:t>
                </a:r>
                <a:r>
                  <a:rPr kumimoji="1" lang="en-US" altLang="ja-JP" sz="1400" b="0" i="0" u="none" strike="noStrike" kern="1200" cap="none" spc="0" normalizeH="0" baseline="0" noProof="0" dirty="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20–30</a:t>
                </a: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代を中心に「栄養バランスを</a:t>
                </a:r>
                <a:r>
                  <a:rPr kumimoji="1" lang="ja-JP" altLang="en-US" sz="1400" b="0" i="0" u="none" strike="noStrike" kern="1200" cap="none" spc="0" normalizeH="0" baseline="0" noProof="0">
                    <a:ln>
                      <a:noFill/>
                    </a:ln>
                    <a:solidFill>
                      <a:srgbClr val="599975"/>
                    </a:solidFill>
                    <a:effectLst/>
                    <a:uLnTx/>
                    <a:uFillTx/>
                    <a:latin typeface="源ノ角ゴシック JP" panose="020B0500000000000000" pitchFamily="34" charset="-128"/>
                    <a:ea typeface="源ノ角ゴシック JP" panose="020B0500000000000000" pitchFamily="34" charset="-128"/>
                    <a:cs typeface="+mn-cs"/>
                  </a:rPr>
                  <a:t>調整したい</a:t>
                </a: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」ニーズに</a:t>
                </a:r>
                <a:r>
                  <a:rPr kumimoji="1" lang="ja-JP" altLang="en-US" sz="1400">
                    <a:solidFill>
                      <a:srgbClr val="DCD8DC">
                        <a:lumMod val="25000"/>
                      </a:srgbClr>
                    </a:solidFill>
                    <a:latin typeface="源ノ角ゴシック JP" panose="020B0500000000000000" pitchFamily="34" charset="-128"/>
                    <a:ea typeface="源ノ角ゴシック JP" panose="020B0500000000000000" pitchFamily="34" charset="-128"/>
                  </a:rPr>
                  <a:t>対する</a:t>
                </a: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「対応」</a:t>
                </a:r>
                <a:r>
                  <a:rPr kumimoji="1" lang="ja-JP" altLang="en-US" sz="140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の適切さが低い</a:t>
                </a:r>
                <a:endParaRPr kumimoji="1" lang="en-US" altLang="ja-JP" sz="1400" i="0" u="none" strike="noStrike" kern="1200" cap="none" spc="0" normalizeH="0" baseline="0" noProof="0" dirty="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endParaRPr>
              </a:p>
              <a:p>
                <a:pPr marL="0" marR="0" lvl="0" indent="0" algn="l" defTabSz="457200" rtl="0" eaLnBrk="1" fontAlgn="auto" latinLnBrk="0" hangingPunct="1">
                  <a:lnSpc>
                    <a:spcPts val="2280"/>
                  </a:lnSpc>
                  <a:spcBef>
                    <a:spcPts val="0"/>
                  </a:spcBef>
                  <a:spcAft>
                    <a:spcPts val="0"/>
                  </a:spcAft>
                  <a:buClrTx/>
                  <a:buSzTx/>
                  <a:buFontTx/>
                  <a:buNone/>
                  <a:tabLst/>
                  <a:defRPr/>
                </a:pPr>
                <a:r>
                  <a:rPr kumimoji="1" lang="ja-JP" altLang="en-US" sz="1400" i="0"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　→ 「対応」商品の購買数が、</a:t>
                </a:r>
                <a:r>
                  <a:rPr kumimoji="1" lang="ja-JP" altLang="en-US" sz="1400" i="0" u="sng"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他社の</a:t>
                </a:r>
                <a:r>
                  <a:rPr kumimoji="1" lang="en-US" altLang="ja-JP" sz="1400" i="0" u="sng" strike="noStrike" kern="1200" cap="none" spc="0" normalizeH="0" baseline="0" noProof="0" dirty="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1/4</a:t>
                </a:r>
                <a:r>
                  <a:rPr kumimoji="1" lang="ja-JP" altLang="en-US" sz="1400" i="0" u="sng"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にも満たない</a:t>
                </a:r>
                <a:endParaRPr kumimoji="1" lang="en-US" altLang="ja-JP" sz="1400" i="0" u="sng" strike="noStrike" kern="1200" cap="none" spc="0" normalizeH="0" baseline="0" noProof="0" dirty="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endParaRPr>
              </a:p>
            </p:txBody>
          </p:sp>
          <p:sp>
            <p:nvSpPr>
              <p:cNvPr id="31" name="テキスト ボックス 30">
                <a:extLst>
                  <a:ext uri="{FF2B5EF4-FFF2-40B4-BE49-F238E27FC236}">
                    <a16:creationId xmlns:a16="http://schemas.microsoft.com/office/drawing/2014/main" id="{99EEF14B-1528-0BC2-04F9-40DF204217C5}"/>
                  </a:ext>
                </a:extLst>
              </p:cNvPr>
              <p:cNvSpPr txBox="1"/>
              <p:nvPr/>
            </p:nvSpPr>
            <p:spPr>
              <a:xfrm>
                <a:off x="2141683" y="3268841"/>
                <a:ext cx="7348817" cy="356380"/>
              </a:xfrm>
              <a:prstGeom prst="rect">
                <a:avLst/>
              </a:prstGeom>
              <a:noFill/>
            </p:spPr>
            <p:txBody>
              <a:bodyPr wrap="square">
                <a:spAutoFit/>
              </a:bodyPr>
              <a:lstStyle/>
              <a:p>
                <a:pPr marL="0" marR="0" lvl="0" indent="0" algn="l" defTabSz="457200" rtl="0" eaLnBrk="1" fontAlgn="auto" latinLnBrk="0" hangingPunct="1">
                  <a:lnSpc>
                    <a:spcPts val="228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・男性</a:t>
                </a:r>
                <a:r>
                  <a:rPr kumimoji="1" lang="en-US" altLang="ja-JP" sz="1400" b="0" i="0" u="none" strike="noStrike" kern="1200" cap="none" spc="0" normalizeH="0" baseline="0" noProof="0" dirty="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20</a:t>
                </a: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代において「エネルギーを</a:t>
                </a:r>
                <a:r>
                  <a:rPr kumimoji="1" lang="ja-JP" altLang="en-US" sz="1400" b="0" i="0" u="none" strike="noStrike" kern="1200" cap="none" spc="0" normalizeH="0" baseline="0" noProof="0">
                    <a:ln>
                      <a:noFill/>
                    </a:ln>
                    <a:solidFill>
                      <a:srgbClr val="CE4D44"/>
                    </a:solidFill>
                    <a:effectLst/>
                    <a:uLnTx/>
                    <a:uFillTx/>
                    <a:latin typeface="源ノ角ゴシック JP" panose="020B0500000000000000" pitchFamily="34" charset="-128"/>
                    <a:ea typeface="源ノ角ゴシック JP" panose="020B0500000000000000" pitchFamily="34" charset="-128"/>
                    <a:cs typeface="+mn-cs"/>
                  </a:rPr>
                  <a:t>減らしたい</a:t>
                </a: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」ニーズに</a:t>
                </a:r>
                <a:r>
                  <a:rPr kumimoji="1" lang="ja-JP" altLang="en-US" sz="1400">
                    <a:solidFill>
                      <a:srgbClr val="DCD8DC">
                        <a:lumMod val="25000"/>
                      </a:srgbClr>
                    </a:solidFill>
                    <a:latin typeface="源ノ角ゴシック JP" panose="020B0500000000000000" pitchFamily="34" charset="-128"/>
                    <a:ea typeface="源ノ角ゴシック JP" panose="020B0500000000000000" pitchFamily="34" charset="-128"/>
                  </a:rPr>
                  <a:t>対する</a:t>
                </a: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「対応」</a:t>
                </a:r>
                <a:r>
                  <a:rPr kumimoji="1" lang="ja-JP" altLang="en-US" sz="140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の適切さが低い</a:t>
                </a:r>
                <a:endParaRPr kumimoji="1" lang="en-US" altLang="ja-JP" sz="1400" i="0" strike="noStrike" kern="1200" cap="none" spc="0" normalizeH="0" baseline="0" noProof="0" dirty="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endParaRPr>
              </a:p>
            </p:txBody>
          </p:sp>
          <p:sp>
            <p:nvSpPr>
              <p:cNvPr id="34" name="テキスト ボックス 33">
                <a:extLst>
                  <a:ext uri="{FF2B5EF4-FFF2-40B4-BE49-F238E27FC236}">
                    <a16:creationId xmlns:a16="http://schemas.microsoft.com/office/drawing/2014/main" id="{55203739-0ABF-3E55-0560-BE9DEB72946B}"/>
                  </a:ext>
                </a:extLst>
              </p:cNvPr>
              <p:cNvSpPr txBox="1"/>
              <p:nvPr/>
            </p:nvSpPr>
            <p:spPr>
              <a:xfrm>
                <a:off x="2141683" y="3674427"/>
                <a:ext cx="7151900" cy="356380"/>
              </a:xfrm>
              <a:prstGeom prst="rect">
                <a:avLst/>
              </a:prstGeom>
              <a:noFill/>
            </p:spPr>
            <p:txBody>
              <a:bodyPr wrap="square">
                <a:spAutoFit/>
              </a:bodyPr>
              <a:lstStyle/>
              <a:p>
                <a:pPr marL="0" marR="0" lvl="0" indent="0" algn="l" defTabSz="457200" rtl="0" eaLnBrk="1" fontAlgn="auto" latinLnBrk="0" hangingPunct="1">
                  <a:lnSpc>
                    <a:spcPts val="228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・属性を問わず「脂質を</a:t>
                </a:r>
                <a:r>
                  <a:rPr kumimoji="1" lang="ja-JP" altLang="en-US" sz="1400" b="0" i="0" u="none" strike="noStrike" kern="1200" cap="none" spc="0" normalizeH="0" baseline="0" noProof="0">
                    <a:ln>
                      <a:noFill/>
                    </a:ln>
                    <a:solidFill>
                      <a:srgbClr val="CE4D44"/>
                    </a:solidFill>
                    <a:effectLst/>
                    <a:uLnTx/>
                    <a:uFillTx/>
                    <a:latin typeface="源ノ角ゴシック JP" panose="020B0500000000000000" pitchFamily="34" charset="-128"/>
                    <a:ea typeface="源ノ角ゴシック JP" panose="020B0500000000000000" pitchFamily="34" charset="-128"/>
                    <a:cs typeface="+mn-cs"/>
                  </a:rPr>
                  <a:t>減らしたい</a:t>
                </a: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」ニーズに</a:t>
                </a:r>
                <a:r>
                  <a:rPr kumimoji="1" lang="ja-JP" altLang="en-US" sz="1400">
                    <a:solidFill>
                      <a:srgbClr val="DCD8DC">
                        <a:lumMod val="25000"/>
                      </a:srgbClr>
                    </a:solidFill>
                    <a:latin typeface="源ノ角ゴシック JP" panose="020B0500000000000000" pitchFamily="34" charset="-128"/>
                    <a:ea typeface="源ノ角ゴシック JP" panose="020B0500000000000000" pitchFamily="34" charset="-128"/>
                  </a:rPr>
                  <a:t>対する</a:t>
                </a: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「対応」</a:t>
                </a:r>
                <a:r>
                  <a:rPr kumimoji="1" lang="ja-JP" altLang="en-US" sz="140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の実施量が不十分である</a:t>
                </a:r>
                <a:endParaRPr kumimoji="1" lang="en-US" altLang="ja-JP" sz="1400" i="0" strike="noStrike" kern="1200" cap="none" spc="0" normalizeH="0" baseline="0" noProof="0" dirty="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endParaRPr>
              </a:p>
            </p:txBody>
          </p:sp>
        </p:grpSp>
        <p:grpSp>
          <p:nvGrpSpPr>
            <p:cNvPr id="47" name="グループ化 46">
              <a:extLst>
                <a:ext uri="{FF2B5EF4-FFF2-40B4-BE49-F238E27FC236}">
                  <a16:creationId xmlns:a16="http://schemas.microsoft.com/office/drawing/2014/main" id="{22623F72-56B1-0CEB-9702-D0295B4F9217}"/>
                </a:ext>
              </a:extLst>
            </p:cNvPr>
            <p:cNvGrpSpPr/>
            <p:nvPr/>
          </p:nvGrpSpPr>
          <p:grpSpPr>
            <a:xfrm>
              <a:off x="1191436" y="4261509"/>
              <a:ext cx="8372154" cy="1100727"/>
              <a:chOff x="1678163" y="3852617"/>
              <a:chExt cx="8372154" cy="1100727"/>
            </a:xfrm>
          </p:grpSpPr>
          <p:sp>
            <p:nvSpPr>
              <p:cNvPr id="42" name="テキスト ボックス 41">
                <a:extLst>
                  <a:ext uri="{FF2B5EF4-FFF2-40B4-BE49-F238E27FC236}">
                    <a16:creationId xmlns:a16="http://schemas.microsoft.com/office/drawing/2014/main" id="{0BC048D3-A15B-EAC5-8166-3AEF8827222F}"/>
                  </a:ext>
                </a:extLst>
              </p:cNvPr>
              <p:cNvSpPr txBox="1"/>
              <p:nvPr/>
            </p:nvSpPr>
            <p:spPr>
              <a:xfrm>
                <a:off x="1678163" y="3852617"/>
                <a:ext cx="3559139" cy="400944"/>
              </a:xfrm>
              <a:prstGeom prst="rect">
                <a:avLst/>
              </a:prstGeom>
              <a:noFill/>
            </p:spPr>
            <p:txBody>
              <a:bodyPr wrap="square">
                <a:spAutoFit/>
              </a:bodyPr>
              <a:lstStyle/>
              <a:p>
                <a:pPr marL="0" marR="0" lvl="0" indent="0" algn="l" defTabSz="457200" rtl="0" eaLnBrk="1" fontAlgn="auto" latinLnBrk="0" hangingPunct="1">
                  <a:lnSpc>
                    <a:spcPts val="2680"/>
                  </a:lnSpc>
                  <a:spcBef>
                    <a:spcPts val="0"/>
                  </a:spcBef>
                  <a:spcAft>
                    <a:spcPts val="0"/>
                  </a:spcAft>
                  <a:buClrTx/>
                  <a:buSzTx/>
                  <a:buFontTx/>
                  <a:buNone/>
                  <a:tabLst/>
                  <a:defRPr/>
                </a:pPr>
                <a:r>
                  <a:rPr kumimoji="1" lang="ja-JP" altLang="en-US" sz="1500" i="0" u="none" strike="noStrike" kern="1200" cap="none" spc="0" normalizeH="0" baseline="0" noProof="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rPr>
                  <a:t>原因分析（１つ目の問題について）：</a:t>
                </a:r>
                <a:endParaRPr kumimoji="1" lang="en-US" altLang="ja-JP" sz="1500" i="0" u="none" strike="noStrike" kern="1200" cap="none" spc="0" normalizeH="0" baseline="0" noProof="0" dirty="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endParaRPr>
              </a:p>
            </p:txBody>
          </p:sp>
          <p:sp>
            <p:nvSpPr>
              <p:cNvPr id="43" name="テキスト ボックス 42">
                <a:extLst>
                  <a:ext uri="{FF2B5EF4-FFF2-40B4-BE49-F238E27FC236}">
                    <a16:creationId xmlns:a16="http://schemas.microsoft.com/office/drawing/2014/main" id="{B50DAE48-BAA7-87B8-78B9-871A15F39A1E}"/>
                  </a:ext>
                </a:extLst>
              </p:cNvPr>
              <p:cNvSpPr txBox="1"/>
              <p:nvPr/>
            </p:nvSpPr>
            <p:spPr>
              <a:xfrm>
                <a:off x="2141683" y="4302012"/>
                <a:ext cx="7908634" cy="651332"/>
              </a:xfrm>
              <a:prstGeom prst="rect">
                <a:avLst/>
              </a:prstGeom>
              <a:noFill/>
            </p:spPr>
            <p:txBody>
              <a:bodyPr wrap="square">
                <a:spAutoFit/>
              </a:bodyPr>
              <a:lstStyle/>
              <a:p>
                <a:pPr marL="0" marR="0" lvl="0" indent="0" algn="l" defTabSz="457200" rtl="0" eaLnBrk="1" fontAlgn="auto" latinLnBrk="0" hangingPunct="1">
                  <a:lnSpc>
                    <a:spcPts val="228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rPr>
                  <a:t>若年層は、軽食系（おにぎり、サンドイッチなど）の商品を求めているにも関わらず、</a:t>
                </a:r>
                <a:endParaRPr kumimoji="1" lang="en-US" altLang="ja-JP" sz="1400" b="0" i="0" u="none" strike="noStrike" kern="1200" cap="none" spc="0" normalizeH="0" baseline="0" noProof="0" dirty="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endParaRPr>
              </a:p>
              <a:p>
                <a:pPr marL="0" marR="0" lvl="0" indent="0" algn="l" defTabSz="457200" rtl="0" eaLnBrk="1" fontAlgn="auto" latinLnBrk="0" hangingPunct="1">
                  <a:lnSpc>
                    <a:spcPts val="2280"/>
                  </a:lnSpc>
                  <a:spcBef>
                    <a:spcPts val="0"/>
                  </a:spcBef>
                  <a:spcAft>
                    <a:spcPts val="0"/>
                  </a:spcAft>
                  <a:buClrTx/>
                  <a:buSzTx/>
                  <a:buFontTx/>
                  <a:buNone/>
                  <a:tabLst/>
                  <a:defRPr/>
                </a:pPr>
                <a:r>
                  <a:rPr kumimoji="1" lang="ja-JP" altLang="en-US" sz="1400">
                    <a:solidFill>
                      <a:srgbClr val="DCD8DC">
                        <a:lumMod val="25000"/>
                      </a:srgbClr>
                    </a:solidFill>
                    <a:latin typeface="源ノ角ゴシック JP" panose="020B0500000000000000" pitchFamily="34" charset="-128"/>
                    <a:ea typeface="源ノ角ゴシック JP" panose="020B0500000000000000" pitchFamily="34" charset="-128"/>
                  </a:rPr>
                  <a:t>セブンイレブンの「対応」は、</a:t>
                </a:r>
                <a:r>
                  <a:rPr kumimoji="1" lang="ja-JP" altLang="en-US" sz="1400" u="sng">
                    <a:solidFill>
                      <a:srgbClr val="DCD8DC">
                        <a:lumMod val="25000"/>
                      </a:srgbClr>
                    </a:solidFill>
                    <a:latin typeface="源ノ角ゴシック JP" panose="020B0500000000000000" pitchFamily="34" charset="-128"/>
                    <a:ea typeface="源ノ角ゴシック JP" panose="020B0500000000000000" pitchFamily="34" charset="-128"/>
                  </a:rPr>
                  <a:t>軽食系の商品が少ないため</a:t>
                </a:r>
                <a:r>
                  <a:rPr kumimoji="1" lang="ja-JP" altLang="en-US" sz="1400">
                    <a:solidFill>
                      <a:srgbClr val="DCD8DC">
                        <a:lumMod val="25000"/>
                      </a:srgbClr>
                    </a:solidFill>
                    <a:latin typeface="源ノ角ゴシック JP" panose="020B0500000000000000" pitchFamily="34" charset="-128"/>
                    <a:ea typeface="源ノ角ゴシック JP" panose="020B0500000000000000" pitchFamily="34" charset="-128"/>
                  </a:rPr>
                  <a:t>、購入につながらない</a:t>
                </a:r>
                <a:endParaRPr kumimoji="1" lang="en-US" altLang="ja-JP" sz="1400" i="0" strike="noStrike" kern="1200" cap="none" spc="0" normalizeH="0" baseline="0" noProof="0" dirty="0">
                  <a:ln>
                    <a:noFill/>
                  </a:ln>
                  <a:solidFill>
                    <a:srgbClr val="DCD8DC">
                      <a:lumMod val="25000"/>
                    </a:srgbClr>
                  </a:solidFill>
                  <a:effectLst/>
                  <a:uLnTx/>
                  <a:uFillTx/>
                  <a:latin typeface="源ノ角ゴシック JP" panose="020B0500000000000000" pitchFamily="34" charset="-128"/>
                  <a:ea typeface="源ノ角ゴシック JP" panose="020B0500000000000000" pitchFamily="34" charset="-128"/>
                  <a:cs typeface="+mn-cs"/>
                </a:endParaRPr>
              </a:p>
            </p:txBody>
          </p:sp>
        </p:grpSp>
        <p:grpSp>
          <p:nvGrpSpPr>
            <p:cNvPr id="46" name="グループ化 45">
              <a:extLst>
                <a:ext uri="{FF2B5EF4-FFF2-40B4-BE49-F238E27FC236}">
                  <a16:creationId xmlns:a16="http://schemas.microsoft.com/office/drawing/2014/main" id="{304BE3CD-B2C7-793B-3141-A38F2F43EB1B}"/>
                </a:ext>
              </a:extLst>
            </p:cNvPr>
            <p:cNvGrpSpPr/>
            <p:nvPr/>
          </p:nvGrpSpPr>
          <p:grpSpPr>
            <a:xfrm>
              <a:off x="1191436" y="5412911"/>
              <a:ext cx="8372155" cy="1094198"/>
              <a:chOff x="1678162" y="5071031"/>
              <a:chExt cx="8372155" cy="1094198"/>
            </a:xfrm>
          </p:grpSpPr>
          <p:sp>
            <p:nvSpPr>
              <p:cNvPr id="44" name="テキスト ボックス 43">
                <a:extLst>
                  <a:ext uri="{FF2B5EF4-FFF2-40B4-BE49-F238E27FC236}">
                    <a16:creationId xmlns:a16="http://schemas.microsoft.com/office/drawing/2014/main" id="{174B34FA-5C3F-6FD5-125D-2C8741FD36C7}"/>
                  </a:ext>
                </a:extLst>
              </p:cNvPr>
              <p:cNvSpPr txBox="1"/>
              <p:nvPr/>
            </p:nvSpPr>
            <p:spPr>
              <a:xfrm>
                <a:off x="1678162" y="5071031"/>
                <a:ext cx="3559139" cy="400944"/>
              </a:xfrm>
              <a:prstGeom prst="rect">
                <a:avLst/>
              </a:prstGeom>
              <a:noFill/>
            </p:spPr>
            <p:txBody>
              <a:bodyPr wrap="square">
                <a:spAutoFit/>
              </a:bodyPr>
              <a:lstStyle/>
              <a:p>
                <a:pPr lvl="0">
                  <a:lnSpc>
                    <a:spcPts val="2680"/>
                  </a:lnSpc>
                  <a:defRPr/>
                </a:pPr>
                <a:r>
                  <a:rPr kumimoji="1" lang="ja-JP" altLang="en-US" sz="1500">
                    <a:solidFill>
                      <a:schemeClr val="tx1">
                        <a:lumMod val="75000"/>
                        <a:lumOff val="25000"/>
                      </a:schemeClr>
                    </a:solidFill>
                    <a:latin typeface="源ノ角ゴシック JP" panose="020B0500000000000000" pitchFamily="34" charset="-128"/>
                    <a:ea typeface="源ノ角ゴシック JP" panose="020B0500000000000000" pitchFamily="34" charset="-128"/>
                  </a:rPr>
                  <a:t>施策提案（１つ目の問題について） ：</a:t>
                </a:r>
                <a:endParaRPr kumimoji="1" lang="en-US" altLang="ja-JP" sz="1500" i="0" u="none" strike="noStrike" kern="1200" cap="none" spc="0" normalizeH="0" baseline="0" noProof="0" dirty="0">
                  <a:ln>
                    <a:noFill/>
                  </a:ln>
                  <a:solidFill>
                    <a:schemeClr val="tx1">
                      <a:lumMod val="75000"/>
                      <a:lumOff val="25000"/>
                    </a:schemeClr>
                  </a:solidFill>
                  <a:effectLst/>
                  <a:uLnTx/>
                  <a:uFillTx/>
                  <a:latin typeface="源ノ角ゴシック JP" panose="020B0500000000000000" pitchFamily="34" charset="-128"/>
                  <a:ea typeface="源ノ角ゴシック JP" panose="020B0500000000000000" pitchFamily="34" charset="-128"/>
                  <a:cs typeface="+mn-cs"/>
                </a:endParaRPr>
              </a:p>
            </p:txBody>
          </p:sp>
          <p:sp>
            <p:nvSpPr>
              <p:cNvPr id="45" name="テキスト ボックス 44">
                <a:extLst>
                  <a:ext uri="{FF2B5EF4-FFF2-40B4-BE49-F238E27FC236}">
                    <a16:creationId xmlns:a16="http://schemas.microsoft.com/office/drawing/2014/main" id="{C39F0B09-0191-6678-B133-5835D1C3B6B1}"/>
                  </a:ext>
                </a:extLst>
              </p:cNvPr>
              <p:cNvSpPr txBox="1"/>
              <p:nvPr/>
            </p:nvSpPr>
            <p:spPr>
              <a:xfrm>
                <a:off x="2141683" y="5513897"/>
                <a:ext cx="7908634" cy="651332"/>
              </a:xfrm>
              <a:prstGeom prst="rect">
                <a:avLst/>
              </a:prstGeom>
              <a:noFill/>
            </p:spPr>
            <p:txBody>
              <a:bodyPr wrap="square">
                <a:spAutoFit/>
              </a:bodyPr>
              <a:lstStyle/>
              <a:p>
                <a:pPr marL="0" marR="0" lvl="0" indent="0" algn="l" defTabSz="457200" rtl="0" eaLnBrk="1" fontAlgn="auto" latinLnBrk="0" hangingPunct="1">
                  <a:lnSpc>
                    <a:spcPts val="2280"/>
                  </a:lnSpc>
                  <a:spcBef>
                    <a:spcPts val="0"/>
                  </a:spcBef>
                  <a:spcAft>
                    <a:spcPts val="0"/>
                  </a:spcAft>
                  <a:buClrTx/>
                  <a:buSzTx/>
                  <a:buFontTx/>
                  <a:buNone/>
                  <a:tabLst/>
                  <a:defRPr/>
                </a:pPr>
                <a:r>
                  <a:rPr kumimoji="1" lang="ja-JP" altLang="en-US" sz="1400">
                    <a:solidFill>
                      <a:srgbClr val="DCD8DC">
                        <a:lumMod val="25000"/>
                      </a:srgbClr>
                    </a:solidFill>
                    <a:latin typeface="源ノ角ゴシック JP" panose="020B0500000000000000" pitchFamily="34" charset="-128"/>
                    <a:ea typeface="源ノ角ゴシック JP" panose="020B0500000000000000" pitchFamily="34" charset="-128"/>
                  </a:rPr>
                  <a:t>現商品の一部を、軽食系の新商品に置き換えて販売する</a:t>
                </a:r>
                <a:endParaRPr kumimoji="1" lang="en-US" altLang="ja-JP" sz="140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lvl="0">
                  <a:lnSpc>
                    <a:spcPts val="2280"/>
                  </a:lnSpc>
                  <a:defRPr/>
                </a:pPr>
                <a:r>
                  <a:rPr kumimoji="1" lang="ja-JP" altLang="en-US" sz="1400" i="0" strike="noStrike" kern="1200" cap="none" spc="0" normalizeH="0" baseline="0" noProof="0">
                    <a:ln>
                      <a:noFill/>
                    </a:ln>
                    <a:solidFill>
                      <a:srgbClr val="C00000"/>
                    </a:solidFill>
                    <a:effectLst/>
                    <a:uLnTx/>
                    <a:uFillTx/>
                    <a:latin typeface="源ノ角ゴシック JP" panose="020B0500000000000000" pitchFamily="34" charset="-128"/>
                    <a:ea typeface="源ノ角ゴシック JP" panose="020B0500000000000000" pitchFamily="34" charset="-128"/>
                    <a:cs typeface="+mn-cs"/>
                  </a:rPr>
                  <a:t>→ ３年間の実施を想定した効果試算では、</a:t>
                </a:r>
                <a:r>
                  <a:rPr kumimoji="1" lang="ja-JP" altLang="en-US" sz="1400" spc="50">
                    <a:solidFill>
                      <a:srgbClr val="C00000"/>
                    </a:solidFill>
                    <a:latin typeface="源ノ角ゴシック JP" panose="020B0500000000000000" pitchFamily="34" charset="-128"/>
                    <a:ea typeface="源ノ角ゴシック JP" panose="020B0500000000000000" pitchFamily="34" charset="-128"/>
                  </a:rPr>
                  <a:t>概算収支が約</a:t>
                </a:r>
                <a:r>
                  <a:rPr kumimoji="1" lang="en-US" altLang="ja-JP" sz="1400" spc="50" dirty="0">
                    <a:solidFill>
                      <a:srgbClr val="C00000"/>
                    </a:solidFill>
                    <a:latin typeface="源ノ角ゴシック JP" panose="020B0500000000000000" pitchFamily="34" charset="-128"/>
                    <a:ea typeface="源ノ角ゴシック JP" panose="020B0500000000000000" pitchFamily="34" charset="-128"/>
                  </a:rPr>
                  <a:t>2590</a:t>
                </a:r>
                <a:r>
                  <a:rPr kumimoji="1" lang="ja-JP" altLang="en-US" sz="1400" spc="50">
                    <a:solidFill>
                      <a:srgbClr val="C00000"/>
                    </a:solidFill>
                    <a:latin typeface="源ノ角ゴシック JP" panose="020B0500000000000000" pitchFamily="34" charset="-128"/>
                    <a:ea typeface="源ノ角ゴシック JP" panose="020B0500000000000000" pitchFamily="34" charset="-128"/>
                  </a:rPr>
                  <a:t>万円の黒字になることを確認した</a:t>
                </a:r>
                <a:endParaRPr kumimoji="1" lang="en-US" altLang="ja-JP" sz="1400" i="0" strike="noStrike" kern="1200" cap="none" spc="0" normalizeH="0" baseline="0" noProof="0" dirty="0">
                  <a:ln>
                    <a:noFill/>
                  </a:ln>
                  <a:solidFill>
                    <a:srgbClr val="C00000"/>
                  </a:solidFill>
                  <a:effectLst/>
                  <a:uLnTx/>
                  <a:uFillTx/>
                  <a:latin typeface="源ノ角ゴシック JP" panose="020B0500000000000000" pitchFamily="34" charset="-128"/>
                  <a:ea typeface="源ノ角ゴシック JP" panose="020B0500000000000000" pitchFamily="34" charset="-128"/>
                  <a:cs typeface="+mn-cs"/>
                </a:endParaRPr>
              </a:p>
            </p:txBody>
          </p:sp>
        </p:grpSp>
      </p:grpSp>
      <p:sp>
        <p:nvSpPr>
          <p:cNvPr id="49" name="正方形/長方形 48">
            <a:extLst>
              <a:ext uri="{FF2B5EF4-FFF2-40B4-BE49-F238E27FC236}">
                <a16:creationId xmlns:a16="http://schemas.microsoft.com/office/drawing/2014/main" id="{25249951-B9CC-54AA-FDCF-1277F260DD2B}"/>
              </a:ext>
            </a:extLst>
          </p:cNvPr>
          <p:cNvSpPr/>
          <p:nvPr/>
        </p:nvSpPr>
        <p:spPr>
          <a:xfrm>
            <a:off x="2208454" y="3478171"/>
            <a:ext cx="7447276" cy="815765"/>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5051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686FE26-FBC2-6ACA-2110-F99DD4CD7086}"/>
              </a:ext>
            </a:extLst>
          </p:cNvPr>
          <p:cNvGraphicFramePr>
            <a:graphicFrameLocks noGrp="1"/>
          </p:cNvGraphicFramePr>
          <p:nvPr>
            <p:extLst>
              <p:ext uri="{D42A27DB-BD31-4B8C-83A1-F6EECF244321}">
                <p14:modId xmlns:p14="http://schemas.microsoft.com/office/powerpoint/2010/main" val="206715027"/>
              </p:ext>
            </p:extLst>
          </p:nvPr>
        </p:nvGraphicFramePr>
        <p:xfrm>
          <a:off x="842404" y="1985328"/>
          <a:ext cx="10368000" cy="4225930"/>
        </p:xfrm>
        <a:graphic>
          <a:graphicData uri="http://schemas.openxmlformats.org/drawingml/2006/table">
            <a:tbl>
              <a:tblPr>
                <a:tableStyleId>{91EBBBCC-DAD2-459C-BE2E-F6DE35CF9A28}</a:tableStyleId>
              </a:tblPr>
              <a:tblGrid>
                <a:gridCol w="1296000">
                  <a:extLst>
                    <a:ext uri="{9D8B030D-6E8A-4147-A177-3AD203B41FA5}">
                      <a16:colId xmlns:a16="http://schemas.microsoft.com/office/drawing/2014/main" val="97736310"/>
                    </a:ext>
                  </a:extLst>
                </a:gridCol>
                <a:gridCol w="756000">
                  <a:extLst>
                    <a:ext uri="{9D8B030D-6E8A-4147-A177-3AD203B41FA5}">
                      <a16:colId xmlns:a16="http://schemas.microsoft.com/office/drawing/2014/main" val="438668555"/>
                    </a:ext>
                  </a:extLst>
                </a:gridCol>
                <a:gridCol w="756000">
                  <a:extLst>
                    <a:ext uri="{9D8B030D-6E8A-4147-A177-3AD203B41FA5}">
                      <a16:colId xmlns:a16="http://schemas.microsoft.com/office/drawing/2014/main" val="2919575761"/>
                    </a:ext>
                  </a:extLst>
                </a:gridCol>
                <a:gridCol w="756000">
                  <a:extLst>
                    <a:ext uri="{9D8B030D-6E8A-4147-A177-3AD203B41FA5}">
                      <a16:colId xmlns:a16="http://schemas.microsoft.com/office/drawing/2014/main" val="1144350997"/>
                    </a:ext>
                  </a:extLst>
                </a:gridCol>
                <a:gridCol w="756000">
                  <a:extLst>
                    <a:ext uri="{9D8B030D-6E8A-4147-A177-3AD203B41FA5}">
                      <a16:colId xmlns:a16="http://schemas.microsoft.com/office/drawing/2014/main" val="1451137205"/>
                    </a:ext>
                  </a:extLst>
                </a:gridCol>
                <a:gridCol w="756000">
                  <a:extLst>
                    <a:ext uri="{9D8B030D-6E8A-4147-A177-3AD203B41FA5}">
                      <a16:colId xmlns:a16="http://schemas.microsoft.com/office/drawing/2014/main" val="2718752441"/>
                    </a:ext>
                  </a:extLst>
                </a:gridCol>
                <a:gridCol w="756000">
                  <a:extLst>
                    <a:ext uri="{9D8B030D-6E8A-4147-A177-3AD203B41FA5}">
                      <a16:colId xmlns:a16="http://schemas.microsoft.com/office/drawing/2014/main" val="442164949"/>
                    </a:ext>
                  </a:extLst>
                </a:gridCol>
                <a:gridCol w="756000">
                  <a:extLst>
                    <a:ext uri="{9D8B030D-6E8A-4147-A177-3AD203B41FA5}">
                      <a16:colId xmlns:a16="http://schemas.microsoft.com/office/drawing/2014/main" val="2089924893"/>
                    </a:ext>
                  </a:extLst>
                </a:gridCol>
                <a:gridCol w="756000">
                  <a:extLst>
                    <a:ext uri="{9D8B030D-6E8A-4147-A177-3AD203B41FA5}">
                      <a16:colId xmlns:a16="http://schemas.microsoft.com/office/drawing/2014/main" val="458828466"/>
                    </a:ext>
                  </a:extLst>
                </a:gridCol>
                <a:gridCol w="756000">
                  <a:extLst>
                    <a:ext uri="{9D8B030D-6E8A-4147-A177-3AD203B41FA5}">
                      <a16:colId xmlns:a16="http://schemas.microsoft.com/office/drawing/2014/main" val="4068070795"/>
                    </a:ext>
                  </a:extLst>
                </a:gridCol>
                <a:gridCol w="756000">
                  <a:extLst>
                    <a:ext uri="{9D8B030D-6E8A-4147-A177-3AD203B41FA5}">
                      <a16:colId xmlns:a16="http://schemas.microsoft.com/office/drawing/2014/main" val="2879551554"/>
                    </a:ext>
                  </a:extLst>
                </a:gridCol>
                <a:gridCol w="756000">
                  <a:extLst>
                    <a:ext uri="{9D8B030D-6E8A-4147-A177-3AD203B41FA5}">
                      <a16:colId xmlns:a16="http://schemas.microsoft.com/office/drawing/2014/main" val="590640396"/>
                    </a:ext>
                  </a:extLst>
                </a:gridCol>
                <a:gridCol w="756000">
                  <a:extLst>
                    <a:ext uri="{9D8B030D-6E8A-4147-A177-3AD203B41FA5}">
                      <a16:colId xmlns:a16="http://schemas.microsoft.com/office/drawing/2014/main" val="2706056124"/>
                    </a:ext>
                  </a:extLst>
                </a:gridCol>
              </a:tblGrid>
              <a:tr h="370840">
                <a:tc>
                  <a:txBody>
                    <a:bodyPr/>
                    <a:lstStyle/>
                    <a:p>
                      <a:pPr algn="l">
                        <a:lnSpc>
                          <a:spcPts val="1540"/>
                        </a:lnSpc>
                      </a:pPr>
                      <a:r>
                        <a:rPr kumimoji="1" lang="ja-JP" altLang="en-US" sz="1050">
                          <a:latin typeface="Source Han Sans JP" panose="020B0500000000000000" pitchFamily="34" charset="-128"/>
                          <a:ea typeface="Source Han Sans JP" panose="020B0500000000000000" pitchFamily="34" charset="-128"/>
                        </a:rPr>
                        <a:t>健康ニーズ</a:t>
                      </a:r>
                      <a:endParaRPr kumimoji="1" lang="en-US" altLang="ja-JP" sz="1050" dirty="0">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男性</a:t>
                      </a:r>
                      <a:r>
                        <a:rPr kumimoji="1" lang="en-US" altLang="ja-JP" sz="1050" dirty="0">
                          <a:latin typeface="Source Han Sans JP" panose="020B0500000000000000" pitchFamily="34" charset="-128"/>
                          <a:ea typeface="Source Han Sans JP" panose="020B0500000000000000" pitchFamily="34" charset="-128"/>
                        </a:rPr>
                        <a:t>20</a:t>
                      </a:r>
                      <a:r>
                        <a:rPr kumimoji="1" lang="ja-JP" altLang="en-US" sz="1050">
                          <a:latin typeface="Source Han Sans JP" panose="020B0500000000000000" pitchFamily="34" charset="-128"/>
                          <a:ea typeface="Source Han Sans JP" panose="020B0500000000000000" pitchFamily="34" charset="-128"/>
                        </a:rPr>
                        <a:t>代</a:t>
                      </a:r>
                      <a:endParaRPr kumimoji="1" lang="en-US" altLang="ja-JP" sz="1050" dirty="0">
                        <a:latin typeface="Source Han Sans JP" panose="020B0500000000000000" pitchFamily="34" charset="-128"/>
                        <a:ea typeface="Source Han Sans JP" panose="020B0500000000000000" pitchFamily="34" charset="-128"/>
                      </a:endParaRP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男性</a:t>
                      </a:r>
                      <a:r>
                        <a:rPr kumimoji="1" lang="en-US" altLang="ja-JP" sz="1050" dirty="0">
                          <a:latin typeface="Source Han Sans JP" panose="020B0500000000000000" pitchFamily="34" charset="-128"/>
                          <a:ea typeface="Source Han Sans JP" panose="020B0500000000000000" pitchFamily="34" charset="-128"/>
                        </a:rPr>
                        <a:t>30</a:t>
                      </a:r>
                      <a:r>
                        <a:rPr kumimoji="1" lang="ja-JP" altLang="en-US" sz="1050">
                          <a:latin typeface="Source Han Sans JP" panose="020B0500000000000000" pitchFamily="34" charset="-128"/>
                          <a:ea typeface="Source Han Sans JP" panose="020B0500000000000000" pitchFamily="34" charset="-128"/>
                        </a:rPr>
                        <a:t>代</a:t>
                      </a:r>
                      <a:endParaRPr kumimoji="1" lang="en-US" altLang="ja-JP" sz="1050" dirty="0">
                        <a:latin typeface="Source Han Sans JP" panose="020B0500000000000000" pitchFamily="34" charset="-128"/>
                        <a:ea typeface="Source Han Sans JP" panose="020B0500000000000000" pitchFamily="34" charset="-128"/>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A3BDDF">
                        <a:alpha val="34902"/>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男性</a:t>
                      </a:r>
                      <a: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40</a:t>
                      </a: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代</a:t>
                      </a:r>
                      <a:endPar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A3BDDF">
                        <a:alpha val="34902"/>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男性</a:t>
                      </a:r>
                      <a: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50</a:t>
                      </a: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代</a:t>
                      </a:r>
                      <a:endPar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A3BDDF">
                        <a:alpha val="34902"/>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男性</a:t>
                      </a:r>
                      <a: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60</a:t>
                      </a: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代</a:t>
                      </a:r>
                      <a:endPar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A3BDDF">
                        <a:alpha val="34902"/>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男性</a:t>
                      </a:r>
                      <a: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70</a:t>
                      </a: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代</a:t>
                      </a:r>
                      <a:endPar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A3BDDF">
                        <a:alpha val="34902"/>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女性</a:t>
                      </a:r>
                      <a:r>
                        <a:rPr kumimoji="1" lang="en-US" altLang="ja-JP" sz="1050" dirty="0">
                          <a:latin typeface="Source Han Sans JP" panose="020B0500000000000000" pitchFamily="34" charset="-128"/>
                          <a:ea typeface="Source Han Sans JP" panose="020B0500000000000000" pitchFamily="34" charset="-128"/>
                        </a:rPr>
                        <a:t>20</a:t>
                      </a:r>
                      <a:r>
                        <a:rPr kumimoji="1" lang="ja-JP" altLang="en-US" sz="1050">
                          <a:latin typeface="Source Han Sans JP" panose="020B0500000000000000" pitchFamily="34" charset="-128"/>
                          <a:ea typeface="Source Han Sans JP" panose="020B0500000000000000" pitchFamily="34" charset="-128"/>
                        </a:rPr>
                        <a:t>代</a:t>
                      </a:r>
                      <a:endParaRPr kumimoji="1" lang="en-US" altLang="ja-JP" sz="1050" dirty="0">
                        <a:latin typeface="Source Han Sans JP" panose="020B0500000000000000" pitchFamily="34" charset="-128"/>
                        <a:ea typeface="Source Han Sans JP" panose="020B0500000000000000" pitchFamily="34" charset="-128"/>
                      </a:endParaRP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女性</a:t>
                      </a:r>
                      <a:r>
                        <a:rPr kumimoji="1" lang="en-US" altLang="ja-JP" sz="1050" dirty="0">
                          <a:latin typeface="Source Han Sans JP" panose="020B0500000000000000" pitchFamily="34" charset="-128"/>
                          <a:ea typeface="Source Han Sans JP" panose="020B0500000000000000" pitchFamily="34" charset="-128"/>
                        </a:rPr>
                        <a:t>30</a:t>
                      </a:r>
                      <a:r>
                        <a:rPr kumimoji="1" lang="ja-JP" altLang="en-US" sz="1050">
                          <a:latin typeface="Source Han Sans JP" panose="020B0500000000000000" pitchFamily="34" charset="-128"/>
                          <a:ea typeface="Source Han Sans JP" panose="020B0500000000000000" pitchFamily="34" charset="-128"/>
                        </a:rPr>
                        <a:t>代</a:t>
                      </a:r>
                      <a:endParaRPr kumimoji="1" lang="en-US" altLang="ja-JP" sz="1050" dirty="0">
                        <a:latin typeface="Source Han Sans JP" panose="020B0500000000000000" pitchFamily="34" charset="-128"/>
                        <a:ea typeface="Source Han Sans JP" panose="020B0500000000000000" pitchFamily="34" charset="-128"/>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女性</a:t>
                      </a:r>
                      <a: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40</a:t>
                      </a: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代</a:t>
                      </a:r>
                      <a:endPar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女性</a:t>
                      </a:r>
                      <a: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50</a:t>
                      </a: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代</a:t>
                      </a:r>
                      <a:endPar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女性</a:t>
                      </a:r>
                      <a: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60</a:t>
                      </a: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代</a:t>
                      </a:r>
                      <a:endPar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女性</a:t>
                      </a:r>
                      <a: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70</a:t>
                      </a:r>
                      <a:r>
                        <a:rPr kumimoji="1" lang="ja-JP" altLang="en-US"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代</a:t>
                      </a:r>
                      <a:endPar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07488">
                        <a:alpha val="18000"/>
                      </a:srgbClr>
                    </a:solidFill>
                  </a:tcPr>
                </a:tc>
                <a:extLst>
                  <a:ext uri="{0D108BD9-81ED-4DB2-BD59-A6C34878D82A}">
                    <a16:rowId xmlns:a16="http://schemas.microsoft.com/office/drawing/2014/main" val="3096550131"/>
                  </a:ext>
                </a:extLst>
              </a:tr>
              <a:tr h="370840">
                <a:tc>
                  <a:txBody>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1" lang="ja-JP" altLang="en-US" sz="1050">
                          <a:solidFill>
                            <a:schemeClr val="tx1">
                              <a:lumMod val="85000"/>
                              <a:lumOff val="15000"/>
                            </a:schemeClr>
                          </a:solidFill>
                          <a:latin typeface="Source Han Sans JP" panose="020B0500000000000000" pitchFamily="34" charset="-128"/>
                          <a:ea typeface="Source Han Sans JP" panose="020B0500000000000000" pitchFamily="34" charset="-128"/>
                        </a:rPr>
                        <a:t>栄養バランスを</a:t>
                      </a:r>
                      <a:br>
                        <a:rPr kumimoji="1" lang="en-US" altLang="ja-JP" sz="1050" dirty="0">
                          <a:latin typeface="Source Han Sans JP" panose="020B0500000000000000" pitchFamily="34" charset="-128"/>
                          <a:ea typeface="Source Han Sans JP" panose="020B0500000000000000" pitchFamily="34" charset="-128"/>
                        </a:rPr>
                      </a:br>
                      <a:r>
                        <a:rPr kumimoji="1" lang="ja-JP" altLang="en-US" sz="1050">
                          <a:solidFill>
                            <a:srgbClr val="599975"/>
                          </a:solidFill>
                          <a:latin typeface="Source Han Sans JP" panose="020B0500000000000000" pitchFamily="34" charset="-128"/>
                          <a:ea typeface="Source Han Sans JP" panose="020B0500000000000000" pitchFamily="34" charset="-128"/>
                        </a:rPr>
                        <a:t>調整したい</a:t>
                      </a:r>
                      <a:endParaRPr kumimoji="1" lang="en-US" altLang="ja-JP" sz="1050" dirty="0">
                        <a:solidFill>
                          <a:srgbClr val="599975"/>
                        </a:solidFill>
                        <a:latin typeface="Source Han Sans JP" panose="020B0500000000000000" pitchFamily="34" charset="-128"/>
                        <a:ea typeface="Source Han Sans JP" panose="020B0500000000000000" pitchFamily="34" charset="-128"/>
                      </a:endParaRPr>
                    </a:p>
                  </a:txBody>
                  <a:tcPr anchor="ctr">
                    <a:lnL w="12700" cap="flat" cmpd="sng" algn="ctr">
                      <a:solidFill>
                        <a:schemeClr val="bg2">
                          <a:lumMod val="50000"/>
                        </a:schemeClr>
                      </a:solidFill>
                      <a:prstDash val="solid"/>
                      <a:round/>
                      <a:headEnd type="none" w="med" len="med"/>
                      <a:tailEnd type="none" w="med" len="med"/>
                    </a:lnL>
                    <a:lnR w="9525" cap="flat" cmpd="sng" algn="ctr">
                      <a:solidFill>
                        <a:srgbClr val="81569B"/>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81569B"/>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9525" cap="flat" cmpd="sng" algn="ctr">
                      <a:solidFill>
                        <a:srgbClr val="81569B"/>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81569B"/>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9525" cap="flat" cmpd="sng" algn="ctr">
                      <a:solidFill>
                        <a:srgbClr val="81569B"/>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extLst>
                  <a:ext uri="{0D108BD9-81ED-4DB2-BD59-A6C34878D82A}">
                    <a16:rowId xmlns:a16="http://schemas.microsoft.com/office/drawing/2014/main" val="1538559344"/>
                  </a:ext>
                </a:extLst>
              </a:tr>
              <a:tr h="370840">
                <a:tc>
                  <a:txBody>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1" lang="ja-JP" altLang="en-US" sz="1050">
                          <a:solidFill>
                            <a:schemeClr val="tx1">
                              <a:lumMod val="85000"/>
                              <a:lumOff val="15000"/>
                            </a:schemeClr>
                          </a:solidFill>
                          <a:latin typeface="Source Han Sans JP" panose="020B0500000000000000" pitchFamily="34" charset="-128"/>
                          <a:ea typeface="Source Han Sans JP" panose="020B0500000000000000" pitchFamily="34" charset="-128"/>
                        </a:rPr>
                        <a:t>エネルギーを</a:t>
                      </a:r>
                      <a:br>
                        <a:rPr kumimoji="1" lang="en-US" altLang="ja-JP" sz="1050" dirty="0">
                          <a:latin typeface="Source Han Sans JP" panose="020B0500000000000000" pitchFamily="34" charset="-128"/>
                          <a:ea typeface="Source Han Sans JP" panose="020B0500000000000000" pitchFamily="34" charset="-128"/>
                        </a:rPr>
                      </a:br>
                      <a:r>
                        <a:rPr kumimoji="1" lang="ja-JP" altLang="en-US" sz="1050">
                          <a:solidFill>
                            <a:srgbClr val="387DC9"/>
                          </a:solidFill>
                          <a:latin typeface="Source Han Sans JP" panose="020B0500000000000000" pitchFamily="34" charset="-128"/>
                          <a:ea typeface="Source Han Sans JP" panose="020B0500000000000000" pitchFamily="34" charset="-128"/>
                        </a:rPr>
                        <a:t>増やしたい</a:t>
                      </a:r>
                      <a:endParaRPr kumimoji="1" lang="en-US" altLang="ja-JP" sz="1050" dirty="0">
                        <a:solidFill>
                          <a:srgbClr val="387DC9"/>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388052851"/>
                  </a:ext>
                </a:extLst>
              </a:tr>
              <a:tr h="370840">
                <a:tc>
                  <a:txBody>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1" lang="ja-JP" altLang="en-US" sz="1050">
                          <a:solidFill>
                            <a:schemeClr val="tx1">
                              <a:lumMod val="85000"/>
                              <a:lumOff val="15000"/>
                            </a:schemeClr>
                          </a:solidFill>
                          <a:latin typeface="Source Han Sans JP" panose="020B0500000000000000" pitchFamily="34" charset="-128"/>
                          <a:ea typeface="Source Han Sans JP" panose="020B0500000000000000" pitchFamily="34" charset="-128"/>
                        </a:rPr>
                        <a:t>エネルギーを</a:t>
                      </a:r>
                      <a:br>
                        <a:rPr kumimoji="1" lang="en-US" altLang="ja-JP" sz="1050" dirty="0">
                          <a:latin typeface="Source Han Sans JP" panose="020B0500000000000000" pitchFamily="34" charset="-128"/>
                          <a:ea typeface="Source Han Sans JP" panose="020B0500000000000000" pitchFamily="34" charset="-128"/>
                        </a:rPr>
                      </a:br>
                      <a:r>
                        <a:rPr kumimoji="1" lang="ja-JP" altLang="en-US" sz="1050">
                          <a:solidFill>
                            <a:srgbClr val="CE4D44"/>
                          </a:solidFill>
                          <a:latin typeface="Source Han Sans JP" panose="020B0500000000000000" pitchFamily="34" charset="-128"/>
                          <a:ea typeface="Source Han Sans JP" panose="020B0500000000000000" pitchFamily="34" charset="-128"/>
                        </a:rPr>
                        <a:t>減らしたい</a:t>
                      </a:r>
                      <a:endParaRPr kumimoji="1" lang="en-US" altLang="ja-JP" sz="1050" dirty="0">
                        <a:solidFill>
                          <a:srgbClr val="CE4D44"/>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bg2">
                          <a:lumMod val="50000"/>
                        </a:schemeClr>
                      </a:solidFill>
                      <a:prstDash val="solid"/>
                      <a:round/>
                      <a:headEnd type="none" w="med" len="med"/>
                      <a:tailEnd type="none" w="med" len="med"/>
                    </a:lnL>
                    <a:lnR w="9525" cap="flat" cmpd="sng" algn="ctr">
                      <a:solidFill>
                        <a:srgbClr val="81569B"/>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81569B"/>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9525" cap="flat" cmpd="sng" algn="ctr">
                      <a:solidFill>
                        <a:srgbClr val="81569B"/>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81569B"/>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現：小</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714583487"/>
                  </a:ext>
                </a:extLst>
              </a:tr>
              <a:tr h="370840">
                <a:tc>
                  <a:txBody>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1" lang="ja-JP" altLang="en-US" sz="1050">
                          <a:solidFill>
                            <a:schemeClr val="tx1">
                              <a:lumMod val="85000"/>
                              <a:lumOff val="15000"/>
                            </a:schemeClr>
                          </a:solidFill>
                          <a:latin typeface="Source Han Sans JP" panose="020B0500000000000000" pitchFamily="34" charset="-128"/>
                          <a:ea typeface="Source Han Sans JP" panose="020B0500000000000000" pitchFamily="34" charset="-128"/>
                        </a:rPr>
                        <a:t>糖質を</a:t>
                      </a:r>
                      <a:r>
                        <a:rPr kumimoji="1" lang="ja-JP" altLang="en-US" sz="1050">
                          <a:solidFill>
                            <a:srgbClr val="387DC9"/>
                          </a:solidFill>
                          <a:latin typeface="Source Han Sans JP" panose="020B0500000000000000" pitchFamily="34" charset="-128"/>
                          <a:ea typeface="Source Han Sans JP" panose="020B0500000000000000" pitchFamily="34" charset="-128"/>
                        </a:rPr>
                        <a:t>増やしたい</a:t>
                      </a:r>
                      <a:endParaRPr kumimoji="1" lang="en-US" altLang="ja-JP" sz="1050" dirty="0">
                        <a:solidFill>
                          <a:srgbClr val="387DC9"/>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extLst>
                  <a:ext uri="{0D108BD9-81ED-4DB2-BD59-A6C34878D82A}">
                    <a16:rowId xmlns:a16="http://schemas.microsoft.com/office/drawing/2014/main" val="3209098464"/>
                  </a:ext>
                </a:extLst>
              </a:tr>
              <a:tr h="370840">
                <a:tc>
                  <a:txBody>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1" lang="ja-JP" altLang="en-US" sz="1050">
                          <a:solidFill>
                            <a:schemeClr val="tx1">
                              <a:lumMod val="85000"/>
                              <a:lumOff val="15000"/>
                            </a:schemeClr>
                          </a:solidFill>
                          <a:latin typeface="Source Han Sans JP" panose="020B0500000000000000" pitchFamily="34" charset="-128"/>
                          <a:ea typeface="Source Han Sans JP" panose="020B0500000000000000" pitchFamily="34" charset="-128"/>
                        </a:rPr>
                        <a:t>糖質を</a:t>
                      </a:r>
                      <a:r>
                        <a:rPr kumimoji="1" lang="ja-JP" altLang="en-US" sz="1050">
                          <a:solidFill>
                            <a:srgbClr val="CE4D44"/>
                          </a:solidFill>
                          <a:latin typeface="Source Han Sans JP" panose="020B0500000000000000" pitchFamily="34" charset="-128"/>
                          <a:ea typeface="Source Han Sans JP" panose="020B0500000000000000" pitchFamily="34" charset="-128"/>
                        </a:rPr>
                        <a:t>減らしたい</a:t>
                      </a:r>
                      <a:endParaRPr kumimoji="1" lang="en-US" altLang="ja-JP" sz="1050" dirty="0">
                        <a:solidFill>
                          <a:srgbClr val="CE4D44"/>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extLst>
                  <a:ext uri="{0D108BD9-81ED-4DB2-BD59-A6C34878D82A}">
                    <a16:rowId xmlns:a16="http://schemas.microsoft.com/office/drawing/2014/main" val="2050725459"/>
                  </a:ext>
                </a:extLst>
              </a:tr>
              <a:tr h="370840">
                <a:tc>
                  <a:txBody>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1" lang="ja-JP" altLang="en-US" sz="1050" strike="noStrike">
                          <a:solidFill>
                            <a:schemeClr val="tx1">
                              <a:lumMod val="85000"/>
                              <a:lumOff val="15000"/>
                            </a:schemeClr>
                          </a:solidFill>
                          <a:latin typeface="Source Han Sans JP" panose="020B0500000000000000" pitchFamily="34" charset="-128"/>
                          <a:ea typeface="Source Han Sans JP" panose="020B0500000000000000" pitchFamily="34" charset="-128"/>
                        </a:rPr>
                        <a:t>脂質を</a:t>
                      </a:r>
                      <a:r>
                        <a:rPr kumimoji="1" lang="ja-JP" altLang="en-US" sz="1050" strike="noStrike">
                          <a:solidFill>
                            <a:srgbClr val="0070C0"/>
                          </a:solidFill>
                          <a:latin typeface="Source Han Sans JP" panose="020B0500000000000000" pitchFamily="34" charset="-128"/>
                          <a:ea typeface="Source Han Sans JP" panose="020B0500000000000000" pitchFamily="34" charset="-128"/>
                        </a:rPr>
                        <a:t>増やしたい</a:t>
                      </a:r>
                      <a:endParaRPr kumimoji="1" lang="en-US" altLang="ja-JP" sz="1050" strike="noStrike" dirty="0">
                        <a:solidFill>
                          <a:srgbClr val="0070C0"/>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dirty="0">
                          <a:latin typeface="Source Han Sans JP" panose="020B0500000000000000" pitchFamily="34" charset="-128"/>
                          <a:ea typeface="Source Han Sans JP" panose="020B0500000000000000" pitchFamily="34" charset="-128"/>
                        </a:rPr>
                        <a:t>/</a:t>
                      </a: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F9F9F9"/>
                    </a:solidFill>
                  </a:tcPr>
                </a:tc>
                <a:extLst>
                  <a:ext uri="{0D108BD9-81ED-4DB2-BD59-A6C34878D82A}">
                    <a16:rowId xmlns:a16="http://schemas.microsoft.com/office/drawing/2014/main" val="4119666405"/>
                  </a:ext>
                </a:extLst>
              </a:tr>
              <a:tr h="370840">
                <a:tc>
                  <a:txBody>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脂質を</a:t>
                      </a:r>
                      <a:r>
                        <a:rPr kumimoji="1" lang="ja-JP" altLang="en-US" sz="1050">
                          <a:solidFill>
                            <a:srgbClr val="CE4D44"/>
                          </a:solidFill>
                          <a:latin typeface="Source Han Sans JP" panose="020B0500000000000000" pitchFamily="34" charset="-128"/>
                          <a:ea typeface="Source Han Sans JP" panose="020B0500000000000000" pitchFamily="34" charset="-128"/>
                        </a:rPr>
                        <a:t>減らしたい</a:t>
                      </a:r>
                      <a:endParaRPr kumimoji="1" lang="en-US" altLang="ja-JP" sz="1050" dirty="0">
                        <a:solidFill>
                          <a:srgbClr val="CE4D44"/>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bg2">
                          <a:lumMod val="50000"/>
                        </a:schemeClr>
                      </a:solidFill>
                      <a:prstDash val="solid"/>
                      <a:round/>
                      <a:headEnd type="none" w="med" len="med"/>
                      <a:tailEnd type="none" w="med" len="med"/>
                    </a:lnL>
                    <a:lnR w="9525" cap="flat" cmpd="sng" algn="ctr">
                      <a:solidFill>
                        <a:srgbClr val="81569B"/>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81569B"/>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9525" cap="flat" cmpd="sng" algn="ctr">
                      <a:solidFill>
                        <a:srgbClr val="81569B"/>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81569B"/>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現：大</a:t>
                      </a:r>
                      <a:br>
                        <a:rPr kumimoji="1" lang="en-US" altLang="ja-JP" sz="105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現：中</a:t>
                      </a:r>
                      <a:br>
                        <a:rPr kumimoji="1" lang="en-US" altLang="ja-JP" sz="10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br>
                      <a:r>
                        <a:rPr kumimoji="1" lang="ja-JP" altLang="en-US" sz="1000" b="0"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変：</a:t>
                      </a:r>
                      <a:r>
                        <a:rPr kumimoji="1" lang="ja-JP" altLang="en-US" sz="1000" b="1" i="0" u="none" strike="noStrike" kern="1200" cap="none" spc="0" normalizeH="0" baseline="0" noProof="0">
                          <a:ln>
                            <a:noFill/>
                          </a:ln>
                          <a:solidFill>
                            <a:srgbClr val="9564B1"/>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000" b="1" i="0" u="none" strike="noStrike" kern="1200" cap="none" spc="0" normalizeH="0" baseline="0" noProof="0" dirty="0">
                        <a:ln>
                          <a:noFill/>
                        </a:ln>
                        <a:solidFill>
                          <a:srgbClr val="9564B1"/>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9525" cap="flat" cmpd="sng" algn="ctr">
                      <a:solidFill>
                        <a:srgbClr val="81569B"/>
                      </a:solidFill>
                      <a:prstDash val="solid"/>
                      <a:round/>
                      <a:headEnd type="none" w="med" len="med"/>
                      <a:tailEnd type="none" w="med" len="med"/>
                    </a:lnR>
                    <a:lnT w="9525" cap="flat" cmpd="sng" algn="ctr">
                      <a:solidFill>
                        <a:srgbClr val="81569B"/>
                      </a:solidFill>
                      <a:prstDash val="solid"/>
                      <a:round/>
                      <a:headEnd type="none" w="med" len="med"/>
                      <a:tailEnd type="none" w="med" len="med"/>
                    </a:lnT>
                    <a:lnB w="9525" cap="flat" cmpd="sng" algn="ctr">
                      <a:solidFill>
                        <a:srgbClr val="81569B"/>
                      </a:solidFill>
                      <a:prstDash val="solid"/>
                      <a:round/>
                      <a:headEnd type="none" w="med" len="med"/>
                      <a:tailEnd type="none" w="med" len="med"/>
                    </a:lnB>
                    <a:solidFill>
                      <a:srgbClr val="9564B1">
                        <a:alpha val="15294"/>
                      </a:srgbClr>
                    </a:solidFill>
                  </a:tcPr>
                </a:tc>
                <a:extLst>
                  <a:ext uri="{0D108BD9-81ED-4DB2-BD59-A6C34878D82A}">
                    <a16:rowId xmlns:a16="http://schemas.microsoft.com/office/drawing/2014/main" val="3876861661"/>
                  </a:ext>
                </a:extLst>
              </a:tr>
              <a:tr h="370840">
                <a:tc>
                  <a:txBody>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1" lang="ja-JP" altLang="en-US" sz="1050">
                          <a:latin typeface="Source Han Sans JP" panose="020B0500000000000000" pitchFamily="34" charset="-128"/>
                          <a:ea typeface="Source Han Sans JP" panose="020B0500000000000000" pitchFamily="34" charset="-128"/>
                        </a:rPr>
                        <a:t>タンパク質を</a:t>
                      </a:r>
                      <a:br>
                        <a:rPr kumimoji="1" lang="en-US" altLang="ja-JP" sz="1050" dirty="0">
                          <a:latin typeface="Source Han Sans JP" panose="020B0500000000000000" pitchFamily="34" charset="-128"/>
                          <a:ea typeface="Source Han Sans JP" panose="020B0500000000000000" pitchFamily="34" charset="-128"/>
                        </a:rPr>
                      </a:br>
                      <a:r>
                        <a:rPr kumimoji="1" lang="ja-JP" altLang="en-US" sz="1050">
                          <a:solidFill>
                            <a:srgbClr val="387DC9"/>
                          </a:solidFill>
                          <a:latin typeface="Source Han Sans JP" panose="020B0500000000000000" pitchFamily="34" charset="-128"/>
                          <a:ea typeface="Source Han Sans JP" panose="020B0500000000000000" pitchFamily="34" charset="-128"/>
                        </a:rPr>
                        <a:t>増やしたい</a:t>
                      </a:r>
                      <a:endParaRPr kumimoji="1" lang="en-US" altLang="ja-JP" sz="1050" dirty="0">
                        <a:solidFill>
                          <a:srgbClr val="387DC9"/>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9525" cap="flat" cmpd="sng" algn="ctr">
                      <a:solidFill>
                        <a:srgbClr val="81569B"/>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solidFill>
                      <a:srgbClr val="F9F9F9"/>
                    </a:solidFill>
                  </a:tcPr>
                </a:tc>
                <a:extLst>
                  <a:ext uri="{0D108BD9-81ED-4DB2-BD59-A6C34878D82A}">
                    <a16:rowId xmlns:a16="http://schemas.microsoft.com/office/drawing/2014/main" val="2028751225"/>
                  </a:ext>
                </a:extLst>
              </a:tr>
              <a:tr h="370840">
                <a:tc>
                  <a:txBody>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1" lang="ja-JP" altLang="en-US" sz="1050">
                          <a:solidFill>
                            <a:schemeClr val="tx1">
                              <a:lumMod val="85000"/>
                              <a:lumOff val="15000"/>
                            </a:schemeClr>
                          </a:solidFill>
                          <a:latin typeface="Source Han Sans JP" panose="020B0500000000000000" pitchFamily="34" charset="-128"/>
                          <a:ea typeface="Source Han Sans JP" panose="020B0500000000000000" pitchFamily="34" charset="-128"/>
                        </a:rPr>
                        <a:t>タンパク質を</a:t>
                      </a:r>
                      <a:br>
                        <a:rPr kumimoji="1" lang="en-US" altLang="ja-JP" sz="1050" dirty="0">
                          <a:solidFill>
                            <a:schemeClr val="tx1">
                              <a:lumMod val="85000"/>
                              <a:lumOff val="15000"/>
                            </a:schemeClr>
                          </a:solidFill>
                          <a:latin typeface="Source Han Sans JP" panose="020B0500000000000000" pitchFamily="34" charset="-128"/>
                          <a:ea typeface="Source Han Sans JP" panose="020B0500000000000000" pitchFamily="34" charset="-128"/>
                        </a:rPr>
                      </a:br>
                      <a:r>
                        <a:rPr kumimoji="1" lang="ja-JP" altLang="en-US" sz="1050">
                          <a:solidFill>
                            <a:srgbClr val="CE4D44"/>
                          </a:solidFill>
                          <a:latin typeface="Source Han Sans JP" panose="020B0500000000000000" pitchFamily="34" charset="-128"/>
                          <a:ea typeface="Source Han Sans JP" panose="020B0500000000000000" pitchFamily="34" charset="-128"/>
                        </a:rPr>
                        <a:t>減らしたい</a:t>
                      </a:r>
                      <a:endParaRPr kumimoji="1" lang="en-US" altLang="ja-JP" sz="1050" dirty="0">
                        <a:solidFill>
                          <a:srgbClr val="CE4D44"/>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endPar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tc>
                  <a:txBody>
                    <a:bodyPr/>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t>/</a:t>
                      </a:r>
                    </a:p>
                  </a:txBody>
                  <a:tcPr anchor="ctr">
                    <a:lnL w="635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rgbClr val="F9F9F9"/>
                    </a:solidFill>
                  </a:tcPr>
                </a:tc>
                <a:extLst>
                  <a:ext uri="{0D108BD9-81ED-4DB2-BD59-A6C34878D82A}">
                    <a16:rowId xmlns:a16="http://schemas.microsoft.com/office/drawing/2014/main" val="122191099"/>
                  </a:ext>
                </a:extLst>
              </a:tr>
            </a:tbl>
          </a:graphicData>
        </a:graphic>
      </p:graphicFrame>
      <p:sp>
        <p:nvSpPr>
          <p:cNvPr id="4" name="テキスト ボックス 3">
            <a:extLst>
              <a:ext uri="{FF2B5EF4-FFF2-40B4-BE49-F238E27FC236}">
                <a16:creationId xmlns:a16="http://schemas.microsoft.com/office/drawing/2014/main" id="{14FB1F07-C308-F539-AAB9-CAB9E416C383}"/>
              </a:ext>
            </a:extLst>
          </p:cNvPr>
          <p:cNvSpPr txBox="1"/>
          <p:nvPr/>
        </p:nvSpPr>
        <p:spPr>
          <a:xfrm>
            <a:off x="223842" y="455087"/>
            <a:ext cx="9137328"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現在のニーズが大きく、過去から増加した健康ニーズに対象を絞った</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grpSp>
        <p:nvGrpSpPr>
          <p:cNvPr id="9" name="グループ化 8">
            <a:extLst>
              <a:ext uri="{FF2B5EF4-FFF2-40B4-BE49-F238E27FC236}">
                <a16:creationId xmlns:a16="http://schemas.microsoft.com/office/drawing/2014/main" id="{DD65AA5F-B6C5-94E0-CF48-838C0D56D9C2}"/>
              </a:ext>
            </a:extLst>
          </p:cNvPr>
          <p:cNvGrpSpPr/>
          <p:nvPr/>
        </p:nvGrpSpPr>
        <p:grpSpPr>
          <a:xfrm>
            <a:off x="842404" y="1032728"/>
            <a:ext cx="4129710" cy="842369"/>
            <a:chOff x="408000" y="1066441"/>
            <a:chExt cx="4129710" cy="842369"/>
          </a:xfrm>
        </p:grpSpPr>
        <p:sp>
          <p:nvSpPr>
            <p:cNvPr id="8" name="正方形/長方形 7">
              <a:extLst>
                <a:ext uri="{FF2B5EF4-FFF2-40B4-BE49-F238E27FC236}">
                  <a16:creationId xmlns:a16="http://schemas.microsoft.com/office/drawing/2014/main" id="{32167CA3-9D5D-4DDD-6F1D-9B8ABD735B58}"/>
                </a:ext>
              </a:extLst>
            </p:cNvPr>
            <p:cNvSpPr/>
            <p:nvPr/>
          </p:nvSpPr>
          <p:spPr>
            <a:xfrm>
              <a:off x="408000" y="1066441"/>
              <a:ext cx="4129710" cy="842369"/>
            </a:xfrm>
            <a:prstGeom prst="rect">
              <a:avLst/>
            </a:prstGeom>
            <a:solidFill>
              <a:schemeClr val="bg1">
                <a:lumMod val="95000"/>
                <a:alpha val="30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chemeClr val="tx1">
                      <a:lumMod val="50000"/>
                      <a:lumOff val="50000"/>
                    </a:schemeClr>
                  </a:solidFill>
                </a:ln>
              </a:endParaRPr>
            </a:p>
          </p:txBody>
        </p:sp>
        <p:sp>
          <p:nvSpPr>
            <p:cNvPr id="6" name="テキスト ボックス 5">
              <a:extLst>
                <a:ext uri="{FF2B5EF4-FFF2-40B4-BE49-F238E27FC236}">
                  <a16:creationId xmlns:a16="http://schemas.microsoft.com/office/drawing/2014/main" id="{AEF5DA56-4928-0281-005E-C97457F05447}"/>
                </a:ext>
              </a:extLst>
            </p:cNvPr>
            <p:cNvSpPr txBox="1"/>
            <p:nvPr/>
          </p:nvSpPr>
          <p:spPr>
            <a:xfrm>
              <a:off x="477988" y="1183807"/>
              <a:ext cx="3956852" cy="300082"/>
            </a:xfrm>
            <a:prstGeom prst="rect">
              <a:avLst/>
            </a:prstGeom>
            <a:noFill/>
          </p:spPr>
          <p:txBody>
            <a:bodyPr wrap="square">
              <a:spAutoFit/>
            </a:bodyPr>
            <a:lstStyle/>
            <a:p>
              <a:pPr>
                <a:defRPr/>
              </a:pP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現在のニーズの</a:t>
              </a:r>
              <a:r>
                <a:rPr kumimoji="1" lang="ja-JP" altLang="en-US" sz="1350" u="sng">
                  <a:solidFill>
                    <a:srgbClr val="DCD8DC">
                      <a:lumMod val="25000"/>
                    </a:srgbClr>
                  </a:solidFill>
                  <a:latin typeface="源ノ角ゴシック JP" panose="020B0500000000000000" pitchFamily="34" charset="-128"/>
                  <a:ea typeface="源ノ角ゴシック JP" panose="020B0500000000000000" pitchFamily="34" charset="-128"/>
                </a:rPr>
                <a:t>大きさ</a:t>
              </a: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350">
                  <a:solidFill>
                    <a:srgbClr val="599975"/>
                  </a:solidFill>
                  <a:latin typeface="源ノ角ゴシック JP" panose="020B0500000000000000" pitchFamily="34" charset="-128"/>
                  <a:ea typeface="源ノ角ゴシック JP" panose="020B0500000000000000" pitchFamily="34" charset="-128"/>
                </a:rPr>
                <a:t>大きい</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350">
                  <a:solidFill>
                    <a:srgbClr val="E27A1C"/>
                  </a:solidFill>
                  <a:latin typeface="源ノ角ゴシック JP" panose="020B0500000000000000" pitchFamily="34" charset="-128"/>
                  <a:ea typeface="源ノ角ゴシック JP" panose="020B0500000000000000" pitchFamily="34" charset="-128"/>
                </a:rPr>
                <a:t>中程度</a:t>
              </a:r>
              <a:r>
                <a:rPr kumimoji="1" lang="en-US" altLang="ja-JP" sz="1350" dirty="0">
                  <a:solidFill>
                    <a:srgbClr val="E27A1C"/>
                  </a:solidFill>
                  <a:latin typeface="源ノ角ゴシック JP" panose="020B0500000000000000" pitchFamily="34" charset="-128"/>
                  <a:ea typeface="源ノ角ゴシック JP" panose="020B0500000000000000" pitchFamily="34" charset="-128"/>
                </a:rPr>
                <a:t> </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350">
                  <a:solidFill>
                    <a:srgbClr val="CE4D44"/>
                  </a:solidFill>
                  <a:latin typeface="源ノ角ゴシック JP" panose="020B0500000000000000" pitchFamily="34" charset="-128"/>
                  <a:ea typeface="源ノ角ゴシック JP" panose="020B0500000000000000" pitchFamily="34" charset="-128"/>
                </a:rPr>
                <a:t>小さい</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a:t>
              </a:r>
            </a:p>
          </p:txBody>
        </p:sp>
        <p:sp>
          <p:nvSpPr>
            <p:cNvPr id="7" name="テキスト ボックス 6">
              <a:extLst>
                <a:ext uri="{FF2B5EF4-FFF2-40B4-BE49-F238E27FC236}">
                  <a16:creationId xmlns:a16="http://schemas.microsoft.com/office/drawing/2014/main" id="{969B9C75-F14F-6257-DBBA-428E4D892C71}"/>
                </a:ext>
              </a:extLst>
            </p:cNvPr>
            <p:cNvSpPr txBox="1"/>
            <p:nvPr/>
          </p:nvSpPr>
          <p:spPr>
            <a:xfrm>
              <a:off x="477988" y="1515745"/>
              <a:ext cx="3808262" cy="300082"/>
            </a:xfrm>
            <a:prstGeom prst="rect">
              <a:avLst/>
            </a:prstGeom>
            <a:noFill/>
          </p:spPr>
          <p:txBody>
            <a:bodyPr wrap="square">
              <a:spAutoFit/>
            </a:bodyPr>
            <a:lstStyle/>
            <a:p>
              <a:pPr>
                <a:defRPr/>
              </a:pP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過去からニーズの</a:t>
              </a:r>
              <a:r>
                <a:rPr kumimoji="1" lang="ja-JP" altLang="en-US" sz="1350" u="sng">
                  <a:solidFill>
                    <a:srgbClr val="DCD8DC">
                      <a:lumMod val="25000"/>
                    </a:srgbClr>
                  </a:solidFill>
                  <a:latin typeface="源ノ角ゴシック JP" panose="020B0500000000000000" pitchFamily="34" charset="-128"/>
                  <a:ea typeface="源ノ角ゴシック JP" panose="020B0500000000000000" pitchFamily="34" charset="-128"/>
                </a:rPr>
                <a:t>変化</a:t>
              </a: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350" b="1">
                  <a:solidFill>
                    <a:srgbClr val="9564B1"/>
                  </a:solidFill>
                  <a:latin typeface="源ノ角ゴシック JP" panose="020B0500000000000000" pitchFamily="34" charset="-128"/>
                  <a:ea typeface="源ノ角ゴシック JP" panose="020B0500000000000000" pitchFamily="34" charset="-128"/>
                </a:rPr>
                <a:t>↑</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350" b="1">
                  <a:solidFill>
                    <a:srgbClr val="9564B1"/>
                  </a:solidFill>
                  <a:latin typeface="源ノ角ゴシック JP" panose="020B0500000000000000" pitchFamily="34" charset="-128"/>
                  <a:ea typeface="源ノ角ゴシック JP" panose="020B0500000000000000" pitchFamily="34" charset="-128"/>
                </a:rPr>
                <a:t>→</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350" b="1">
                  <a:solidFill>
                    <a:srgbClr val="9564B1"/>
                  </a:solidFill>
                  <a:latin typeface="源ノ角ゴシック JP" panose="020B0500000000000000" pitchFamily="34" charset="-128"/>
                  <a:ea typeface="源ノ角ゴシック JP" panose="020B0500000000000000" pitchFamily="34" charset="-128"/>
                </a:rPr>
                <a:t>↓</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a:t>
              </a:r>
            </a:p>
          </p:txBody>
        </p:sp>
      </p:grpSp>
      <p:sp>
        <p:nvSpPr>
          <p:cNvPr id="10" name="テキスト ボックス 9">
            <a:extLst>
              <a:ext uri="{FF2B5EF4-FFF2-40B4-BE49-F238E27FC236}">
                <a16:creationId xmlns:a16="http://schemas.microsoft.com/office/drawing/2014/main" id="{6C5E6136-8E8C-883B-52CE-2A6A47A85096}"/>
              </a:ext>
            </a:extLst>
          </p:cNvPr>
          <p:cNvSpPr txBox="1"/>
          <p:nvPr/>
        </p:nvSpPr>
        <p:spPr>
          <a:xfrm>
            <a:off x="5066987" y="1344376"/>
            <a:ext cx="4742042" cy="284693"/>
          </a:xfrm>
          <a:prstGeom prst="rect">
            <a:avLst/>
          </a:prstGeom>
          <a:noFill/>
        </p:spPr>
        <p:txBody>
          <a:bodyPr wrap="square">
            <a:spAutoFit/>
          </a:bodyPr>
          <a:lstStyle/>
          <a:p>
            <a:pPr>
              <a:defRPr/>
            </a:pP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 現在時点は</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2024</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年頃</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を指す、過去時点は</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2010</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年頃</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を指す</a:t>
            </a:r>
            <a:endPar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1" name="テキスト ボックス 10">
            <a:extLst>
              <a:ext uri="{FF2B5EF4-FFF2-40B4-BE49-F238E27FC236}">
                <a16:creationId xmlns:a16="http://schemas.microsoft.com/office/drawing/2014/main" id="{2035F722-F55C-65C2-0E24-A4FC599CEBF9}"/>
              </a:ext>
            </a:extLst>
          </p:cNvPr>
          <p:cNvSpPr txBox="1"/>
          <p:nvPr/>
        </p:nvSpPr>
        <p:spPr>
          <a:xfrm>
            <a:off x="5066987" y="1593123"/>
            <a:ext cx="5004932" cy="284693"/>
          </a:xfrm>
          <a:prstGeom prst="rect">
            <a:avLst/>
          </a:prstGeom>
          <a:noFill/>
        </p:spPr>
        <p:txBody>
          <a:bodyPr wrap="square">
            <a:spAutoFit/>
          </a:bodyPr>
          <a:lstStyle/>
          <a:p>
            <a:pPr>
              <a:defRPr/>
            </a:pPr>
            <a:r>
              <a:rPr kumimoji="1" lang="en-US" altLang="ja-JP" sz="1250" dirty="0">
                <a:solidFill>
                  <a:srgbClr val="9564B1"/>
                </a:solidFill>
                <a:latin typeface="源ノ角ゴシック JP" panose="020B0500000000000000" pitchFamily="34" charset="-128"/>
                <a:ea typeface="源ノ角ゴシック JP" panose="020B0500000000000000" pitchFamily="34" charset="-128"/>
              </a:rPr>
              <a:t>※</a:t>
            </a:r>
            <a:r>
              <a:rPr kumimoji="1" lang="ja-JP" altLang="en-US" sz="1250">
                <a:solidFill>
                  <a:srgbClr val="9564B1"/>
                </a:solidFill>
                <a:latin typeface="源ノ角ゴシック JP" panose="020B0500000000000000" pitchFamily="34" charset="-128"/>
                <a:ea typeface="源ノ角ゴシック JP" panose="020B0500000000000000" pitchFamily="34" charset="-128"/>
              </a:rPr>
              <a:t> むらさきのセルは、本プロジェクトで注力する健康ニーズを表す</a:t>
            </a:r>
            <a:endParaRPr kumimoji="1" lang="en-US" altLang="ja-JP" sz="1250" dirty="0">
              <a:solidFill>
                <a:srgbClr val="9564B1"/>
              </a:solidFill>
              <a:latin typeface="源ノ角ゴシック JP" panose="020B0500000000000000" pitchFamily="34" charset="-128"/>
              <a:ea typeface="源ノ角ゴシック JP" panose="020B0500000000000000" pitchFamily="34" charset="-128"/>
            </a:endParaRPr>
          </a:p>
        </p:txBody>
      </p:sp>
      <p:sp>
        <p:nvSpPr>
          <p:cNvPr id="12" name="テキスト ボックス 11">
            <a:extLst>
              <a:ext uri="{FF2B5EF4-FFF2-40B4-BE49-F238E27FC236}">
                <a16:creationId xmlns:a16="http://schemas.microsoft.com/office/drawing/2014/main" id="{46B34E5E-D490-7C09-FACF-6F582A1581E5}"/>
              </a:ext>
            </a:extLst>
          </p:cNvPr>
          <p:cNvSpPr txBox="1"/>
          <p:nvPr/>
        </p:nvSpPr>
        <p:spPr>
          <a:xfrm>
            <a:off x="752779" y="6320646"/>
            <a:ext cx="11216310" cy="408510"/>
          </a:xfrm>
          <a:prstGeom prst="rect">
            <a:avLst/>
          </a:prstGeom>
          <a:noFill/>
        </p:spPr>
        <p:txBody>
          <a:bodyPr wrap="square">
            <a:spAutoFit/>
          </a:bodyPr>
          <a:lstStyle/>
          <a:p>
            <a:pPr>
              <a:lnSpc>
                <a:spcPts val="1280"/>
              </a:lnSpc>
              <a:defRPr/>
            </a:pP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[1] </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厚生労働省「平成</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22</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年国民健康・栄養調査報告」（</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2012</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 [2] </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厚生労働省「令和</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6</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年国民健康・栄養調査報告」（</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2026</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 [3] </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厚生労働省「日本人の食事摂取基準（</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2010</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年度版）」（</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2009</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a:t>
            </a:r>
            <a:endPar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endParaRPr>
          </a:p>
          <a:p>
            <a:pPr>
              <a:lnSpc>
                <a:spcPts val="1280"/>
              </a:lnSpc>
              <a:defRPr/>
            </a:pP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[4] </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厚生労働省「日本人の食事摂取基準（</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2025</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年度版）」（</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2024</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 [5] </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農林水産省「平成</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27</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年度食育推進施策」（</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2016</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 [6] </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農林水産省「食育に関する意識調査」（</a:t>
            </a:r>
            <a:r>
              <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2025</a:t>
            </a:r>
            <a:r>
              <a:rPr kumimoji="1" lang="ja-JP" altLang="en-US" sz="8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a:t>
            </a:r>
            <a:endParaRPr kumimoji="1" lang="en-US" altLang="ja-JP" sz="8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endParaRPr>
          </a:p>
        </p:txBody>
      </p:sp>
    </p:spTree>
    <p:extLst>
      <p:ext uri="{BB962C8B-B14F-4D97-AF65-F5344CB8AC3E}">
        <p14:creationId xmlns:p14="http://schemas.microsoft.com/office/powerpoint/2010/main" val="2163455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F5EDE9">
            <a:alpha val="4000"/>
          </a:srgbClr>
        </a:solidFill>
        <a:effectLst/>
      </p:bgPr>
    </p:bg>
    <p:spTree>
      <p:nvGrpSpPr>
        <p:cNvPr id="1" name="">
          <a:extLst>
            <a:ext uri="{FF2B5EF4-FFF2-40B4-BE49-F238E27FC236}">
              <a16:creationId xmlns:a16="http://schemas.microsoft.com/office/drawing/2014/main" id="{536322D5-6E9A-3178-7BBB-6AEACA0458F8}"/>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85AC804-4942-CCB1-B480-C9F165DDD4AE}"/>
              </a:ext>
            </a:extLst>
          </p:cNvPr>
          <p:cNvSpPr txBox="1"/>
          <p:nvPr/>
        </p:nvSpPr>
        <p:spPr>
          <a:xfrm>
            <a:off x="223842" y="455087"/>
            <a:ext cx="9137328"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現在のニーズが大きく、過去から増加した健康ニーズに対象を絞った</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grpSp>
        <p:nvGrpSpPr>
          <p:cNvPr id="39" name="グループ化 38">
            <a:extLst>
              <a:ext uri="{FF2B5EF4-FFF2-40B4-BE49-F238E27FC236}">
                <a16:creationId xmlns:a16="http://schemas.microsoft.com/office/drawing/2014/main" id="{9ABEB4FD-F50F-242A-D423-EE827CF7524D}"/>
              </a:ext>
            </a:extLst>
          </p:cNvPr>
          <p:cNvGrpSpPr/>
          <p:nvPr/>
        </p:nvGrpSpPr>
        <p:grpSpPr>
          <a:xfrm>
            <a:off x="2295235" y="1142133"/>
            <a:ext cx="7601529" cy="5275157"/>
            <a:chOff x="2103645" y="1141054"/>
            <a:chExt cx="7601529" cy="5275157"/>
          </a:xfrm>
        </p:grpSpPr>
        <p:grpSp>
          <p:nvGrpSpPr>
            <p:cNvPr id="36" name="グループ化 35">
              <a:extLst>
                <a:ext uri="{FF2B5EF4-FFF2-40B4-BE49-F238E27FC236}">
                  <a16:creationId xmlns:a16="http://schemas.microsoft.com/office/drawing/2014/main" id="{FE3F45C3-4347-3AC2-8FDD-763D3A1C191D}"/>
                </a:ext>
              </a:extLst>
            </p:cNvPr>
            <p:cNvGrpSpPr/>
            <p:nvPr/>
          </p:nvGrpSpPr>
          <p:grpSpPr>
            <a:xfrm>
              <a:off x="2103645" y="1141054"/>
              <a:ext cx="7516888" cy="5275157"/>
              <a:chOff x="2130172" y="1141054"/>
              <a:chExt cx="7516888" cy="5275157"/>
            </a:xfrm>
          </p:grpSpPr>
          <p:grpSp>
            <p:nvGrpSpPr>
              <p:cNvPr id="18" name="グループ化 17">
                <a:extLst>
                  <a:ext uri="{FF2B5EF4-FFF2-40B4-BE49-F238E27FC236}">
                    <a16:creationId xmlns:a16="http://schemas.microsoft.com/office/drawing/2014/main" id="{4458B2E6-4BDE-94D5-B6FD-A7ECD75221A7}"/>
                  </a:ext>
                </a:extLst>
              </p:cNvPr>
              <p:cNvGrpSpPr/>
              <p:nvPr/>
            </p:nvGrpSpPr>
            <p:grpSpPr>
              <a:xfrm>
                <a:off x="2130172" y="1141054"/>
                <a:ext cx="3814501" cy="2643842"/>
                <a:chOff x="4944890" y="1333172"/>
                <a:chExt cx="3814501" cy="2643842"/>
              </a:xfrm>
            </p:grpSpPr>
            <p:sp>
              <p:nvSpPr>
                <p:cNvPr id="25" name="テキスト ボックス 24">
                  <a:extLst>
                    <a:ext uri="{FF2B5EF4-FFF2-40B4-BE49-F238E27FC236}">
                      <a16:creationId xmlns:a16="http://schemas.microsoft.com/office/drawing/2014/main" id="{468E1679-EEAB-2B5D-D574-1FF0A22E0497}"/>
                    </a:ext>
                  </a:extLst>
                </p:cNvPr>
                <p:cNvSpPr txBox="1"/>
                <p:nvPr/>
              </p:nvSpPr>
              <p:spPr>
                <a:xfrm>
                  <a:off x="4944890" y="1333172"/>
                  <a:ext cx="3611329" cy="333681"/>
                </a:xfrm>
                <a:prstGeom prst="rect">
                  <a:avLst/>
                </a:prstGeom>
                <a:noFill/>
              </p:spPr>
              <p:txBody>
                <a:bodyPr wrap="square">
                  <a:spAutoFit/>
                </a:bodyPr>
                <a:lstStyle/>
                <a:p>
                  <a:pPr>
                    <a:lnSpc>
                      <a:spcPts val="2020"/>
                    </a:lnSpc>
                    <a:defRPr/>
                  </a:pPr>
                  <a:r>
                    <a:rPr kumimoji="1" lang="ja-JP" altLang="en-US" sz="1600" b="1" spc="30">
                      <a:solidFill>
                        <a:schemeClr val="bg2">
                          <a:lumMod val="25000"/>
                        </a:schemeClr>
                      </a:solidFill>
                      <a:latin typeface="源ノ角ゴシック JP" panose="020B0500000000000000" pitchFamily="34" charset="-128"/>
                      <a:ea typeface="源ノ角ゴシック JP" panose="020B0500000000000000" pitchFamily="34" charset="-128"/>
                    </a:rPr>
                    <a:t>健康ニーズの大きさを評価する方法</a:t>
                  </a:r>
                  <a:endParaRPr kumimoji="1" lang="en-US" altLang="ja-JP" sz="1600" b="1" spc="30" dirty="0">
                    <a:solidFill>
                      <a:schemeClr val="bg2">
                        <a:lumMod val="25000"/>
                      </a:schemeClr>
                    </a:solidFill>
                    <a:latin typeface="源ノ角ゴシック JP" panose="020B0500000000000000" pitchFamily="34" charset="-128"/>
                    <a:ea typeface="源ノ角ゴシック JP" panose="020B0500000000000000" pitchFamily="34" charset="-128"/>
                  </a:endParaRPr>
                </a:p>
              </p:txBody>
            </p:sp>
            <p:grpSp>
              <p:nvGrpSpPr>
                <p:cNvPr id="8" name="グループ化 7">
                  <a:extLst>
                    <a:ext uri="{FF2B5EF4-FFF2-40B4-BE49-F238E27FC236}">
                      <a16:creationId xmlns:a16="http://schemas.microsoft.com/office/drawing/2014/main" id="{A6CC8005-95C7-130C-1C84-133993891195}"/>
                    </a:ext>
                  </a:extLst>
                </p:cNvPr>
                <p:cNvGrpSpPr/>
                <p:nvPr/>
              </p:nvGrpSpPr>
              <p:grpSpPr>
                <a:xfrm>
                  <a:off x="4972600" y="1687577"/>
                  <a:ext cx="3786791" cy="827681"/>
                  <a:chOff x="4972600" y="1738045"/>
                  <a:chExt cx="3786791" cy="827681"/>
                </a:xfrm>
              </p:grpSpPr>
              <p:sp>
                <p:nvSpPr>
                  <p:cNvPr id="26" name="テキスト ボックス 25">
                    <a:extLst>
                      <a:ext uri="{FF2B5EF4-FFF2-40B4-BE49-F238E27FC236}">
                        <a16:creationId xmlns:a16="http://schemas.microsoft.com/office/drawing/2014/main" id="{C089C610-F885-011F-1E68-94F01F1F430B}"/>
                      </a:ext>
                    </a:extLst>
                  </p:cNvPr>
                  <p:cNvSpPr txBox="1"/>
                  <p:nvPr/>
                </p:nvSpPr>
                <p:spPr>
                  <a:xfrm>
                    <a:off x="4972600" y="1738045"/>
                    <a:ext cx="3786791" cy="579454"/>
                  </a:xfrm>
                  <a:prstGeom prst="rect">
                    <a:avLst/>
                  </a:prstGeom>
                  <a:noFill/>
                </p:spPr>
                <p:txBody>
                  <a:bodyPr wrap="square">
                    <a:spAutoFit/>
                  </a:bodyPr>
                  <a:lstStyle/>
                  <a:p>
                    <a:pPr>
                      <a:lnSpc>
                        <a:spcPts val="1980"/>
                      </a:lnSpc>
                      <a:defRPr/>
                    </a:pP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u="sng">
                        <a:solidFill>
                          <a:srgbClr val="DCD8DC">
                            <a:lumMod val="25000"/>
                          </a:srgbClr>
                        </a:solidFill>
                        <a:latin typeface="源ノ角ゴシック JP" panose="020B0500000000000000" pitchFamily="34" charset="-128"/>
                        <a:ea typeface="源ノ角ゴシック JP" panose="020B0500000000000000" pitchFamily="34" charset="-128"/>
                      </a:rPr>
                      <a:t>健康上の問題を抱える人の割合</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を算出し、　　</a:t>
                    </a:r>
                    <a:endPar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その割合に基づき、ニーズの大きさを評価する</a:t>
                    </a:r>
                    <a:endPar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7" name="テキスト ボックス 6">
                    <a:extLst>
                      <a:ext uri="{FF2B5EF4-FFF2-40B4-BE49-F238E27FC236}">
                        <a16:creationId xmlns:a16="http://schemas.microsoft.com/office/drawing/2014/main" id="{F07CEB2D-4431-A807-B6D7-6AC5CB261F35}"/>
                      </a:ext>
                    </a:extLst>
                  </p:cNvPr>
                  <p:cNvSpPr txBox="1"/>
                  <p:nvPr/>
                </p:nvSpPr>
                <p:spPr>
                  <a:xfrm>
                    <a:off x="5069037" y="2281033"/>
                    <a:ext cx="2861798" cy="284693"/>
                  </a:xfrm>
                  <a:prstGeom prst="rect">
                    <a:avLst/>
                  </a:prstGeom>
                  <a:noFill/>
                </p:spPr>
                <p:txBody>
                  <a:bodyPr wrap="square">
                    <a:spAutoFit/>
                  </a:bodyPr>
                  <a:lstStyle/>
                  <a:p>
                    <a:pPr>
                      <a:defRPr/>
                    </a:pP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a:solidFill>
                          <a:srgbClr val="599975"/>
                        </a:solidFill>
                        <a:latin typeface="源ノ角ゴシック JP" panose="020B0500000000000000" pitchFamily="34" charset="-128"/>
                        <a:ea typeface="源ノ角ゴシック JP" panose="020B0500000000000000" pitchFamily="34" charset="-128"/>
                      </a:rPr>
                      <a:t>大きい</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250">
                        <a:solidFill>
                          <a:srgbClr val="E2791C"/>
                        </a:solidFill>
                        <a:latin typeface="源ノ角ゴシック JP" panose="020B0500000000000000" pitchFamily="34" charset="-128"/>
                        <a:ea typeface="源ノ角ゴシック JP" panose="020B0500000000000000" pitchFamily="34" charset="-128"/>
                      </a:rPr>
                      <a:t>中程度</a:t>
                    </a:r>
                    <a:r>
                      <a:rPr kumimoji="1" lang="en-US" altLang="ja-JP" sz="1250" dirty="0">
                        <a:solidFill>
                          <a:srgbClr val="E2791C"/>
                        </a:solidFill>
                        <a:latin typeface="源ノ角ゴシック JP" panose="020B0500000000000000" pitchFamily="34" charset="-128"/>
                        <a:ea typeface="源ノ角ゴシック JP" panose="020B0500000000000000" pitchFamily="34" charset="-128"/>
                      </a:rPr>
                      <a:t> </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a:solidFill>
                          <a:srgbClr val="CE4D44"/>
                        </a:solidFill>
                        <a:latin typeface="源ノ角ゴシック JP" panose="020B0500000000000000" pitchFamily="34" charset="-128"/>
                        <a:ea typeface="源ノ角ゴシック JP" panose="020B0500000000000000" pitchFamily="34" charset="-128"/>
                      </a:rPr>
                      <a:t>小さい</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grpSp>
              <p:nvGrpSpPr>
                <p:cNvPr id="10" name="グループ化 9">
                  <a:extLst>
                    <a:ext uri="{FF2B5EF4-FFF2-40B4-BE49-F238E27FC236}">
                      <a16:creationId xmlns:a16="http://schemas.microsoft.com/office/drawing/2014/main" id="{CEBF9B56-A651-B455-FA67-EF82F77E6F7A}"/>
                    </a:ext>
                  </a:extLst>
                </p:cNvPr>
                <p:cNvGrpSpPr/>
                <p:nvPr/>
              </p:nvGrpSpPr>
              <p:grpSpPr>
                <a:xfrm>
                  <a:off x="4972599" y="2579870"/>
                  <a:ext cx="3754428" cy="1397144"/>
                  <a:chOff x="4972599" y="2557010"/>
                  <a:chExt cx="3754428" cy="1397144"/>
                </a:xfrm>
              </p:grpSpPr>
              <p:sp>
                <p:nvSpPr>
                  <p:cNvPr id="27" name="テキスト ボックス 26">
                    <a:extLst>
                      <a:ext uri="{FF2B5EF4-FFF2-40B4-BE49-F238E27FC236}">
                        <a16:creationId xmlns:a16="http://schemas.microsoft.com/office/drawing/2014/main" id="{66EAEC2C-4F61-DA7C-D929-97DED62013B0}"/>
                      </a:ext>
                    </a:extLst>
                  </p:cNvPr>
                  <p:cNvSpPr txBox="1"/>
                  <p:nvPr/>
                </p:nvSpPr>
                <p:spPr>
                  <a:xfrm>
                    <a:off x="4972600" y="2557010"/>
                    <a:ext cx="3754427" cy="321435"/>
                  </a:xfrm>
                  <a:prstGeom prst="rect">
                    <a:avLst/>
                  </a:prstGeom>
                  <a:noFill/>
                </p:spPr>
                <p:txBody>
                  <a:bodyPr wrap="square">
                    <a:spAutoFit/>
                  </a:bodyPr>
                  <a:lstStyle/>
                  <a:p>
                    <a:pPr>
                      <a:lnSpc>
                        <a:spcPts val="1980"/>
                      </a:lnSpc>
                      <a:defRPr/>
                    </a:pP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例：「男性</a:t>
                    </a:r>
                    <a:r>
                      <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t>20</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代・エネルギーを</a:t>
                    </a:r>
                    <a:r>
                      <a:rPr kumimoji="1" lang="ja-JP" altLang="en-US" sz="1200">
                        <a:solidFill>
                          <a:srgbClr val="CE4D44">
                            <a:alpha val="85000"/>
                          </a:srgbClr>
                        </a:solidFill>
                        <a:latin typeface="源ノ角ゴシック JP" panose="020B0500000000000000" pitchFamily="34" charset="-128"/>
                        <a:ea typeface="源ノ角ゴシック JP" panose="020B0500000000000000" pitchFamily="34" charset="-128"/>
                      </a:rPr>
                      <a:t>減らしたい</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」ニーズ</a:t>
                    </a:r>
                    <a:endPar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endParaRPr>
                  </a:p>
                </p:txBody>
              </p:sp>
              <p:sp>
                <p:nvSpPr>
                  <p:cNvPr id="28" name="テキスト ボックス 27">
                    <a:extLst>
                      <a:ext uri="{FF2B5EF4-FFF2-40B4-BE49-F238E27FC236}">
                        <a16:creationId xmlns:a16="http://schemas.microsoft.com/office/drawing/2014/main" id="{27EB779C-C580-F765-EFE8-4261BD48B2A7}"/>
                      </a:ext>
                    </a:extLst>
                  </p:cNvPr>
                  <p:cNvSpPr txBox="1"/>
                  <p:nvPr/>
                </p:nvSpPr>
                <p:spPr>
                  <a:xfrm>
                    <a:off x="4972600" y="2878445"/>
                    <a:ext cx="3754427" cy="510589"/>
                  </a:xfrm>
                  <a:prstGeom prst="rect">
                    <a:avLst/>
                  </a:prstGeom>
                  <a:noFill/>
                </p:spPr>
                <p:txBody>
                  <a:bodyPr wrap="square">
                    <a:spAutoFit/>
                  </a:bodyPr>
                  <a:lstStyle/>
                  <a:p>
                    <a:pPr>
                      <a:lnSpc>
                        <a:spcPts val="1700"/>
                      </a:lnSpc>
                      <a:defRPr/>
                    </a:pP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男性</a:t>
                    </a:r>
                    <a:r>
                      <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t>20</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代において、</a:t>
                    </a:r>
                    <a:br>
                      <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b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「カロリーを</a:t>
                    </a:r>
                    <a:r>
                      <a:rPr kumimoji="1" lang="ja-JP" altLang="en-US" sz="1200">
                        <a:solidFill>
                          <a:srgbClr val="CE4D44">
                            <a:alpha val="85000"/>
                          </a:srgbClr>
                        </a:solidFill>
                        <a:latin typeface="源ノ角ゴシック JP" panose="020B0500000000000000" pitchFamily="34" charset="-128"/>
                        <a:ea typeface="源ノ角ゴシック JP" panose="020B0500000000000000" pitchFamily="34" charset="-128"/>
                      </a:rPr>
                      <a:t>摂りすぎている</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」人の割合を算出する</a:t>
                    </a:r>
                    <a:endPar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endParaRPr>
                  </a:p>
                </p:txBody>
              </p:sp>
              <p:sp>
                <p:nvSpPr>
                  <p:cNvPr id="4" name="テキスト ボックス 3">
                    <a:extLst>
                      <a:ext uri="{FF2B5EF4-FFF2-40B4-BE49-F238E27FC236}">
                        <a16:creationId xmlns:a16="http://schemas.microsoft.com/office/drawing/2014/main" id="{2B548829-1067-5325-D903-3D5479BF9C55}"/>
                      </a:ext>
                    </a:extLst>
                  </p:cNvPr>
                  <p:cNvSpPr txBox="1"/>
                  <p:nvPr/>
                </p:nvSpPr>
                <p:spPr>
                  <a:xfrm>
                    <a:off x="4972599" y="3389062"/>
                    <a:ext cx="3417019" cy="302199"/>
                  </a:xfrm>
                  <a:prstGeom prst="rect">
                    <a:avLst/>
                  </a:prstGeom>
                  <a:noFill/>
                </p:spPr>
                <p:txBody>
                  <a:bodyPr wrap="square">
                    <a:spAutoFit/>
                  </a:bodyPr>
                  <a:lstStyle/>
                  <a:p>
                    <a:pPr>
                      <a:lnSpc>
                        <a:spcPts val="1800"/>
                      </a:lnSpc>
                      <a:defRPr/>
                    </a:pP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現時点（</a:t>
                    </a:r>
                    <a:r>
                      <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t>2024</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年</a:t>
                    </a:r>
                    <a:r>
                      <a:rPr kumimoji="1" lang="ja-JP" altLang="en"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での該当者の割合：</a:t>
                    </a:r>
                    <a:r>
                      <a:rPr kumimoji="1" lang="en-US" altLang="ja-JP" sz="1200" dirty="0">
                        <a:solidFill>
                          <a:srgbClr val="CE4D44">
                            <a:alpha val="85000"/>
                          </a:srgbClr>
                        </a:solidFill>
                        <a:latin typeface="源ノ角ゴシック JP" panose="020B0500000000000000" pitchFamily="34" charset="-128"/>
                        <a:ea typeface="源ノ角ゴシック JP" panose="020B0500000000000000" pitchFamily="34" charset="-128"/>
                      </a:rPr>
                      <a:t>21%</a:t>
                    </a:r>
                    <a:r>
                      <a:rPr kumimoji="1" lang="en-US" altLang="ja-JP" sz="1200" dirty="0">
                        <a:solidFill>
                          <a:schemeClr val="bg2">
                            <a:lumMod val="75000"/>
                          </a:schemeClr>
                        </a:solidFill>
                        <a:latin typeface="源ノ角ゴシック JP" panose="020B0500000000000000" pitchFamily="34" charset="-128"/>
                        <a:ea typeface="源ノ角ゴシック JP" panose="020B0500000000000000" pitchFamily="34" charset="-128"/>
                      </a:rPr>
                      <a:t> </a:t>
                    </a:r>
                    <a:r>
                      <a:rPr kumimoji="1" lang="en-US" altLang="ja-JP" sz="10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t>[2]</a:t>
                    </a:r>
                    <a:r>
                      <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t> </a:t>
                    </a:r>
                    <a:endPar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endParaRPr>
                  </a:p>
                </p:txBody>
              </p:sp>
              <p:sp>
                <p:nvSpPr>
                  <p:cNvPr id="9" name="テキスト ボックス 8">
                    <a:extLst>
                      <a:ext uri="{FF2B5EF4-FFF2-40B4-BE49-F238E27FC236}">
                        <a16:creationId xmlns:a16="http://schemas.microsoft.com/office/drawing/2014/main" id="{802C3DA9-DF11-00BB-A12A-7787022E12B7}"/>
                      </a:ext>
                    </a:extLst>
                  </p:cNvPr>
                  <p:cNvSpPr txBox="1"/>
                  <p:nvPr/>
                </p:nvSpPr>
                <p:spPr>
                  <a:xfrm>
                    <a:off x="4972599" y="3651955"/>
                    <a:ext cx="3553473" cy="302199"/>
                  </a:xfrm>
                  <a:prstGeom prst="rect">
                    <a:avLst/>
                  </a:prstGeom>
                  <a:noFill/>
                </p:spPr>
                <p:txBody>
                  <a:bodyPr wrap="square">
                    <a:spAutoFit/>
                  </a:bodyPr>
                  <a:lstStyle/>
                  <a:p>
                    <a:pPr>
                      <a:lnSpc>
                        <a:spcPts val="1800"/>
                      </a:lnSpc>
                      <a:defRPr/>
                    </a:pP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現在のニーズの大きさは</a:t>
                    </a:r>
                    <a:r>
                      <a:rPr kumimoji="1" lang="ja-JP" altLang="en-US" sz="1200">
                        <a:solidFill>
                          <a:srgbClr val="CF6F19">
                            <a:alpha val="85000"/>
                          </a:srgbClr>
                        </a:solidFill>
                        <a:latin typeface="源ノ角ゴシック JP" panose="020B0500000000000000" pitchFamily="34" charset="-128"/>
                        <a:ea typeface="源ノ角ゴシック JP" panose="020B0500000000000000" pitchFamily="34" charset="-128"/>
                      </a:rPr>
                      <a:t>「中程度」</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と評価される</a:t>
                    </a:r>
                  </a:p>
                </p:txBody>
              </p:sp>
            </p:grpSp>
          </p:grpSp>
          <p:grpSp>
            <p:nvGrpSpPr>
              <p:cNvPr id="22" name="グループ化 21">
                <a:extLst>
                  <a:ext uri="{FF2B5EF4-FFF2-40B4-BE49-F238E27FC236}">
                    <a16:creationId xmlns:a16="http://schemas.microsoft.com/office/drawing/2014/main" id="{EFC7A47A-5BCC-D96D-BD02-9E44E28A967A}"/>
                  </a:ext>
                </a:extLst>
              </p:cNvPr>
              <p:cNvGrpSpPr/>
              <p:nvPr/>
            </p:nvGrpSpPr>
            <p:grpSpPr>
              <a:xfrm>
                <a:off x="2130172" y="4032620"/>
                <a:ext cx="4008962" cy="2383591"/>
                <a:chOff x="4931035" y="4327346"/>
                <a:chExt cx="4008962" cy="2383591"/>
              </a:xfrm>
            </p:grpSpPr>
            <p:sp>
              <p:nvSpPr>
                <p:cNvPr id="34" name="テキスト ボックス 33">
                  <a:extLst>
                    <a:ext uri="{FF2B5EF4-FFF2-40B4-BE49-F238E27FC236}">
                      <a16:creationId xmlns:a16="http://schemas.microsoft.com/office/drawing/2014/main" id="{28E2D262-4B68-17D9-CFEF-CE768DB93E1D}"/>
                    </a:ext>
                  </a:extLst>
                </p:cNvPr>
                <p:cNvSpPr txBox="1"/>
                <p:nvPr/>
              </p:nvSpPr>
              <p:spPr>
                <a:xfrm>
                  <a:off x="4931035" y="4327346"/>
                  <a:ext cx="3313481" cy="333681"/>
                </a:xfrm>
                <a:prstGeom prst="rect">
                  <a:avLst/>
                </a:prstGeom>
                <a:noFill/>
              </p:spPr>
              <p:txBody>
                <a:bodyPr wrap="square">
                  <a:spAutoFit/>
                </a:bodyPr>
                <a:lstStyle/>
                <a:p>
                  <a:pPr>
                    <a:lnSpc>
                      <a:spcPts val="2020"/>
                    </a:lnSpc>
                    <a:defRPr/>
                  </a:pPr>
                  <a:r>
                    <a:rPr kumimoji="1" lang="ja-JP" altLang="en-US" sz="1600" b="1" spc="30">
                      <a:solidFill>
                        <a:schemeClr val="bg2">
                          <a:lumMod val="25000"/>
                        </a:schemeClr>
                      </a:solidFill>
                      <a:latin typeface="源ノ角ゴシック JP" panose="020B0500000000000000" pitchFamily="34" charset="-128"/>
                      <a:ea typeface="源ノ角ゴシック JP" panose="020B0500000000000000" pitchFamily="34" charset="-128"/>
                    </a:rPr>
                    <a:t>健康ニーズの変化を評価する方法</a:t>
                  </a:r>
                  <a:endParaRPr kumimoji="1" lang="en-US" altLang="ja-JP" sz="1600" b="1" spc="30" dirty="0">
                    <a:solidFill>
                      <a:schemeClr val="bg2">
                        <a:lumMod val="25000"/>
                      </a:schemeClr>
                    </a:solidFill>
                    <a:latin typeface="源ノ角ゴシック JP" panose="020B0500000000000000" pitchFamily="34" charset="-128"/>
                    <a:ea typeface="源ノ角ゴシック JP" panose="020B0500000000000000" pitchFamily="34" charset="-128"/>
                  </a:endParaRPr>
                </a:p>
              </p:txBody>
            </p:sp>
            <p:grpSp>
              <p:nvGrpSpPr>
                <p:cNvPr id="15" name="グループ化 14">
                  <a:extLst>
                    <a:ext uri="{FF2B5EF4-FFF2-40B4-BE49-F238E27FC236}">
                      <a16:creationId xmlns:a16="http://schemas.microsoft.com/office/drawing/2014/main" id="{413F7326-438A-75A7-ECD7-5B249B11FEA5}"/>
                    </a:ext>
                  </a:extLst>
                </p:cNvPr>
                <p:cNvGrpSpPr/>
                <p:nvPr/>
              </p:nvGrpSpPr>
              <p:grpSpPr>
                <a:xfrm>
                  <a:off x="4972600" y="4695317"/>
                  <a:ext cx="3967397" cy="1109295"/>
                  <a:chOff x="4972600" y="4734822"/>
                  <a:chExt cx="3967397" cy="1109295"/>
                </a:xfrm>
              </p:grpSpPr>
              <p:sp>
                <p:nvSpPr>
                  <p:cNvPr id="12" name="テキスト ボックス 11">
                    <a:extLst>
                      <a:ext uri="{FF2B5EF4-FFF2-40B4-BE49-F238E27FC236}">
                        <a16:creationId xmlns:a16="http://schemas.microsoft.com/office/drawing/2014/main" id="{6A4ED74B-1B66-E606-CE20-F26AC6B36EDB}"/>
                      </a:ext>
                    </a:extLst>
                  </p:cNvPr>
                  <p:cNvSpPr txBox="1"/>
                  <p:nvPr/>
                </p:nvSpPr>
                <p:spPr>
                  <a:xfrm>
                    <a:off x="4972600" y="4734822"/>
                    <a:ext cx="3967397" cy="835934"/>
                  </a:xfrm>
                  <a:prstGeom prst="rect">
                    <a:avLst/>
                  </a:prstGeom>
                  <a:noFill/>
                </p:spPr>
                <p:txBody>
                  <a:bodyPr wrap="square">
                    <a:spAutoFit/>
                  </a:bodyPr>
                  <a:lstStyle/>
                  <a:p>
                    <a:pPr>
                      <a:lnSpc>
                        <a:spcPts val="1980"/>
                      </a:lnSpc>
                      <a:defRPr/>
                    </a:pP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 過去時点（</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2010</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年頃）から現在（</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2024</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年頃）への</a:t>
                    </a:r>
                    <a:endPar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u="sng">
                        <a:solidFill>
                          <a:srgbClr val="DCD8DC">
                            <a:lumMod val="25000"/>
                          </a:srgbClr>
                        </a:solidFill>
                        <a:latin typeface="源ノ角ゴシック JP" panose="020B0500000000000000" pitchFamily="34" charset="-128"/>
                        <a:ea typeface="源ノ角ゴシック JP" panose="020B0500000000000000" pitchFamily="34" charset="-128"/>
                      </a:rPr>
                      <a:t>該当者割合の変化量</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を算出し、　</a:t>
                    </a:r>
                    <a:endPar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その値に基づき、ニーズ変化の方向性を評価する</a:t>
                    </a:r>
                    <a:endPar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4" name="テキスト ボックス 13">
                    <a:extLst>
                      <a:ext uri="{FF2B5EF4-FFF2-40B4-BE49-F238E27FC236}">
                        <a16:creationId xmlns:a16="http://schemas.microsoft.com/office/drawing/2014/main" id="{93C3BF67-4683-A9B0-586A-4BF3DEEE3BD3}"/>
                      </a:ext>
                    </a:extLst>
                  </p:cNvPr>
                  <p:cNvSpPr txBox="1"/>
                  <p:nvPr/>
                </p:nvSpPr>
                <p:spPr>
                  <a:xfrm>
                    <a:off x="5072976" y="5551729"/>
                    <a:ext cx="1793019" cy="292388"/>
                  </a:xfrm>
                  <a:prstGeom prst="rect">
                    <a:avLst/>
                  </a:prstGeom>
                  <a:noFill/>
                </p:spPr>
                <p:txBody>
                  <a:bodyPr wrap="square">
                    <a:spAutoFit/>
                  </a:bodyPr>
                  <a:lstStyle/>
                  <a:p>
                    <a:pPr>
                      <a:defRPr/>
                    </a:pP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a:solidFill>
                          <a:srgbClr val="9564B2"/>
                        </a:solidFill>
                        <a:latin typeface="源ノ角ゴシック JP" panose="020B0500000000000000" pitchFamily="34" charset="-128"/>
                        <a:ea typeface="源ノ角ゴシック JP" panose="020B0500000000000000" pitchFamily="34" charset="-128"/>
                      </a:rPr>
                      <a:t>↑</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250">
                        <a:solidFill>
                          <a:srgbClr val="9564B2"/>
                        </a:solidFill>
                        <a:latin typeface="源ノ角ゴシック JP" panose="020B0500000000000000" pitchFamily="34" charset="-128"/>
                        <a:ea typeface="源ノ角ゴシック JP" panose="020B0500000000000000" pitchFamily="34" charset="-128"/>
                      </a:rPr>
                      <a:t>→</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250">
                        <a:solidFill>
                          <a:srgbClr val="9564B2"/>
                        </a:solidFill>
                        <a:latin typeface="源ノ角ゴシック JP" panose="020B0500000000000000" pitchFamily="34" charset="-128"/>
                        <a:ea typeface="源ノ角ゴシック JP" panose="020B0500000000000000" pitchFamily="34" charset="-128"/>
                      </a:rPr>
                      <a:t>↓</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25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12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sp>
              <p:nvSpPr>
                <p:cNvPr id="16" name="テキスト ボックス 15">
                  <a:extLst>
                    <a:ext uri="{FF2B5EF4-FFF2-40B4-BE49-F238E27FC236}">
                      <a16:creationId xmlns:a16="http://schemas.microsoft.com/office/drawing/2014/main" id="{426DD056-7E46-D789-6AF4-C5AF8D39802F}"/>
                    </a:ext>
                  </a:extLst>
                </p:cNvPr>
                <p:cNvSpPr txBox="1"/>
                <p:nvPr/>
              </p:nvSpPr>
              <p:spPr>
                <a:xfrm>
                  <a:off x="4972600" y="6152259"/>
                  <a:ext cx="3967396" cy="302199"/>
                </a:xfrm>
                <a:prstGeom prst="rect">
                  <a:avLst/>
                </a:prstGeom>
                <a:noFill/>
              </p:spPr>
              <p:txBody>
                <a:bodyPr wrap="square">
                  <a:spAutoFit/>
                </a:bodyPr>
                <a:lstStyle/>
                <a:p>
                  <a:pPr>
                    <a:lnSpc>
                      <a:spcPts val="1800"/>
                    </a:lnSpc>
                    <a:defRPr/>
                  </a:pP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過去時点から現在への変化：</a:t>
                  </a:r>
                  <a:r>
                    <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t>21 – 19.5 = </a:t>
                  </a:r>
                  <a:r>
                    <a:rPr kumimoji="1" lang="en-US" altLang="ja-JP" sz="1200" dirty="0">
                      <a:solidFill>
                        <a:srgbClr val="CE4D44">
                          <a:alpha val="85000"/>
                        </a:srgbClr>
                      </a:solidFill>
                      <a:latin typeface="源ノ角ゴシック JP" panose="020B0500000000000000" pitchFamily="34" charset="-128"/>
                      <a:ea typeface="源ノ角ゴシック JP" panose="020B0500000000000000" pitchFamily="34" charset="-128"/>
                    </a:rPr>
                    <a:t>1.5 pt </a:t>
                  </a:r>
                  <a:r>
                    <a:rPr kumimoji="1" lang="ja-JP" altLang="en-US" sz="1200">
                      <a:solidFill>
                        <a:srgbClr val="CE4D44">
                          <a:alpha val="85000"/>
                        </a:srgbClr>
                      </a:solidFill>
                      <a:latin typeface="源ノ角ゴシック JP" panose="020B0500000000000000" pitchFamily="34" charset="-128"/>
                      <a:ea typeface="源ノ角ゴシック JP" panose="020B0500000000000000" pitchFamily="34" charset="-128"/>
                    </a:rPr>
                    <a:t>上昇</a:t>
                  </a:r>
                </a:p>
              </p:txBody>
            </p:sp>
            <p:sp>
              <p:nvSpPr>
                <p:cNvPr id="17" name="テキスト ボックス 16">
                  <a:extLst>
                    <a:ext uri="{FF2B5EF4-FFF2-40B4-BE49-F238E27FC236}">
                      <a16:creationId xmlns:a16="http://schemas.microsoft.com/office/drawing/2014/main" id="{A5158C93-0E51-D681-33B8-D38E10CA0F3A}"/>
                    </a:ext>
                  </a:extLst>
                </p:cNvPr>
                <p:cNvSpPr txBox="1"/>
                <p:nvPr/>
              </p:nvSpPr>
              <p:spPr>
                <a:xfrm>
                  <a:off x="4972600" y="6408738"/>
                  <a:ext cx="3313481" cy="302199"/>
                </a:xfrm>
                <a:prstGeom prst="rect">
                  <a:avLst/>
                </a:prstGeom>
                <a:noFill/>
              </p:spPr>
              <p:txBody>
                <a:bodyPr wrap="square">
                  <a:spAutoFit/>
                </a:bodyPr>
                <a:lstStyle/>
                <a:p>
                  <a:pPr>
                    <a:lnSpc>
                      <a:spcPts val="1800"/>
                    </a:lnSpc>
                    <a:defRPr/>
                  </a:pP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過去からの変化は</a:t>
                  </a:r>
                  <a:r>
                    <a:rPr kumimoji="1" lang="ja-JP" altLang="en-US" sz="1200">
                      <a:solidFill>
                        <a:srgbClr val="9564B1">
                          <a:alpha val="90000"/>
                        </a:srgbClr>
                      </a:solidFill>
                      <a:latin typeface="源ノ角ゴシック JP" panose="020B0500000000000000" pitchFamily="34" charset="-128"/>
                      <a:ea typeface="源ノ角ゴシック JP" panose="020B0500000000000000" pitchFamily="34" charset="-128"/>
                    </a:rPr>
                    <a:t>「→」</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と評価する</a:t>
                  </a:r>
                </a:p>
              </p:txBody>
            </p:sp>
            <p:sp>
              <p:nvSpPr>
                <p:cNvPr id="21" name="テキスト ボックス 20">
                  <a:extLst>
                    <a:ext uri="{FF2B5EF4-FFF2-40B4-BE49-F238E27FC236}">
                      <a16:creationId xmlns:a16="http://schemas.microsoft.com/office/drawing/2014/main" id="{AFB53878-C2EB-AB24-41B2-A3DF052DE3C1}"/>
                    </a:ext>
                  </a:extLst>
                </p:cNvPr>
                <p:cNvSpPr txBox="1"/>
                <p:nvPr/>
              </p:nvSpPr>
              <p:spPr>
                <a:xfrm>
                  <a:off x="4972599" y="5897433"/>
                  <a:ext cx="3611330" cy="302199"/>
                </a:xfrm>
                <a:prstGeom prst="rect">
                  <a:avLst/>
                </a:prstGeom>
                <a:noFill/>
              </p:spPr>
              <p:txBody>
                <a:bodyPr wrap="square">
                  <a:spAutoFit/>
                </a:bodyPr>
                <a:lstStyle/>
                <a:p>
                  <a:pPr>
                    <a:lnSpc>
                      <a:spcPts val="1800"/>
                    </a:lnSpc>
                    <a:defRPr/>
                  </a:pP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過去時点（</a:t>
                  </a:r>
                  <a:r>
                    <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t>2010</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年</a:t>
                  </a:r>
                  <a:r>
                    <a:rPr kumimoji="1" lang="ja-JP" altLang="en"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a:t>
                  </a:r>
                  <a:r>
                    <a:rPr kumimoji="1" lang="ja-JP" altLang="en-US" sz="1200">
                      <a:solidFill>
                        <a:schemeClr val="tx1">
                          <a:lumMod val="50000"/>
                          <a:lumOff val="50000"/>
                        </a:schemeClr>
                      </a:solidFill>
                      <a:latin typeface="源ノ角ゴシック JP" panose="020B0500000000000000" pitchFamily="34" charset="-128"/>
                      <a:ea typeface="源ノ角ゴシック JP" panose="020B0500000000000000" pitchFamily="34" charset="-128"/>
                    </a:rPr>
                    <a:t>での該当者の割合：</a:t>
                  </a:r>
                  <a:r>
                    <a:rPr kumimoji="1" lang="en-US" altLang="ja-JP" sz="12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t>19.5% </a:t>
                  </a:r>
                  <a:r>
                    <a:rPr kumimoji="1" lang="en-US" altLang="ja-JP" sz="1000" dirty="0">
                      <a:solidFill>
                        <a:schemeClr val="tx1">
                          <a:lumMod val="50000"/>
                          <a:lumOff val="50000"/>
                        </a:schemeClr>
                      </a:solidFill>
                      <a:latin typeface="源ノ角ゴシック JP" panose="020B0500000000000000" pitchFamily="34" charset="-128"/>
                      <a:ea typeface="源ノ角ゴシック JP" panose="020B0500000000000000" pitchFamily="34" charset="-128"/>
                    </a:rPr>
                    <a:t>[1] </a:t>
                  </a:r>
                  <a:endParaRPr kumimoji="1" lang="ja-JP" altLang="en-US" sz="1000">
                    <a:solidFill>
                      <a:schemeClr val="tx1">
                        <a:lumMod val="50000"/>
                        <a:lumOff val="50000"/>
                      </a:schemeClr>
                    </a:solidFill>
                    <a:latin typeface="源ノ角ゴシック JP" panose="020B0500000000000000" pitchFamily="34" charset="-128"/>
                    <a:ea typeface="源ノ角ゴシック JP" panose="020B0500000000000000" pitchFamily="34" charset="-128"/>
                  </a:endParaRPr>
                </a:p>
              </p:txBody>
            </p:sp>
          </p:grpSp>
          <p:grpSp>
            <p:nvGrpSpPr>
              <p:cNvPr id="30" name="グループ化 29">
                <a:extLst>
                  <a:ext uri="{FF2B5EF4-FFF2-40B4-BE49-F238E27FC236}">
                    <a16:creationId xmlns:a16="http://schemas.microsoft.com/office/drawing/2014/main" id="{DB5F7BB8-7071-97C7-CC3B-82EE8D65F9E4}"/>
                  </a:ext>
                </a:extLst>
              </p:cNvPr>
              <p:cNvGrpSpPr/>
              <p:nvPr/>
            </p:nvGrpSpPr>
            <p:grpSpPr>
              <a:xfrm>
                <a:off x="6771533" y="1277140"/>
                <a:ext cx="2875527" cy="786512"/>
                <a:chOff x="6550305" y="2543149"/>
                <a:chExt cx="2875527" cy="786512"/>
              </a:xfrm>
            </p:grpSpPr>
            <p:pic>
              <p:nvPicPr>
                <p:cNvPr id="23" name="図 22">
                  <a:extLst>
                    <a:ext uri="{FF2B5EF4-FFF2-40B4-BE49-F238E27FC236}">
                      <a16:creationId xmlns:a16="http://schemas.microsoft.com/office/drawing/2014/main" id="{7E549646-971E-B347-A415-6F6FBE1CC5B9}"/>
                    </a:ext>
                  </a:extLst>
                </p:cNvPr>
                <p:cNvPicPr>
                  <a:picLocks noChangeAspect="1"/>
                </p:cNvPicPr>
                <p:nvPr/>
              </p:nvPicPr>
              <p:blipFill>
                <a:blip r:embed="rId3"/>
                <a:srcRect t="3391" r="687" b="2798"/>
                <a:stretch>
                  <a:fillRect/>
                </a:stretch>
              </p:blipFill>
              <p:spPr>
                <a:xfrm>
                  <a:off x="6550305" y="2543149"/>
                  <a:ext cx="2812443" cy="786512"/>
                </a:xfrm>
                <a:prstGeom prst="rect">
                  <a:avLst/>
                </a:prstGeom>
                <a:effectLst>
                  <a:glow rad="12700">
                    <a:schemeClr val="tx1">
                      <a:lumMod val="50000"/>
                      <a:lumOff val="50000"/>
                    </a:schemeClr>
                  </a:glow>
                </a:effectLst>
              </p:spPr>
            </p:pic>
            <p:sp>
              <p:nvSpPr>
                <p:cNvPr id="24" name="円/楕円 23">
                  <a:extLst>
                    <a:ext uri="{FF2B5EF4-FFF2-40B4-BE49-F238E27FC236}">
                      <a16:creationId xmlns:a16="http://schemas.microsoft.com/office/drawing/2014/main" id="{5BE0DE37-CA28-2A0C-8232-BD4DEBE8F435}"/>
                    </a:ext>
                  </a:extLst>
                </p:cNvPr>
                <p:cNvSpPr/>
                <p:nvPr/>
              </p:nvSpPr>
              <p:spPr>
                <a:xfrm>
                  <a:off x="8857867" y="2599645"/>
                  <a:ext cx="567965" cy="224883"/>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1" name="図 30">
                <a:extLst>
                  <a:ext uri="{FF2B5EF4-FFF2-40B4-BE49-F238E27FC236}">
                    <a16:creationId xmlns:a16="http://schemas.microsoft.com/office/drawing/2014/main" id="{A3880F2D-5D78-FDDD-5DAD-BA7F0713EBA2}"/>
                  </a:ext>
                </a:extLst>
              </p:cNvPr>
              <p:cNvPicPr>
                <a:picLocks noChangeAspect="1"/>
              </p:cNvPicPr>
              <p:nvPr/>
            </p:nvPicPr>
            <p:blipFill>
              <a:blip r:embed="rId4"/>
              <a:srcRect l="3420" t="3471" r="5515" b="4067"/>
              <a:stretch>
                <a:fillRect/>
              </a:stretch>
            </p:blipFill>
            <p:spPr>
              <a:xfrm>
                <a:off x="6745415" y="2484413"/>
                <a:ext cx="2810958" cy="1918302"/>
              </a:xfrm>
              <a:prstGeom prst="rect">
                <a:avLst/>
              </a:prstGeom>
              <a:effectLst>
                <a:glow rad="12700">
                  <a:schemeClr val="tx1">
                    <a:lumMod val="50000"/>
                    <a:lumOff val="50000"/>
                  </a:schemeClr>
                </a:glow>
              </a:effectLst>
            </p:spPr>
          </p:pic>
          <p:pic>
            <p:nvPicPr>
              <p:cNvPr id="35" name="図 34">
                <a:extLst>
                  <a:ext uri="{FF2B5EF4-FFF2-40B4-BE49-F238E27FC236}">
                    <a16:creationId xmlns:a16="http://schemas.microsoft.com/office/drawing/2014/main" id="{4F2B4A58-F794-95E6-4AF2-27E39BB7D1AF}"/>
                  </a:ext>
                </a:extLst>
              </p:cNvPr>
              <p:cNvPicPr>
                <a:picLocks noChangeAspect="1"/>
              </p:cNvPicPr>
              <p:nvPr/>
            </p:nvPicPr>
            <p:blipFill>
              <a:blip r:embed="rId5"/>
              <a:srcRect l="3918" t="3443" r="3918" b="5538"/>
              <a:stretch>
                <a:fillRect/>
              </a:stretch>
            </p:blipFill>
            <p:spPr>
              <a:xfrm>
                <a:off x="6745415" y="4699118"/>
                <a:ext cx="2810958" cy="1717093"/>
              </a:xfrm>
              <a:prstGeom prst="rect">
                <a:avLst/>
              </a:prstGeom>
              <a:effectLst>
                <a:glow rad="12700">
                  <a:schemeClr val="tx1">
                    <a:lumMod val="50000"/>
                    <a:lumOff val="50000"/>
                  </a:schemeClr>
                </a:glow>
              </a:effectLst>
            </p:spPr>
          </p:pic>
        </p:grpSp>
        <p:sp>
          <p:nvSpPr>
            <p:cNvPr id="38" name="テキスト ボックス 37">
              <a:extLst>
                <a:ext uri="{FF2B5EF4-FFF2-40B4-BE49-F238E27FC236}">
                  <a16:creationId xmlns:a16="http://schemas.microsoft.com/office/drawing/2014/main" id="{1B8F7937-F094-2013-71AE-6E20566C74EE}"/>
                </a:ext>
              </a:extLst>
            </p:cNvPr>
            <p:cNvSpPr txBox="1"/>
            <p:nvPr/>
          </p:nvSpPr>
          <p:spPr>
            <a:xfrm>
              <a:off x="6662598" y="2080288"/>
              <a:ext cx="3042576" cy="215444"/>
            </a:xfrm>
            <a:prstGeom prst="rect">
              <a:avLst/>
            </a:prstGeom>
            <a:noFill/>
          </p:spPr>
          <p:txBody>
            <a:bodyPr wrap="square">
              <a:spAutoFit/>
            </a:bodyPr>
            <a:lstStyle/>
            <a:p>
              <a:r>
                <a:rPr kumimoji="1" lang="en-US" altLang="ja-JP" sz="800" b="0" i="0" u="none" strike="noStrike" kern="1200" cap="none" spc="20" normalizeH="0" baseline="0" noProof="0" dirty="0">
                  <a:ln>
                    <a:noFill/>
                  </a:ln>
                  <a:solidFill>
                    <a:prstClr val="black">
                      <a:lumMod val="50000"/>
                      <a:lumOff val="50000"/>
                      <a:alpha val="90000"/>
                    </a:prstClr>
                  </a:solidFill>
                  <a:effectLst/>
                  <a:uLnTx/>
                  <a:uFillTx/>
                  <a:latin typeface="源ノ角ゴシック JP" panose="020B0500000000000000" pitchFamily="34" charset="-128"/>
                  <a:ea typeface="源ノ角ゴシック JP" panose="020B0500000000000000" pitchFamily="34" charset="-128"/>
                  <a:cs typeface="+mn-cs"/>
                </a:rPr>
                <a:t>[2] </a:t>
              </a:r>
              <a:r>
                <a:rPr kumimoji="1" lang="ja-JP" altLang="en-US" sz="800" b="0" i="0" u="none" strike="noStrike" kern="1200" cap="none" spc="20" normalizeH="0" baseline="0" noProof="0">
                  <a:ln>
                    <a:noFill/>
                  </a:ln>
                  <a:solidFill>
                    <a:prstClr val="black">
                      <a:lumMod val="50000"/>
                      <a:lumOff val="50000"/>
                      <a:alpha val="90000"/>
                    </a:prstClr>
                  </a:solidFill>
                  <a:effectLst/>
                  <a:uLnTx/>
                  <a:uFillTx/>
                  <a:latin typeface="源ノ角ゴシック JP" panose="020B0500000000000000" pitchFamily="34" charset="-128"/>
                  <a:ea typeface="源ノ角ゴシック JP" panose="020B0500000000000000" pitchFamily="34" charset="-128"/>
                  <a:cs typeface="+mn-cs"/>
                </a:rPr>
                <a:t>厚生労働省「令和</a:t>
              </a:r>
              <a:r>
                <a:rPr kumimoji="1" lang="en-US" altLang="ja-JP" sz="800" b="0" i="0" u="none" strike="noStrike" kern="1200" cap="none" spc="20" normalizeH="0" baseline="0" noProof="0" dirty="0">
                  <a:ln>
                    <a:noFill/>
                  </a:ln>
                  <a:solidFill>
                    <a:prstClr val="black">
                      <a:lumMod val="50000"/>
                      <a:lumOff val="50000"/>
                      <a:alpha val="90000"/>
                    </a:prstClr>
                  </a:solidFill>
                  <a:effectLst/>
                  <a:uLnTx/>
                  <a:uFillTx/>
                  <a:latin typeface="源ノ角ゴシック JP" panose="020B0500000000000000" pitchFamily="34" charset="-128"/>
                  <a:ea typeface="源ノ角ゴシック JP" panose="020B0500000000000000" pitchFamily="34" charset="-128"/>
                  <a:cs typeface="+mn-cs"/>
                </a:rPr>
                <a:t>6</a:t>
              </a:r>
              <a:r>
                <a:rPr kumimoji="1" lang="ja-JP" altLang="en-US" sz="800" b="0" i="0" u="none" strike="noStrike" kern="1200" cap="none" spc="20" normalizeH="0" baseline="0" noProof="0">
                  <a:ln>
                    <a:noFill/>
                  </a:ln>
                  <a:solidFill>
                    <a:prstClr val="black">
                      <a:lumMod val="50000"/>
                      <a:lumOff val="50000"/>
                      <a:alpha val="90000"/>
                    </a:prstClr>
                  </a:solidFill>
                  <a:effectLst/>
                  <a:uLnTx/>
                  <a:uFillTx/>
                  <a:latin typeface="源ノ角ゴシック JP" panose="020B0500000000000000" pitchFamily="34" charset="-128"/>
                  <a:ea typeface="源ノ角ゴシック JP" panose="020B0500000000000000" pitchFamily="34" charset="-128"/>
                  <a:cs typeface="+mn-cs"/>
                </a:rPr>
                <a:t>年国民健康・栄養調査報告」（</a:t>
              </a:r>
              <a:r>
                <a:rPr kumimoji="1" lang="en-US" altLang="ja-JP" sz="800" b="0" i="0" u="none" strike="noStrike" kern="1200" cap="none" spc="20" normalizeH="0" baseline="0" noProof="0" dirty="0">
                  <a:ln>
                    <a:noFill/>
                  </a:ln>
                  <a:solidFill>
                    <a:prstClr val="black">
                      <a:lumMod val="50000"/>
                      <a:lumOff val="50000"/>
                      <a:alpha val="90000"/>
                    </a:prstClr>
                  </a:solidFill>
                  <a:effectLst/>
                  <a:uLnTx/>
                  <a:uFillTx/>
                  <a:latin typeface="源ノ角ゴシック JP" panose="020B0500000000000000" pitchFamily="34" charset="-128"/>
                  <a:ea typeface="源ノ角ゴシック JP" panose="020B0500000000000000" pitchFamily="34" charset="-128"/>
                  <a:cs typeface="+mn-cs"/>
                </a:rPr>
                <a:t>2026</a:t>
              </a:r>
              <a:r>
                <a:rPr kumimoji="1" lang="ja-JP" altLang="en-US" sz="800" spc="20">
                  <a:solidFill>
                    <a:prstClr val="black">
                      <a:lumMod val="50000"/>
                      <a:lumOff val="50000"/>
                      <a:alpha val="90000"/>
                    </a:prstClr>
                  </a:solidFill>
                  <a:latin typeface="源ノ角ゴシック JP" panose="020B0500000000000000" pitchFamily="34" charset="-128"/>
                  <a:ea typeface="源ノ角ゴシック JP" panose="020B0500000000000000" pitchFamily="34" charset="-128"/>
                </a:rPr>
                <a:t>）</a:t>
              </a:r>
              <a:endParaRPr lang="ja-JP" altLang="en-US"/>
            </a:p>
          </p:txBody>
        </p:sp>
      </p:grpSp>
    </p:spTree>
    <p:extLst>
      <p:ext uri="{BB962C8B-B14F-4D97-AF65-F5344CB8AC3E}">
        <p14:creationId xmlns:p14="http://schemas.microsoft.com/office/powerpoint/2010/main" val="1438508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ED894-C3A6-C913-6054-D5E95945D74F}"/>
            </a:ext>
          </a:extLst>
        </p:cNvPr>
        <p:cNvGrpSpPr/>
        <p:nvPr/>
      </p:nvGrpSpPr>
      <p:grpSpPr>
        <a:xfrm>
          <a:off x="0" y="0"/>
          <a:ext cx="0" cy="0"/>
          <a:chOff x="0" y="0"/>
          <a:chExt cx="0" cy="0"/>
        </a:xfrm>
      </p:grpSpPr>
      <p:grpSp>
        <p:nvGrpSpPr>
          <p:cNvPr id="22" name="グループ化 21">
            <a:extLst>
              <a:ext uri="{FF2B5EF4-FFF2-40B4-BE49-F238E27FC236}">
                <a16:creationId xmlns:a16="http://schemas.microsoft.com/office/drawing/2014/main" id="{C2A8CCEB-30C1-A3A9-0CED-56E072E43732}"/>
              </a:ext>
            </a:extLst>
          </p:cNvPr>
          <p:cNvGrpSpPr/>
          <p:nvPr/>
        </p:nvGrpSpPr>
        <p:grpSpPr>
          <a:xfrm>
            <a:off x="1352669" y="1225227"/>
            <a:ext cx="3775296" cy="1474507"/>
            <a:chOff x="779881" y="810770"/>
            <a:chExt cx="3775296" cy="1474507"/>
          </a:xfrm>
        </p:grpSpPr>
        <p:sp>
          <p:nvSpPr>
            <p:cNvPr id="5" name="テキスト ボックス 4">
              <a:extLst>
                <a:ext uri="{FF2B5EF4-FFF2-40B4-BE49-F238E27FC236}">
                  <a16:creationId xmlns:a16="http://schemas.microsoft.com/office/drawing/2014/main" id="{79EAA34C-179D-1E4A-D7D8-37675CB651D6}"/>
                </a:ext>
              </a:extLst>
            </p:cNvPr>
            <p:cNvSpPr txBox="1"/>
            <p:nvPr/>
          </p:nvSpPr>
          <p:spPr>
            <a:xfrm>
              <a:off x="813980" y="1159584"/>
              <a:ext cx="3741197" cy="1125693"/>
            </a:xfrm>
            <a:prstGeom prst="rect">
              <a:avLst/>
            </a:prstGeom>
            <a:noFill/>
          </p:spPr>
          <p:txBody>
            <a:bodyPr wrap="square">
              <a:spAutoFit/>
            </a:bodyPr>
            <a:lstStyle/>
            <a:p>
              <a:pPr>
                <a:lnSpc>
                  <a:spcPts val="2780"/>
                </a:lnSpc>
                <a:defRPr/>
              </a:pPr>
              <a:r>
                <a:rPr kumimoji="1" lang="ja-JP" altLang="en-US" sz="1500">
                  <a:solidFill>
                    <a:srgbClr val="DCD8DC">
                      <a:lumMod val="25000"/>
                    </a:srgbClr>
                  </a:solidFill>
                  <a:latin typeface="源ノ角ゴシック JP" panose="020B0500000000000000" pitchFamily="34" charset="-128"/>
                  <a:ea typeface="源ノ角ゴシック JP" panose="020B0500000000000000" pitchFamily="34" charset="-128"/>
                </a:rPr>
                <a:t>・「栄養バランスを</a:t>
              </a:r>
              <a:r>
                <a:rPr kumimoji="1" lang="ja-JP" altLang="en-US" sz="1500">
                  <a:solidFill>
                    <a:srgbClr val="599975"/>
                  </a:solidFill>
                  <a:latin typeface="源ノ角ゴシック JP" panose="020B0500000000000000" pitchFamily="34" charset="-128"/>
                  <a:ea typeface="源ノ角ゴシック JP" panose="020B0500000000000000" pitchFamily="34" charset="-128"/>
                </a:rPr>
                <a:t>調整したい</a:t>
              </a:r>
              <a:r>
                <a:rPr kumimoji="1" lang="ja-JP" altLang="en-US" sz="1500">
                  <a:solidFill>
                    <a:srgbClr val="DCD8DC">
                      <a:lumMod val="25000"/>
                    </a:srgbClr>
                  </a:solidFill>
                  <a:latin typeface="源ノ角ゴシック JP" panose="020B0500000000000000" pitchFamily="34" charset="-128"/>
                  <a:ea typeface="源ノ角ゴシック JP" panose="020B0500000000000000" pitchFamily="34" charset="-128"/>
                </a:rPr>
                <a:t>」ニーズ</a:t>
              </a:r>
              <a:endParaRPr kumimoji="1" lang="en-US" altLang="ja-JP" sz="150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780"/>
                </a:lnSpc>
                <a:defRPr/>
              </a:pPr>
              <a:r>
                <a:rPr kumimoji="1" lang="ja-JP" altLang="en-US" sz="1500">
                  <a:solidFill>
                    <a:srgbClr val="DCD8DC">
                      <a:lumMod val="25000"/>
                    </a:srgbClr>
                  </a:solidFill>
                  <a:latin typeface="源ノ角ゴシック JP" panose="020B0500000000000000" pitchFamily="34" charset="-128"/>
                  <a:ea typeface="源ノ角ゴシック JP" panose="020B0500000000000000" pitchFamily="34" charset="-128"/>
                </a:rPr>
                <a:t>・「エネルギーを</a:t>
              </a:r>
              <a:r>
                <a:rPr kumimoji="1" lang="ja-JP" altLang="en-US" sz="1500">
                  <a:solidFill>
                    <a:srgbClr val="CE4D44"/>
                  </a:solidFill>
                  <a:latin typeface="源ノ角ゴシック JP" panose="020B0500000000000000" pitchFamily="34" charset="-128"/>
                  <a:ea typeface="源ノ角ゴシック JP" panose="020B0500000000000000" pitchFamily="34" charset="-128"/>
                </a:rPr>
                <a:t>減らしたい</a:t>
              </a:r>
              <a:r>
                <a:rPr kumimoji="1" lang="ja-JP" altLang="en-US" sz="1500">
                  <a:solidFill>
                    <a:srgbClr val="DCD8DC">
                      <a:lumMod val="25000"/>
                    </a:srgbClr>
                  </a:solidFill>
                  <a:latin typeface="源ノ角ゴシック JP" panose="020B0500000000000000" pitchFamily="34" charset="-128"/>
                  <a:ea typeface="源ノ角ゴシック JP" panose="020B0500000000000000" pitchFamily="34" charset="-128"/>
                </a:rPr>
                <a:t>」ニーズ</a:t>
              </a:r>
              <a:endParaRPr kumimoji="1" lang="en-US" altLang="ja-JP" sz="150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780"/>
                </a:lnSpc>
                <a:defRPr/>
              </a:pPr>
              <a:r>
                <a:rPr kumimoji="1" lang="ja-JP" altLang="en-US" sz="1500">
                  <a:solidFill>
                    <a:srgbClr val="DCD8DC">
                      <a:lumMod val="25000"/>
                    </a:srgbClr>
                  </a:solidFill>
                  <a:latin typeface="源ノ角ゴシック JP" panose="020B0500000000000000" pitchFamily="34" charset="-128"/>
                  <a:ea typeface="源ノ角ゴシック JP" panose="020B0500000000000000" pitchFamily="34" charset="-128"/>
                </a:rPr>
                <a:t>・「脂質を</a:t>
              </a:r>
              <a:r>
                <a:rPr kumimoji="1" lang="ja-JP" altLang="en-US" sz="1500">
                  <a:solidFill>
                    <a:srgbClr val="CE4D44"/>
                  </a:solidFill>
                  <a:latin typeface="源ノ角ゴシック JP" panose="020B0500000000000000" pitchFamily="34" charset="-128"/>
                  <a:ea typeface="源ノ角ゴシック JP" panose="020B0500000000000000" pitchFamily="34" charset="-128"/>
                </a:rPr>
                <a:t>減らしたい</a:t>
              </a:r>
              <a:r>
                <a:rPr kumimoji="1" lang="ja-JP" altLang="en-US" sz="1500">
                  <a:solidFill>
                    <a:srgbClr val="DCD8DC">
                      <a:lumMod val="25000"/>
                    </a:srgbClr>
                  </a:solidFill>
                  <a:latin typeface="源ノ角ゴシック JP" panose="020B0500000000000000" pitchFamily="34" charset="-128"/>
                  <a:ea typeface="源ノ角ゴシック JP" panose="020B0500000000000000" pitchFamily="34" charset="-128"/>
                </a:rPr>
                <a:t>」ニーズ</a:t>
              </a:r>
              <a:endParaRPr kumimoji="1" lang="en-US" altLang="ja-JP" sz="150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8" name="テキスト ボックス 7">
              <a:extLst>
                <a:ext uri="{FF2B5EF4-FFF2-40B4-BE49-F238E27FC236}">
                  <a16:creationId xmlns:a16="http://schemas.microsoft.com/office/drawing/2014/main" id="{0912175A-F35B-621B-70CB-7BFFE6C39996}"/>
                </a:ext>
              </a:extLst>
            </p:cNvPr>
            <p:cNvSpPr txBox="1"/>
            <p:nvPr/>
          </p:nvSpPr>
          <p:spPr>
            <a:xfrm>
              <a:off x="779881" y="810770"/>
              <a:ext cx="2586680" cy="348813"/>
            </a:xfrm>
            <a:prstGeom prst="rect">
              <a:avLst/>
            </a:prstGeom>
            <a:noFill/>
          </p:spPr>
          <p:txBody>
            <a:bodyPr wrap="square">
              <a:spAutoFit/>
            </a:bodyPr>
            <a:lstStyle/>
            <a:p>
              <a:pPr>
                <a:lnSpc>
                  <a:spcPts val="2020"/>
                </a:lnSpc>
                <a:defRPr/>
              </a:pPr>
              <a:r>
                <a:rPr kumimoji="1" lang="ja-JP" altLang="en-US" sz="1700" b="1" spc="40">
                  <a:solidFill>
                    <a:schemeClr val="bg2">
                      <a:lumMod val="25000"/>
                    </a:schemeClr>
                  </a:solidFill>
                  <a:latin typeface="源ノ角ゴシック JP" panose="020B0500000000000000" pitchFamily="34" charset="-128"/>
                  <a:ea typeface="源ノ角ゴシック JP" panose="020B0500000000000000" pitchFamily="34" charset="-128"/>
                </a:rPr>
                <a:t>注力すべき健康ニーズ</a:t>
              </a:r>
              <a:endParaRPr kumimoji="1" lang="en-US" altLang="ja-JP" sz="1700" b="1" spc="40" dirty="0">
                <a:solidFill>
                  <a:schemeClr val="bg2">
                    <a:lumMod val="25000"/>
                  </a:schemeClr>
                </a:solidFill>
                <a:latin typeface="源ノ角ゴシック JP" panose="020B0500000000000000" pitchFamily="34" charset="-128"/>
                <a:ea typeface="源ノ角ゴシック JP" panose="020B0500000000000000" pitchFamily="34" charset="-128"/>
              </a:endParaRPr>
            </a:p>
          </p:txBody>
        </p:sp>
      </p:grpSp>
      <p:sp>
        <p:nvSpPr>
          <p:cNvPr id="25" name="テキスト ボックス 24">
            <a:extLst>
              <a:ext uri="{FF2B5EF4-FFF2-40B4-BE49-F238E27FC236}">
                <a16:creationId xmlns:a16="http://schemas.microsoft.com/office/drawing/2014/main" id="{12062FA4-7432-75EA-5673-977DE980E688}"/>
              </a:ext>
            </a:extLst>
          </p:cNvPr>
          <p:cNvSpPr txBox="1"/>
          <p:nvPr/>
        </p:nvSpPr>
        <p:spPr>
          <a:xfrm>
            <a:off x="223842" y="485067"/>
            <a:ext cx="9378948"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３つの健康ニーズに対するセブンイレブンの「対応」を２軸で評価する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grpSp>
        <p:nvGrpSpPr>
          <p:cNvPr id="31" name="グループ化 30">
            <a:extLst>
              <a:ext uri="{FF2B5EF4-FFF2-40B4-BE49-F238E27FC236}">
                <a16:creationId xmlns:a16="http://schemas.microsoft.com/office/drawing/2014/main" id="{28A42AE9-8196-0C81-0201-6E0202100F67}"/>
              </a:ext>
            </a:extLst>
          </p:cNvPr>
          <p:cNvGrpSpPr/>
          <p:nvPr/>
        </p:nvGrpSpPr>
        <p:grpSpPr>
          <a:xfrm>
            <a:off x="1352669" y="4204087"/>
            <a:ext cx="9486662" cy="1993238"/>
            <a:chOff x="1230210" y="4409286"/>
            <a:chExt cx="9486662" cy="1993238"/>
          </a:xfrm>
        </p:grpSpPr>
        <p:sp>
          <p:nvSpPr>
            <p:cNvPr id="18" name="テキスト ボックス 17">
              <a:extLst>
                <a:ext uri="{FF2B5EF4-FFF2-40B4-BE49-F238E27FC236}">
                  <a16:creationId xmlns:a16="http://schemas.microsoft.com/office/drawing/2014/main" id="{FE6C6C62-DF61-E4F2-E852-9F1412947C32}"/>
                </a:ext>
              </a:extLst>
            </p:cNvPr>
            <p:cNvSpPr txBox="1"/>
            <p:nvPr/>
          </p:nvSpPr>
          <p:spPr>
            <a:xfrm>
              <a:off x="1230210" y="4409286"/>
              <a:ext cx="2048767" cy="400110"/>
            </a:xfrm>
            <a:prstGeom prst="rect">
              <a:avLst/>
            </a:prstGeom>
            <a:noFill/>
          </p:spPr>
          <p:txBody>
            <a:bodyPr wrap="square">
              <a:spAutoFit/>
            </a:bodyPr>
            <a:lstStyle/>
            <a:p>
              <a:pPr>
                <a:lnSpc>
                  <a:spcPts val="2380"/>
                </a:lnSpc>
                <a:defRPr/>
              </a:pPr>
              <a:r>
                <a:rPr kumimoji="1" lang="ja-JP" altLang="en-US" sz="2000" b="1">
                  <a:solidFill>
                    <a:srgbClr val="C00000"/>
                  </a:solidFill>
                  <a:latin typeface="源ノ角ゴシック JP" panose="020B0500000000000000" pitchFamily="34" charset="-128"/>
                  <a:ea typeface="源ノ角ゴシック JP" panose="020B0500000000000000" pitchFamily="34" charset="-128"/>
                </a:rPr>
                <a:t>特定された問題</a:t>
              </a:r>
              <a:endParaRPr kumimoji="1" lang="en-US" altLang="ja-JP" sz="2000" b="1" dirty="0">
                <a:solidFill>
                  <a:srgbClr val="C00000"/>
                </a:solidFill>
                <a:latin typeface="源ノ角ゴシック JP" panose="020B0500000000000000" pitchFamily="34" charset="-128"/>
                <a:ea typeface="源ノ角ゴシック JP" panose="020B0500000000000000" pitchFamily="34" charset="-128"/>
              </a:endParaRPr>
            </a:p>
          </p:txBody>
        </p:sp>
        <p:grpSp>
          <p:nvGrpSpPr>
            <p:cNvPr id="24" name="グループ化 23">
              <a:extLst>
                <a:ext uri="{FF2B5EF4-FFF2-40B4-BE49-F238E27FC236}">
                  <a16:creationId xmlns:a16="http://schemas.microsoft.com/office/drawing/2014/main" id="{E2763E9B-8F5D-ADF7-F8CF-5902BFB90D91}"/>
                </a:ext>
              </a:extLst>
            </p:cNvPr>
            <p:cNvGrpSpPr/>
            <p:nvPr/>
          </p:nvGrpSpPr>
          <p:grpSpPr>
            <a:xfrm>
              <a:off x="1317355" y="4872617"/>
              <a:ext cx="9399517" cy="1529907"/>
              <a:chOff x="1301690" y="5022689"/>
              <a:chExt cx="9399517" cy="1529907"/>
            </a:xfrm>
          </p:grpSpPr>
          <p:sp>
            <p:nvSpPr>
              <p:cNvPr id="15" name="角丸四角形 14">
                <a:extLst>
                  <a:ext uri="{FF2B5EF4-FFF2-40B4-BE49-F238E27FC236}">
                    <a16:creationId xmlns:a16="http://schemas.microsoft.com/office/drawing/2014/main" id="{68006638-DD77-38FE-8AB7-3CC8AB80DC52}"/>
                  </a:ext>
                </a:extLst>
              </p:cNvPr>
              <p:cNvSpPr/>
              <p:nvPr/>
            </p:nvSpPr>
            <p:spPr>
              <a:xfrm>
                <a:off x="1301690" y="5022689"/>
                <a:ext cx="9399517" cy="1529907"/>
              </a:xfrm>
              <a:prstGeom prst="roundRect">
                <a:avLst/>
              </a:prstGeom>
              <a:solidFill>
                <a:srgbClr val="CE4D4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CD044B6F-1824-C97F-C6DA-0911DC16DE74}"/>
                  </a:ext>
                </a:extLst>
              </p:cNvPr>
              <p:cNvSpPr txBox="1"/>
              <p:nvPr/>
            </p:nvSpPr>
            <p:spPr>
              <a:xfrm>
                <a:off x="1459797" y="5147580"/>
                <a:ext cx="9018417" cy="1199303"/>
              </a:xfrm>
              <a:prstGeom prst="rect">
                <a:avLst/>
              </a:prstGeom>
              <a:noFill/>
            </p:spPr>
            <p:txBody>
              <a:bodyPr wrap="square">
                <a:spAutoFit/>
              </a:bodyPr>
              <a:lstStyle/>
              <a:p>
                <a:pPr>
                  <a:lnSpc>
                    <a:spcPts val="2980"/>
                  </a:lnSpc>
                  <a:defRPr/>
                </a:pPr>
                <a:r>
                  <a:rPr kumimoji="1" lang="ja-JP" altLang="en-US" sz="1550" spc="30">
                    <a:solidFill>
                      <a:srgbClr val="DCD8DC">
                        <a:lumMod val="25000"/>
                      </a:srgbClr>
                    </a:solidFill>
                    <a:latin typeface="源ノ角ゴシック JP" panose="020B0500000000000000" pitchFamily="34" charset="-128"/>
                    <a:ea typeface="源ノ角ゴシック JP" panose="020B0500000000000000" pitchFamily="34" charset="-128"/>
                  </a:rPr>
                  <a:t>・男女</a:t>
                </a:r>
                <a:r>
                  <a:rPr kumimoji="1" lang="en-US" altLang="ja-JP" sz="1550" spc="30" dirty="0">
                    <a:solidFill>
                      <a:srgbClr val="DCD8DC">
                        <a:lumMod val="25000"/>
                      </a:srgbClr>
                    </a:solidFill>
                    <a:latin typeface="源ノ角ゴシック JP" panose="020B0500000000000000" pitchFamily="34" charset="-128"/>
                    <a:ea typeface="源ノ角ゴシック JP" panose="020B0500000000000000" pitchFamily="34" charset="-128"/>
                  </a:rPr>
                  <a:t>20-30</a:t>
                </a:r>
                <a:r>
                  <a:rPr kumimoji="1" lang="ja-JP" altLang="en-US" sz="1550" spc="30">
                    <a:solidFill>
                      <a:srgbClr val="DCD8DC">
                        <a:lumMod val="25000"/>
                      </a:srgbClr>
                    </a:solidFill>
                    <a:latin typeface="源ノ角ゴシック JP" panose="020B0500000000000000" pitchFamily="34" charset="-128"/>
                    <a:ea typeface="源ノ角ゴシック JP" panose="020B0500000000000000" pitchFamily="34" charset="-128"/>
                  </a:rPr>
                  <a:t>代を中心に、「栄養バランスを</a:t>
                </a:r>
                <a:r>
                  <a:rPr kumimoji="1" lang="ja-JP" altLang="en-US" sz="1550" spc="30">
                    <a:solidFill>
                      <a:srgbClr val="599975"/>
                    </a:solidFill>
                    <a:latin typeface="源ノ角ゴシック JP" panose="020B0500000000000000" pitchFamily="34" charset="-128"/>
                    <a:ea typeface="源ノ角ゴシック JP" panose="020B0500000000000000" pitchFamily="34" charset="-128"/>
                  </a:rPr>
                  <a:t>調整したい</a:t>
                </a:r>
                <a:r>
                  <a:rPr kumimoji="1" lang="ja-JP" altLang="en-US" sz="1550" spc="30">
                    <a:solidFill>
                      <a:srgbClr val="DCD8DC">
                        <a:lumMod val="25000"/>
                      </a:srgbClr>
                    </a:solidFill>
                    <a:latin typeface="源ノ角ゴシック JP" panose="020B0500000000000000" pitchFamily="34" charset="-128"/>
                    <a:ea typeface="源ノ角ゴシック JP" panose="020B0500000000000000" pitchFamily="34" charset="-128"/>
                  </a:rPr>
                  <a:t>」ニーズに対する「対応」の</a:t>
                </a:r>
                <a:r>
                  <a:rPr kumimoji="1" lang="ja-JP" altLang="en-US" sz="1550" u="sng" spc="30">
                    <a:solidFill>
                      <a:srgbClr val="DCD8DC">
                        <a:lumMod val="25000"/>
                      </a:srgbClr>
                    </a:solidFill>
                    <a:latin typeface="源ノ角ゴシック JP" panose="020B0500000000000000" pitchFamily="34" charset="-128"/>
                    <a:ea typeface="源ノ角ゴシック JP" panose="020B0500000000000000" pitchFamily="34" charset="-128"/>
                  </a:rPr>
                  <a:t>適切さが低い</a:t>
                </a:r>
                <a:endParaRPr kumimoji="1" lang="en-US" altLang="ja-JP" sz="1550" u="sng" spc="3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980"/>
                  </a:lnSpc>
                  <a:defRPr/>
                </a:pPr>
                <a:r>
                  <a:rPr kumimoji="1" lang="ja-JP" altLang="en-US" sz="1550" spc="30">
                    <a:solidFill>
                      <a:srgbClr val="DCD8DC">
                        <a:lumMod val="25000"/>
                      </a:srgbClr>
                    </a:solidFill>
                    <a:latin typeface="源ノ角ゴシック JP" panose="020B0500000000000000" pitchFamily="34" charset="-128"/>
                    <a:ea typeface="源ノ角ゴシック JP" panose="020B0500000000000000" pitchFamily="34" charset="-128"/>
                  </a:rPr>
                  <a:t>・男性</a:t>
                </a:r>
                <a:r>
                  <a:rPr kumimoji="1" lang="en-US" altLang="ja-JP" sz="1550" spc="30" dirty="0">
                    <a:solidFill>
                      <a:srgbClr val="DCD8DC">
                        <a:lumMod val="25000"/>
                      </a:srgbClr>
                    </a:solidFill>
                    <a:latin typeface="源ノ角ゴシック JP" panose="020B0500000000000000" pitchFamily="34" charset="-128"/>
                    <a:ea typeface="源ノ角ゴシック JP" panose="020B0500000000000000" pitchFamily="34" charset="-128"/>
                  </a:rPr>
                  <a:t>20-30</a:t>
                </a:r>
                <a:r>
                  <a:rPr kumimoji="1" lang="ja-JP" altLang="en-US" sz="1550" spc="30">
                    <a:solidFill>
                      <a:srgbClr val="DCD8DC">
                        <a:lumMod val="25000"/>
                      </a:srgbClr>
                    </a:solidFill>
                    <a:latin typeface="源ノ角ゴシック JP" panose="020B0500000000000000" pitchFamily="34" charset="-128"/>
                    <a:ea typeface="源ノ角ゴシック JP" panose="020B0500000000000000" pitchFamily="34" charset="-128"/>
                  </a:rPr>
                  <a:t>代において、「エネルギーを</a:t>
                </a:r>
                <a:r>
                  <a:rPr kumimoji="1" lang="ja-JP" altLang="en-US" sz="1550" spc="30">
                    <a:solidFill>
                      <a:srgbClr val="CE4D44"/>
                    </a:solidFill>
                    <a:latin typeface="源ノ角ゴシック JP" panose="020B0500000000000000" pitchFamily="34" charset="-128"/>
                    <a:ea typeface="源ノ角ゴシック JP" panose="020B0500000000000000" pitchFamily="34" charset="-128"/>
                  </a:rPr>
                  <a:t>減らしたい</a:t>
                </a:r>
                <a:r>
                  <a:rPr kumimoji="1" lang="ja-JP" altLang="en-US" sz="1550" spc="30">
                    <a:solidFill>
                      <a:srgbClr val="DCD8DC">
                        <a:lumMod val="25000"/>
                      </a:srgbClr>
                    </a:solidFill>
                    <a:latin typeface="源ノ角ゴシック JP" panose="020B0500000000000000" pitchFamily="34" charset="-128"/>
                    <a:ea typeface="源ノ角ゴシック JP" panose="020B0500000000000000" pitchFamily="34" charset="-128"/>
                  </a:rPr>
                  <a:t>」ニーズに対する「対応」の</a:t>
                </a:r>
                <a:r>
                  <a:rPr kumimoji="1" lang="ja-JP" altLang="en-US" sz="1550" u="sng" spc="30">
                    <a:solidFill>
                      <a:srgbClr val="DCD8DC">
                        <a:lumMod val="25000"/>
                      </a:srgbClr>
                    </a:solidFill>
                    <a:latin typeface="源ノ角ゴシック JP" panose="020B0500000000000000" pitchFamily="34" charset="-128"/>
                    <a:ea typeface="源ノ角ゴシック JP" panose="020B0500000000000000" pitchFamily="34" charset="-128"/>
                  </a:rPr>
                  <a:t>適切さが低い</a:t>
                </a:r>
                <a:endParaRPr kumimoji="1" lang="en-US" altLang="ja-JP" sz="1550" u="sng" spc="3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980"/>
                  </a:lnSpc>
                  <a:defRPr/>
                </a:pPr>
                <a:r>
                  <a:rPr kumimoji="1" lang="ja-JP" altLang="en-US" sz="1550" spc="30">
                    <a:solidFill>
                      <a:srgbClr val="DCD8DC">
                        <a:lumMod val="25000"/>
                      </a:srgbClr>
                    </a:solidFill>
                    <a:latin typeface="源ノ角ゴシック JP" panose="020B0500000000000000" pitchFamily="34" charset="-128"/>
                    <a:ea typeface="源ノ角ゴシック JP" panose="020B0500000000000000" pitchFamily="34" charset="-128"/>
                  </a:rPr>
                  <a:t>・属性を問わず、「脂質を</a:t>
                </a:r>
                <a:r>
                  <a:rPr kumimoji="1" lang="ja-JP" altLang="en-US" sz="1550" spc="30">
                    <a:solidFill>
                      <a:srgbClr val="CE4D44"/>
                    </a:solidFill>
                    <a:latin typeface="源ノ角ゴシック JP" panose="020B0500000000000000" pitchFamily="34" charset="-128"/>
                    <a:ea typeface="源ノ角ゴシック JP" panose="020B0500000000000000" pitchFamily="34" charset="-128"/>
                  </a:rPr>
                  <a:t>減らしたい</a:t>
                </a:r>
                <a:r>
                  <a:rPr kumimoji="1" lang="ja-JP" altLang="en-US" sz="1550" spc="30">
                    <a:solidFill>
                      <a:srgbClr val="DCD8DC">
                        <a:lumMod val="25000"/>
                      </a:srgbClr>
                    </a:solidFill>
                    <a:latin typeface="源ノ角ゴシック JP" panose="020B0500000000000000" pitchFamily="34" charset="-128"/>
                    <a:ea typeface="源ノ角ゴシック JP" panose="020B0500000000000000" pitchFamily="34" charset="-128"/>
                  </a:rPr>
                  <a:t>」ニーズに対する「対応」の</a:t>
                </a:r>
                <a:r>
                  <a:rPr kumimoji="1" lang="ja-JP" altLang="en-US" sz="1550" u="sng" spc="30">
                    <a:solidFill>
                      <a:srgbClr val="DCD8DC">
                        <a:lumMod val="25000"/>
                      </a:srgbClr>
                    </a:solidFill>
                    <a:latin typeface="源ノ角ゴシック JP" panose="020B0500000000000000" pitchFamily="34" charset="-128"/>
                    <a:ea typeface="源ノ角ゴシック JP" panose="020B0500000000000000" pitchFamily="34" charset="-128"/>
                  </a:rPr>
                  <a:t>実施量が不十分である</a:t>
                </a:r>
                <a:endParaRPr kumimoji="1" lang="en-US" altLang="ja-JP" sz="1550" u="sng"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grpSp>
      <p:grpSp>
        <p:nvGrpSpPr>
          <p:cNvPr id="30" name="グループ化 29">
            <a:extLst>
              <a:ext uri="{FF2B5EF4-FFF2-40B4-BE49-F238E27FC236}">
                <a16:creationId xmlns:a16="http://schemas.microsoft.com/office/drawing/2014/main" id="{44231038-437B-9BF1-F3E7-9517221DA945}"/>
              </a:ext>
            </a:extLst>
          </p:cNvPr>
          <p:cNvGrpSpPr/>
          <p:nvPr/>
        </p:nvGrpSpPr>
        <p:grpSpPr>
          <a:xfrm>
            <a:off x="6321206" y="3343333"/>
            <a:ext cx="3756435" cy="1038438"/>
            <a:chOff x="5724757" y="3561397"/>
            <a:chExt cx="3756435" cy="1038438"/>
          </a:xfrm>
        </p:grpSpPr>
        <p:grpSp>
          <p:nvGrpSpPr>
            <p:cNvPr id="21" name="グループ化 20">
              <a:extLst>
                <a:ext uri="{FF2B5EF4-FFF2-40B4-BE49-F238E27FC236}">
                  <a16:creationId xmlns:a16="http://schemas.microsoft.com/office/drawing/2014/main" id="{47ACD57A-55EA-4D16-51BB-70163D658D76}"/>
                </a:ext>
              </a:extLst>
            </p:cNvPr>
            <p:cNvGrpSpPr/>
            <p:nvPr/>
          </p:nvGrpSpPr>
          <p:grpSpPr>
            <a:xfrm>
              <a:off x="5747037" y="3930298"/>
              <a:ext cx="2231712" cy="669537"/>
              <a:chOff x="1411877" y="3059856"/>
              <a:chExt cx="2231712" cy="669537"/>
            </a:xfrm>
          </p:grpSpPr>
          <p:sp>
            <p:nvSpPr>
              <p:cNvPr id="16" name="テキスト ボックス 15">
                <a:extLst>
                  <a:ext uri="{FF2B5EF4-FFF2-40B4-BE49-F238E27FC236}">
                    <a16:creationId xmlns:a16="http://schemas.microsoft.com/office/drawing/2014/main" id="{F5B1F3ED-3A59-3844-7EEA-C053CF957BDF}"/>
                  </a:ext>
                </a:extLst>
              </p:cNvPr>
              <p:cNvSpPr txBox="1"/>
              <p:nvPr/>
            </p:nvSpPr>
            <p:spPr>
              <a:xfrm>
                <a:off x="1411877" y="3059856"/>
                <a:ext cx="2231712" cy="343235"/>
              </a:xfrm>
              <a:prstGeom prst="rect">
                <a:avLst/>
              </a:prstGeom>
              <a:noFill/>
            </p:spPr>
            <p:txBody>
              <a:bodyPr wrap="square">
                <a:spAutoFit/>
              </a:bodyPr>
              <a:lstStyle/>
              <a:p>
                <a:pPr>
                  <a:lnSpc>
                    <a:spcPts val="2080"/>
                  </a:lnSpc>
                  <a:defRPr/>
                </a:pP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・「対応」の実施量</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7" name="テキスト ボックス 16">
                <a:extLst>
                  <a:ext uri="{FF2B5EF4-FFF2-40B4-BE49-F238E27FC236}">
                    <a16:creationId xmlns:a16="http://schemas.microsoft.com/office/drawing/2014/main" id="{E9EE6BD3-01FF-6A6A-AF54-1D216920427E}"/>
                  </a:ext>
                </a:extLst>
              </p:cNvPr>
              <p:cNvSpPr txBox="1"/>
              <p:nvPr/>
            </p:nvSpPr>
            <p:spPr>
              <a:xfrm>
                <a:off x="1411877" y="3386158"/>
                <a:ext cx="2231712" cy="343235"/>
              </a:xfrm>
              <a:prstGeom prst="rect">
                <a:avLst/>
              </a:prstGeom>
              <a:noFill/>
            </p:spPr>
            <p:txBody>
              <a:bodyPr wrap="square">
                <a:spAutoFit/>
              </a:bodyPr>
              <a:lstStyle/>
              <a:p>
                <a:pPr>
                  <a:lnSpc>
                    <a:spcPts val="2080"/>
                  </a:lnSpc>
                  <a:defRPr/>
                </a:pP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・「対応」の適切さ</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sp>
          <p:nvSpPr>
            <p:cNvPr id="29" name="テキスト ボックス 28">
              <a:extLst>
                <a:ext uri="{FF2B5EF4-FFF2-40B4-BE49-F238E27FC236}">
                  <a16:creationId xmlns:a16="http://schemas.microsoft.com/office/drawing/2014/main" id="{123F45C0-284E-1FC6-A2C2-857210287289}"/>
                </a:ext>
              </a:extLst>
            </p:cNvPr>
            <p:cNvSpPr txBox="1"/>
            <p:nvPr/>
          </p:nvSpPr>
          <p:spPr>
            <a:xfrm>
              <a:off x="5724757" y="3561397"/>
              <a:ext cx="3756435" cy="332079"/>
            </a:xfrm>
            <a:prstGeom prst="rect">
              <a:avLst/>
            </a:prstGeom>
            <a:noFill/>
          </p:spPr>
          <p:txBody>
            <a:bodyPr wrap="square">
              <a:spAutoFit/>
            </a:bodyPr>
            <a:lstStyle/>
            <a:p>
              <a:pPr>
                <a:lnSpc>
                  <a:spcPts val="2020"/>
                </a:lnSpc>
                <a:defRPr/>
              </a:pPr>
              <a:r>
                <a:rPr kumimoji="1" lang="ja-JP" altLang="en-US" sz="1550" spc="40">
                  <a:solidFill>
                    <a:schemeClr val="bg2">
                      <a:lumMod val="25000"/>
                    </a:schemeClr>
                  </a:solidFill>
                  <a:latin typeface="源ノ角ゴシック JP" panose="020B0500000000000000" pitchFamily="34" charset="-128"/>
                  <a:ea typeface="源ノ角ゴシック JP" panose="020B0500000000000000" pitchFamily="34" charset="-128"/>
                </a:rPr>
                <a:t>２軸を用いた評価手法：</a:t>
              </a:r>
              <a:endParaRPr kumimoji="1" lang="en-US" altLang="ja-JP" sz="1550" spc="40" dirty="0">
                <a:solidFill>
                  <a:schemeClr val="bg2">
                    <a:lumMod val="25000"/>
                  </a:schemeClr>
                </a:solidFill>
                <a:latin typeface="源ノ角ゴシック JP" panose="020B0500000000000000" pitchFamily="34" charset="-128"/>
                <a:ea typeface="源ノ角ゴシック JP" panose="020B0500000000000000" pitchFamily="34" charset="-128"/>
              </a:endParaRPr>
            </a:p>
          </p:txBody>
        </p:sp>
      </p:grpSp>
      <p:sp>
        <p:nvSpPr>
          <p:cNvPr id="33" name="テキスト ボックス 32">
            <a:extLst>
              <a:ext uri="{FF2B5EF4-FFF2-40B4-BE49-F238E27FC236}">
                <a16:creationId xmlns:a16="http://schemas.microsoft.com/office/drawing/2014/main" id="{83DC2FF1-7678-88E6-D08E-01A465026554}"/>
              </a:ext>
            </a:extLst>
          </p:cNvPr>
          <p:cNvSpPr txBox="1"/>
          <p:nvPr/>
        </p:nvSpPr>
        <p:spPr>
          <a:xfrm>
            <a:off x="6147267" y="1225228"/>
            <a:ext cx="4036481" cy="348813"/>
          </a:xfrm>
          <a:prstGeom prst="rect">
            <a:avLst/>
          </a:prstGeom>
          <a:noFill/>
        </p:spPr>
        <p:txBody>
          <a:bodyPr wrap="square">
            <a:spAutoFit/>
          </a:bodyPr>
          <a:lstStyle/>
          <a:p>
            <a:pPr>
              <a:lnSpc>
                <a:spcPts val="2020"/>
              </a:lnSpc>
              <a:defRPr/>
            </a:pPr>
            <a:r>
              <a:rPr kumimoji="1" lang="ja-JP" altLang="en-US" sz="1700" b="1" spc="40">
                <a:solidFill>
                  <a:schemeClr val="bg2">
                    <a:lumMod val="25000"/>
                  </a:schemeClr>
                </a:solidFill>
                <a:latin typeface="源ノ角ゴシック JP" panose="020B0500000000000000" pitchFamily="34" charset="-128"/>
                <a:ea typeface="源ノ角ゴシック JP" panose="020B0500000000000000" pitchFamily="34" charset="-128"/>
              </a:rPr>
              <a:t>セブンイレブンの「対応」を評価</a:t>
            </a:r>
            <a:endParaRPr kumimoji="1" lang="en-US" altLang="ja-JP" sz="1700" b="1" spc="40" dirty="0">
              <a:solidFill>
                <a:schemeClr val="bg2">
                  <a:lumMod val="25000"/>
                </a:schemeClr>
              </a:solidFill>
              <a:latin typeface="源ノ角ゴシック JP" panose="020B0500000000000000" pitchFamily="34" charset="-128"/>
              <a:ea typeface="源ノ角ゴシック JP" panose="020B0500000000000000" pitchFamily="34" charset="-128"/>
            </a:endParaRPr>
          </a:p>
        </p:txBody>
      </p:sp>
      <p:grpSp>
        <p:nvGrpSpPr>
          <p:cNvPr id="38" name="グループ化 37">
            <a:extLst>
              <a:ext uri="{FF2B5EF4-FFF2-40B4-BE49-F238E27FC236}">
                <a16:creationId xmlns:a16="http://schemas.microsoft.com/office/drawing/2014/main" id="{DC79D3FE-9118-F44C-365A-548E9ED170AB}"/>
              </a:ext>
            </a:extLst>
          </p:cNvPr>
          <p:cNvGrpSpPr/>
          <p:nvPr/>
        </p:nvGrpSpPr>
        <p:grpSpPr>
          <a:xfrm>
            <a:off x="6210966" y="1721787"/>
            <a:ext cx="4813410" cy="1482897"/>
            <a:chOff x="6185208" y="1786182"/>
            <a:chExt cx="4813410" cy="1482897"/>
          </a:xfrm>
        </p:grpSpPr>
        <p:grpSp>
          <p:nvGrpSpPr>
            <p:cNvPr id="26" name="グループ化 25">
              <a:extLst>
                <a:ext uri="{FF2B5EF4-FFF2-40B4-BE49-F238E27FC236}">
                  <a16:creationId xmlns:a16="http://schemas.microsoft.com/office/drawing/2014/main" id="{A9320961-7F89-325F-7B0B-9F6E7FA7BD05}"/>
                </a:ext>
              </a:extLst>
            </p:cNvPr>
            <p:cNvGrpSpPr/>
            <p:nvPr/>
          </p:nvGrpSpPr>
          <p:grpSpPr>
            <a:xfrm>
              <a:off x="6185208" y="1786182"/>
              <a:ext cx="4692042" cy="1010469"/>
              <a:chOff x="332220" y="1355474"/>
              <a:chExt cx="4692042" cy="1010469"/>
            </a:xfrm>
          </p:grpSpPr>
          <p:sp>
            <p:nvSpPr>
              <p:cNvPr id="27" name="テキスト ボックス 26">
                <a:extLst>
                  <a:ext uri="{FF2B5EF4-FFF2-40B4-BE49-F238E27FC236}">
                    <a16:creationId xmlns:a16="http://schemas.microsoft.com/office/drawing/2014/main" id="{E651C672-211C-99D4-4678-5D8A1B0E96F4}"/>
                  </a:ext>
                </a:extLst>
              </p:cNvPr>
              <p:cNvSpPr txBox="1"/>
              <p:nvPr/>
            </p:nvSpPr>
            <p:spPr>
              <a:xfrm>
                <a:off x="332220" y="1355474"/>
                <a:ext cx="2220529" cy="330603"/>
              </a:xfrm>
              <a:prstGeom prst="rect">
                <a:avLst/>
              </a:prstGeom>
              <a:noFill/>
            </p:spPr>
            <p:txBody>
              <a:bodyPr wrap="square">
                <a:spAutoFit/>
              </a:bodyPr>
              <a:lstStyle/>
              <a:p>
                <a:pPr>
                  <a:lnSpc>
                    <a:spcPts val="2020"/>
                  </a:lnSpc>
                  <a:defRPr/>
                </a:pPr>
                <a:r>
                  <a:rPr kumimoji="1" lang="ja-JP" altLang="en-US" sz="1550" spc="40">
                    <a:solidFill>
                      <a:schemeClr val="bg2">
                        <a:lumMod val="25000"/>
                      </a:schemeClr>
                    </a:solidFill>
                    <a:latin typeface="源ノ角ゴシック JP" panose="020B0500000000000000" pitchFamily="34" charset="-128"/>
                    <a:ea typeface="源ノ角ゴシック JP" panose="020B0500000000000000" pitchFamily="34" charset="-128"/>
                  </a:rPr>
                  <a:t>「対応」の定義：</a:t>
                </a:r>
                <a:endParaRPr kumimoji="1" lang="en-US" altLang="ja-JP" sz="1550" spc="40" dirty="0">
                  <a:solidFill>
                    <a:schemeClr val="bg2">
                      <a:lumMod val="25000"/>
                    </a:schemeClr>
                  </a:solidFill>
                  <a:latin typeface="源ノ角ゴシック JP" panose="020B0500000000000000" pitchFamily="34" charset="-128"/>
                  <a:ea typeface="源ノ角ゴシック JP" panose="020B0500000000000000" pitchFamily="34" charset="-128"/>
                </a:endParaRPr>
              </a:p>
            </p:txBody>
          </p:sp>
          <p:sp>
            <p:nvSpPr>
              <p:cNvPr id="28" name="テキスト ボックス 27">
                <a:extLst>
                  <a:ext uri="{FF2B5EF4-FFF2-40B4-BE49-F238E27FC236}">
                    <a16:creationId xmlns:a16="http://schemas.microsoft.com/office/drawing/2014/main" id="{E68268A1-F617-AE16-1AB0-051E847D166C}"/>
                  </a:ext>
                </a:extLst>
              </p:cNvPr>
              <p:cNvSpPr txBox="1"/>
              <p:nvPr/>
            </p:nvSpPr>
            <p:spPr>
              <a:xfrm>
                <a:off x="453589" y="1686077"/>
                <a:ext cx="4570673" cy="679866"/>
              </a:xfrm>
              <a:prstGeom prst="rect">
                <a:avLst/>
              </a:prstGeom>
              <a:noFill/>
            </p:spPr>
            <p:txBody>
              <a:bodyPr wrap="square">
                <a:spAutoFit/>
              </a:bodyPr>
              <a:lstStyle/>
              <a:p>
                <a:pPr>
                  <a:lnSpc>
                    <a:spcPts val="2380"/>
                  </a:lnSpc>
                  <a:defRPr/>
                </a:pPr>
                <a:r>
                  <a:rPr kumimoji="1" lang="ja-JP" altLang="en-US" sz="1500" spc="40">
                    <a:solidFill>
                      <a:srgbClr val="DCD8DC">
                        <a:lumMod val="25000"/>
                      </a:srgbClr>
                    </a:solidFill>
                    <a:latin typeface="源ノ角ゴシック JP" panose="020B0500000000000000" pitchFamily="34" charset="-128"/>
                    <a:ea typeface="源ノ角ゴシック JP" panose="020B0500000000000000" pitchFamily="34" charset="-128"/>
                  </a:rPr>
                  <a:t>左記それぞれのニーズを満たすことができる</a:t>
                </a:r>
                <a:endParaRPr kumimoji="1" lang="en-US" altLang="ja-JP" sz="1500" spc="4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380"/>
                  </a:lnSpc>
                  <a:defRPr/>
                </a:pPr>
                <a:r>
                  <a:rPr kumimoji="1" lang="ja-JP" altLang="en-US" sz="1500" u="sng" spc="40">
                    <a:solidFill>
                      <a:srgbClr val="DCD8DC">
                        <a:lumMod val="25000"/>
                      </a:srgbClr>
                    </a:solidFill>
                    <a:latin typeface="源ノ角ゴシック JP" panose="020B0500000000000000" pitchFamily="34" charset="-128"/>
                    <a:ea typeface="源ノ角ゴシック JP" panose="020B0500000000000000" pitchFamily="34" charset="-128"/>
                  </a:rPr>
                  <a:t>コンビニオリジナル商品</a:t>
                </a:r>
                <a:r>
                  <a:rPr kumimoji="1" lang="ja-JP" altLang="en-US" sz="1500" spc="40">
                    <a:solidFill>
                      <a:srgbClr val="DCD8DC">
                        <a:lumMod val="25000"/>
                      </a:srgbClr>
                    </a:solidFill>
                    <a:latin typeface="源ノ角ゴシック JP" panose="020B0500000000000000" pitchFamily="34" charset="-128"/>
                    <a:ea typeface="源ノ角ゴシック JP" panose="020B0500000000000000" pitchFamily="34" charset="-128"/>
                  </a:rPr>
                  <a:t>を新たに発売すること</a:t>
                </a:r>
                <a:endParaRPr kumimoji="1" lang="en-US" altLang="ja-JP" sz="1500" spc="4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sp>
          <p:nvSpPr>
            <p:cNvPr id="37" name="テキスト ボックス 36">
              <a:extLst>
                <a:ext uri="{FF2B5EF4-FFF2-40B4-BE49-F238E27FC236}">
                  <a16:creationId xmlns:a16="http://schemas.microsoft.com/office/drawing/2014/main" id="{14DC04C5-7380-59FA-B5B7-9B471AF67AB5}"/>
                </a:ext>
              </a:extLst>
            </p:cNvPr>
            <p:cNvSpPr txBox="1"/>
            <p:nvPr/>
          </p:nvSpPr>
          <p:spPr>
            <a:xfrm>
              <a:off x="6306577" y="2809530"/>
              <a:ext cx="4692041" cy="459549"/>
            </a:xfrm>
            <a:prstGeom prst="rect">
              <a:avLst/>
            </a:prstGeom>
            <a:noFill/>
          </p:spPr>
          <p:txBody>
            <a:bodyPr wrap="square">
              <a:spAutoFit/>
            </a:bodyPr>
            <a:lstStyle/>
            <a:p>
              <a:pPr>
                <a:lnSpc>
                  <a:spcPts val="1480"/>
                </a:lnSpc>
                <a:defRPr/>
              </a:pPr>
              <a:r>
                <a:rPr kumimoji="1" lang="en-US" altLang="ja-JP" sz="105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a:t>
              </a:r>
              <a:r>
                <a:rPr kumimoji="1" lang="ja-JP" altLang="en-US" sz="105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一般食品メーカーの商品は、以下の実施量を確認する手法がないため、</a:t>
              </a:r>
              <a:endParaRPr kumimoji="1" lang="en-US" altLang="ja-JP" sz="105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ja-JP" altLang="en-US" sz="105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en-US" altLang="ja-JP" sz="105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ja-JP" altLang="en-US" sz="105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扱わなかった</a:t>
              </a:r>
              <a:endParaRPr kumimoji="1" lang="en-US" altLang="ja-JP" sz="105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endParaRPr>
            </a:p>
          </p:txBody>
        </p:sp>
      </p:grpSp>
    </p:spTree>
    <p:extLst>
      <p:ext uri="{BB962C8B-B14F-4D97-AF65-F5344CB8AC3E}">
        <p14:creationId xmlns:p14="http://schemas.microsoft.com/office/powerpoint/2010/main" val="298790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EE4BF-B8D9-F50F-34F0-93C3323AC2D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B9F172A-80D8-A2B6-50C3-6FA13A7A5CA6}"/>
              </a:ext>
            </a:extLst>
          </p:cNvPr>
          <p:cNvSpPr txBox="1"/>
          <p:nvPr/>
        </p:nvSpPr>
        <p:spPr>
          <a:xfrm>
            <a:off x="223842" y="485067"/>
            <a:ext cx="9137328"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セブンイレブンでは、脂質への「対応」の実施量が不十分である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grpSp>
        <p:nvGrpSpPr>
          <p:cNvPr id="15" name="グループ化 14">
            <a:extLst>
              <a:ext uri="{FF2B5EF4-FFF2-40B4-BE49-F238E27FC236}">
                <a16:creationId xmlns:a16="http://schemas.microsoft.com/office/drawing/2014/main" id="{477CF042-9948-152A-98B8-404577750987}"/>
              </a:ext>
            </a:extLst>
          </p:cNvPr>
          <p:cNvGrpSpPr/>
          <p:nvPr/>
        </p:nvGrpSpPr>
        <p:grpSpPr>
          <a:xfrm>
            <a:off x="7694225" y="2173203"/>
            <a:ext cx="4291886" cy="1946362"/>
            <a:chOff x="7368506" y="1236005"/>
            <a:chExt cx="4291886" cy="1946362"/>
          </a:xfrm>
        </p:grpSpPr>
        <p:sp>
          <p:nvSpPr>
            <p:cNvPr id="3" name="テキスト ボックス 2">
              <a:extLst>
                <a:ext uri="{FF2B5EF4-FFF2-40B4-BE49-F238E27FC236}">
                  <a16:creationId xmlns:a16="http://schemas.microsoft.com/office/drawing/2014/main" id="{21E7E7FC-0A8F-EA79-F797-2A481B803FA8}"/>
                </a:ext>
              </a:extLst>
            </p:cNvPr>
            <p:cNvSpPr txBox="1"/>
            <p:nvPr/>
          </p:nvSpPr>
          <p:spPr>
            <a:xfrm>
              <a:off x="7368506" y="1236005"/>
              <a:ext cx="4291886" cy="697755"/>
            </a:xfrm>
            <a:prstGeom prst="rect">
              <a:avLst/>
            </a:prstGeom>
            <a:noFill/>
          </p:spPr>
          <p:txBody>
            <a:bodyPr wrap="square">
              <a:spAutoFit/>
            </a:bodyPr>
            <a:lstStyle/>
            <a:p>
              <a:pPr>
                <a:lnSpc>
                  <a:spcPts val="2480"/>
                </a:lnSpc>
                <a:defRPr/>
              </a:pP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「対応」に該当する商品数に基づき、</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480"/>
                </a:lnSpc>
                <a:defRPr/>
              </a:pP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実施量を（</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599975"/>
                  </a:solidFill>
                  <a:latin typeface="源ノ角ゴシック JP" panose="020B0500000000000000" pitchFamily="34" charset="-128"/>
                  <a:ea typeface="源ノ角ゴシック JP" panose="020B0500000000000000" pitchFamily="34" charset="-128"/>
                </a:rPr>
                <a:t>十分</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450" spc="20">
                  <a:solidFill>
                    <a:srgbClr val="E27A1C"/>
                  </a:solidFill>
                  <a:latin typeface="源ノ角ゴシック JP" panose="020B0500000000000000" pitchFamily="34" charset="-128"/>
                  <a:ea typeface="源ノ角ゴシック JP" panose="020B0500000000000000" pitchFamily="34" charset="-128"/>
                </a:rPr>
                <a:t>中程度</a:t>
              </a:r>
              <a:r>
                <a:rPr kumimoji="1" lang="en-US" altLang="ja-JP" sz="1450" spc="20" dirty="0">
                  <a:solidFill>
                    <a:srgbClr val="E27A1C"/>
                  </a:solidFill>
                  <a:latin typeface="源ノ角ゴシック JP" panose="020B0500000000000000" pitchFamily="34" charset="-128"/>
                  <a:ea typeface="源ノ角ゴシック JP" panose="020B0500000000000000" pitchFamily="34" charset="-128"/>
                </a:rPr>
                <a:t> </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CE4D44"/>
                  </a:solidFill>
                  <a:latin typeface="源ノ角ゴシック JP" panose="020B0500000000000000" pitchFamily="34" charset="-128"/>
                  <a:ea typeface="源ノ角ゴシック JP" panose="020B0500000000000000" pitchFamily="34" charset="-128"/>
                </a:rPr>
                <a:t>不十分</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）で評価した</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4" name="テキスト ボックス 13">
              <a:extLst>
                <a:ext uri="{FF2B5EF4-FFF2-40B4-BE49-F238E27FC236}">
                  <a16:creationId xmlns:a16="http://schemas.microsoft.com/office/drawing/2014/main" id="{C2E7253C-0F15-EE18-B457-EDB9CF27B8AD}"/>
                </a:ext>
              </a:extLst>
            </p:cNvPr>
            <p:cNvSpPr txBox="1"/>
            <p:nvPr/>
          </p:nvSpPr>
          <p:spPr>
            <a:xfrm>
              <a:off x="7471715" y="2128745"/>
              <a:ext cx="2098782" cy="1053622"/>
            </a:xfrm>
            <a:prstGeom prst="rect">
              <a:avLst/>
            </a:prstGeom>
            <a:noFill/>
          </p:spPr>
          <p:txBody>
            <a:bodyPr wrap="square">
              <a:spAutoFit/>
            </a:bodyPr>
            <a:lstStyle/>
            <a:p>
              <a:pPr>
                <a:lnSpc>
                  <a:spcPts val="2580"/>
                </a:lnSpc>
                <a:defRPr/>
              </a:pPr>
              <a:r>
                <a:rPr kumimoji="1" lang="ja-JP" altLang="en-US" sz="1450" spc="20">
                  <a:solidFill>
                    <a:srgbClr val="599975"/>
                  </a:solidFill>
                  <a:latin typeface="源ノ角ゴシック JP" panose="020B0500000000000000" pitchFamily="34" charset="-128"/>
                  <a:ea typeface="源ノ角ゴシック JP" panose="020B0500000000000000" pitchFamily="34" charset="-128"/>
                </a:rPr>
                <a:t>十分</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25 </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商品以上</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580"/>
                </a:lnSpc>
                <a:defRPr/>
              </a:pPr>
              <a:r>
                <a:rPr kumimoji="1" lang="ja-JP" altLang="en-US" sz="1450" spc="20">
                  <a:solidFill>
                    <a:srgbClr val="E27A1C"/>
                  </a:solidFill>
                  <a:latin typeface="源ノ角ゴシック JP" panose="020B0500000000000000" pitchFamily="34" charset="-128"/>
                  <a:ea typeface="源ノ角ゴシック JP" panose="020B0500000000000000" pitchFamily="34" charset="-128"/>
                </a:rPr>
                <a:t>中程度</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10–24 </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商品</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580"/>
                </a:lnSpc>
                <a:defRPr/>
              </a:pPr>
              <a:r>
                <a:rPr kumimoji="1" lang="ja-JP" altLang="en-US" sz="1450" spc="20">
                  <a:solidFill>
                    <a:srgbClr val="CE4D44"/>
                  </a:solidFill>
                  <a:latin typeface="源ノ角ゴシック JP" panose="020B0500000000000000" pitchFamily="34" charset="-128"/>
                  <a:ea typeface="源ノ角ゴシック JP" panose="020B0500000000000000" pitchFamily="34" charset="-128"/>
                </a:rPr>
                <a:t>不十分</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0–9 </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商品</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graphicFrame>
        <p:nvGraphicFramePr>
          <p:cNvPr id="22" name="表 21">
            <a:extLst>
              <a:ext uri="{FF2B5EF4-FFF2-40B4-BE49-F238E27FC236}">
                <a16:creationId xmlns:a16="http://schemas.microsoft.com/office/drawing/2014/main" id="{AC4E41ED-2C64-25B2-1892-5A12071D6C7B}"/>
              </a:ext>
            </a:extLst>
          </p:cNvPr>
          <p:cNvGraphicFramePr>
            <a:graphicFrameLocks noGrp="1"/>
          </p:cNvGraphicFramePr>
          <p:nvPr>
            <p:extLst>
              <p:ext uri="{D42A27DB-BD31-4B8C-83A1-F6EECF244321}">
                <p14:modId xmlns:p14="http://schemas.microsoft.com/office/powerpoint/2010/main" val="609332390"/>
              </p:ext>
            </p:extLst>
          </p:nvPr>
        </p:nvGraphicFramePr>
        <p:xfrm>
          <a:off x="502192" y="1533867"/>
          <a:ext cx="6984000" cy="4500000"/>
        </p:xfrm>
        <a:graphic>
          <a:graphicData uri="http://schemas.openxmlformats.org/drawingml/2006/table">
            <a:tbl>
              <a:tblPr>
                <a:tableStyleId>{91EBBBCC-DAD2-459C-BE2E-F6DE35CF9A28}</a:tableStyleId>
              </a:tblPr>
              <a:tblGrid>
                <a:gridCol w="2736000">
                  <a:extLst>
                    <a:ext uri="{9D8B030D-6E8A-4147-A177-3AD203B41FA5}">
                      <a16:colId xmlns:a16="http://schemas.microsoft.com/office/drawing/2014/main" val="97736310"/>
                    </a:ext>
                  </a:extLst>
                </a:gridCol>
                <a:gridCol w="2736000">
                  <a:extLst>
                    <a:ext uri="{9D8B030D-6E8A-4147-A177-3AD203B41FA5}">
                      <a16:colId xmlns:a16="http://schemas.microsoft.com/office/drawing/2014/main" val="438668555"/>
                    </a:ext>
                  </a:extLst>
                </a:gridCol>
                <a:gridCol w="1512000">
                  <a:extLst>
                    <a:ext uri="{9D8B030D-6E8A-4147-A177-3AD203B41FA5}">
                      <a16:colId xmlns:a16="http://schemas.microsoft.com/office/drawing/2014/main" val="3330525109"/>
                    </a:ext>
                  </a:extLst>
                </a:gridCol>
              </a:tblGrid>
              <a:tr h="684000">
                <a:tc>
                  <a:txBody>
                    <a:bodyPr/>
                    <a:lstStyle/>
                    <a:p>
                      <a:pPr marL="0" marR="0" lvl="0" indent="0" algn="l" defTabSz="914400" rtl="0" eaLnBrk="1" fontAlgn="auto" latinLnBrk="0" hangingPunct="1">
                        <a:lnSpc>
                          <a:spcPts val="2140"/>
                        </a:lnSpc>
                        <a:spcBef>
                          <a:spcPts val="0"/>
                        </a:spcBef>
                        <a:spcAft>
                          <a:spcPts val="0"/>
                        </a:spcAft>
                        <a:buClrTx/>
                        <a:buSzTx/>
                        <a:buFontTx/>
                        <a:buNone/>
                        <a:tabLst/>
                        <a:defRPr/>
                      </a:pPr>
                      <a:r>
                        <a:rPr kumimoji="1" lang="ja-JP" altLang="en-US" sz="1300">
                          <a:solidFill>
                            <a:schemeClr val="tx1">
                              <a:lumMod val="85000"/>
                              <a:lumOff val="15000"/>
                            </a:schemeClr>
                          </a:solidFill>
                          <a:latin typeface="Source Han Sans JP" panose="020B0500000000000000" pitchFamily="34" charset="-128"/>
                          <a:ea typeface="Source Han Sans JP" panose="020B0500000000000000" pitchFamily="34" charset="-128"/>
                        </a:rPr>
                        <a:t>栄養バランスを調整したい</a:t>
                      </a:r>
                      <a:endParaRPr kumimoji="1" lang="en-US" altLang="ja-JP" sz="13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5EDE9"/>
                    </a:solidFill>
                  </a:tcPr>
                </a:tc>
                <a:tc>
                  <a:txBody>
                    <a:bodyPr/>
                    <a:lstStyle/>
                    <a:p>
                      <a:pPr marL="0" marR="0" lvl="0" indent="0" algn="l" defTabSz="914400" rtl="0" eaLnBrk="1" fontAlgn="auto" latinLnBrk="0" hangingPunct="1">
                        <a:lnSpc>
                          <a:spcPts val="2140"/>
                        </a:lnSpc>
                        <a:spcBef>
                          <a:spcPts val="0"/>
                        </a:spcBef>
                        <a:spcAft>
                          <a:spcPts val="0"/>
                        </a:spcAft>
                        <a:buClrTx/>
                        <a:buSzTx/>
                        <a:buFontTx/>
                        <a:buNone/>
                        <a:tabLst/>
                        <a:defRPr/>
                      </a:pPr>
                      <a:r>
                        <a:rPr kumimoji="1" lang="ja-JP" altLang="en-US" sz="1300">
                          <a:solidFill>
                            <a:schemeClr val="tx1">
                              <a:lumMod val="85000"/>
                              <a:lumOff val="15000"/>
                            </a:schemeClr>
                          </a:solidFill>
                          <a:latin typeface="Source Han Sans JP" panose="020B0500000000000000" pitchFamily="34" charset="-128"/>
                          <a:ea typeface="Source Han Sans JP" panose="020B0500000000000000" pitchFamily="34" charset="-128"/>
                        </a:rPr>
                        <a:t>エネルギーを減らしたい</a:t>
                      </a:r>
                      <a:endParaRPr kumimoji="1" lang="en-US" altLang="ja-JP" sz="13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5EDE9"/>
                    </a:solidFill>
                  </a:tcPr>
                </a:tc>
                <a:tc>
                  <a:txBody>
                    <a:bodyPr/>
                    <a:lstStyle/>
                    <a:p>
                      <a:pPr marL="0" marR="0" lvl="0" indent="0" algn="l" defTabSz="914400" rtl="0" eaLnBrk="1" fontAlgn="auto" latinLnBrk="0" hangingPunct="1">
                        <a:lnSpc>
                          <a:spcPts val="2140"/>
                        </a:lnSpc>
                        <a:spcBef>
                          <a:spcPts val="0"/>
                        </a:spcBef>
                        <a:spcAft>
                          <a:spcPts val="0"/>
                        </a:spcAft>
                        <a:buClrTx/>
                        <a:buSzTx/>
                        <a:buFontTx/>
                        <a:buNone/>
                        <a:tabLst/>
                        <a:defRPr/>
                      </a:pPr>
                      <a:r>
                        <a:rPr kumimoji="1" lang="ja-JP" altLang="en-US" sz="1300">
                          <a:solidFill>
                            <a:schemeClr val="tx1">
                              <a:lumMod val="85000"/>
                              <a:lumOff val="15000"/>
                            </a:schemeClr>
                          </a:solidFill>
                          <a:latin typeface="Source Han Sans JP" panose="020B0500000000000000" pitchFamily="34" charset="-128"/>
                          <a:ea typeface="Source Han Sans JP" panose="020B0500000000000000" pitchFamily="34" charset="-128"/>
                        </a:rPr>
                        <a:t>脂質を減らしたい</a:t>
                      </a:r>
                      <a:endParaRPr kumimoji="1" lang="en-US" altLang="ja-JP" sz="13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rgbClr val="BA453C"/>
                      </a:solidFill>
                      <a:prstDash val="solid"/>
                      <a:round/>
                      <a:headEnd type="none" w="med" len="med"/>
                      <a:tailEnd type="none" w="med" len="med"/>
                    </a:lnB>
                    <a:solidFill>
                      <a:srgbClr val="F5EDE9"/>
                    </a:solidFill>
                  </a:tcPr>
                </a:tc>
                <a:extLst>
                  <a:ext uri="{0D108BD9-81ED-4DB2-BD59-A6C34878D82A}">
                    <a16:rowId xmlns:a16="http://schemas.microsoft.com/office/drawing/2014/main" val="3096550131"/>
                  </a:ext>
                </a:extLst>
              </a:tr>
              <a:tr h="684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3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商品数：</a:t>
                      </a:r>
                      <a:r>
                        <a:rPr kumimoji="1" lang="en-US" altLang="ja-JP" sz="1300" b="0" i="0" u="none" strike="noStrike" kern="1200" cap="none" spc="0" normalizeH="0" baseline="0" noProof="0" dirty="0">
                          <a:ln>
                            <a:noFill/>
                          </a:ln>
                          <a:solidFill>
                            <a:srgbClr val="599975"/>
                          </a:solidFill>
                          <a:effectLst/>
                          <a:uLnTx/>
                          <a:uFillTx/>
                          <a:latin typeface="Source Han Sans JP" panose="020B0500000000000000" pitchFamily="34" charset="-128"/>
                          <a:ea typeface="Source Han Sans JP" panose="020B0500000000000000" pitchFamily="34" charset="-128"/>
                          <a:cs typeface="+mn-cs"/>
                        </a:rPr>
                        <a:t>25</a:t>
                      </a:r>
                      <a:br>
                        <a:rPr kumimoji="1" lang="en-US" altLang="ja-JP" sz="13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3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十分</a:t>
                      </a:r>
                      <a:endParaRPr kumimoji="1" lang="en-US" altLang="ja-JP" sz="1300" b="0" i="0" u="none" strike="noStrike" kern="1200" cap="none" spc="0" normalizeH="0" baseline="0" noProof="0" dirty="0">
                        <a:ln>
                          <a:noFill/>
                        </a:ln>
                        <a:solidFill>
                          <a:srgbClr val="599975"/>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3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商品数：</a:t>
                      </a:r>
                      <a:r>
                        <a:rPr kumimoji="1" lang="en-US" altLang="ja-JP" sz="13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20</a:t>
                      </a:r>
                      <a:br>
                        <a:rPr kumimoji="1" lang="en-US" altLang="ja-JP" sz="13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3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3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9525" cap="flat" cmpd="sng" algn="ctr">
                      <a:solidFill>
                        <a:srgbClr val="BA453C"/>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3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商品数：</a:t>
                      </a:r>
                      <a:r>
                        <a:rPr kumimoji="1" lang="en-US" altLang="ja-JP" sz="13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t>0</a:t>
                      </a:r>
                      <a:br>
                        <a:rPr kumimoji="1" lang="en-US" altLang="ja-JP" sz="1300" b="0"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3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不十分</a:t>
                      </a:r>
                      <a:endParaRPr kumimoji="1" lang="en-US" altLang="ja-JP" sz="13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BA453C"/>
                      </a:solidFill>
                      <a:prstDash val="solid"/>
                      <a:round/>
                      <a:headEnd type="none" w="med" len="med"/>
                      <a:tailEnd type="none" w="med" len="med"/>
                    </a:lnL>
                    <a:lnR w="9525" cap="flat" cmpd="sng" algn="ctr">
                      <a:solidFill>
                        <a:srgbClr val="BA453C"/>
                      </a:solidFill>
                      <a:prstDash val="solid"/>
                      <a:round/>
                      <a:headEnd type="none" w="med" len="med"/>
                      <a:tailEnd type="none" w="med" len="med"/>
                    </a:lnR>
                    <a:lnT w="9525" cap="flat" cmpd="sng" algn="ctr">
                      <a:solidFill>
                        <a:srgbClr val="BA453C"/>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CE4D44">
                        <a:alpha val="15000"/>
                      </a:srgbClr>
                    </a:solidFill>
                  </a:tcPr>
                </a:tc>
                <a:extLst>
                  <a:ext uri="{0D108BD9-81ED-4DB2-BD59-A6C34878D82A}">
                    <a16:rowId xmlns:a16="http://schemas.microsoft.com/office/drawing/2014/main" val="1538559344"/>
                  </a:ext>
                </a:extLst>
              </a:tr>
              <a:tr h="3132000">
                <a:tc>
                  <a:txBody>
                    <a:bodyPr/>
                    <a:lstStyle/>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商品名：</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・健康応援</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 </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日替り弁当</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1/2</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日分の野菜！</a:t>
                      </a:r>
                      <a:b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b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　７種野菜のビビンバ丼</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1/2</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日分の野菜！</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　ごろっと野菜カレー</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1/2</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日分の野菜！</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　あんかけ焼きそば</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・１食分の野菜</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 </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黄金生姜スープ</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・たっぷりトマトの彩り野菜サンド</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a:t>
                      </a:r>
                    </a:p>
                  </a:txBody>
                  <a:tcPr marT="115200">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商品名：</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・セブンプレミアム</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　ゼロサイダートリプル</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・セブンプレミアム</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 </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糖質</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0g</a:t>
                      </a: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　低カロリー麺</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 </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担々麺</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・セブンプレミアム</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　豆腐スイーツバー</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 </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ガトーショコラ</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・糖質を控えた</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 </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チーズブレッド</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・糖質を控えた</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 </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チョコブレッド</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・セブンプレミアム</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 </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糖質</a:t>
                      </a: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65%</a:t>
                      </a: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オフ</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a:solidFill>
                            <a:schemeClr val="tx1">
                              <a:lumMod val="65000"/>
                              <a:lumOff val="35000"/>
                            </a:schemeClr>
                          </a:solidFill>
                          <a:latin typeface="Source Han Sans JP" panose="020B0500000000000000" pitchFamily="34" charset="-128"/>
                          <a:ea typeface="Source Han Sans JP" panose="020B0500000000000000" pitchFamily="34" charset="-128"/>
                        </a:rPr>
                        <a:t>　調製豆乳</a:t>
                      </a:r>
                      <a:endPar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endParaRPr>
                    </a:p>
                    <a:p>
                      <a:pPr marL="0" marR="0" lvl="0" indent="0" algn="l" defTabSz="914400" rtl="0" eaLnBrk="1" fontAlgn="auto" latinLnBrk="0" hangingPunct="1">
                        <a:lnSpc>
                          <a:spcPts val="1940"/>
                        </a:lnSpc>
                        <a:spcBef>
                          <a:spcPts val="0"/>
                        </a:spcBef>
                        <a:spcAft>
                          <a:spcPts val="0"/>
                        </a:spcAft>
                        <a:buClrTx/>
                        <a:buSzTx/>
                        <a:buFontTx/>
                        <a:buNone/>
                        <a:tabLst/>
                        <a:defRPr/>
                      </a:pPr>
                      <a:r>
                        <a:rPr kumimoji="1" lang="en-US" altLang="ja-JP" sz="1200" dirty="0">
                          <a:solidFill>
                            <a:schemeClr val="tx1">
                              <a:lumMod val="65000"/>
                              <a:lumOff val="35000"/>
                            </a:schemeClr>
                          </a:solidFill>
                          <a:latin typeface="Source Han Sans JP" panose="020B0500000000000000" pitchFamily="34" charset="-128"/>
                          <a:ea typeface="Source Han Sans JP" panose="020B0500000000000000" pitchFamily="34" charset="-128"/>
                        </a:rPr>
                        <a:t>…</a:t>
                      </a:r>
                    </a:p>
                  </a:txBody>
                  <a:tcPr marT="115200">
                    <a:lnL w="6350" cap="flat" cmpd="sng" algn="ctr">
                      <a:solidFill>
                        <a:schemeClr val="tx1">
                          <a:lumMod val="50000"/>
                          <a:lumOff val="50000"/>
                        </a:schemeClr>
                      </a:solidFill>
                      <a:prstDash val="solid"/>
                      <a:round/>
                      <a:headEnd type="none" w="med" len="med"/>
                      <a:tailEnd type="none" w="med" len="med"/>
                    </a:lnL>
                    <a:lnR w="9525" cap="flat" cmpd="sng" algn="ctr">
                      <a:solidFill>
                        <a:srgbClr val="BA453C"/>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194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65000"/>
                              <a:lumOff val="35000"/>
                            </a:schemeClr>
                          </a:solidFill>
                          <a:effectLst/>
                          <a:uLnTx/>
                          <a:uFillTx/>
                          <a:latin typeface="Source Han Sans JP" panose="020B0500000000000000" pitchFamily="34" charset="-128"/>
                          <a:ea typeface="Source Han Sans JP" panose="020B0500000000000000" pitchFamily="34" charset="-128"/>
                          <a:cs typeface="+mn-cs"/>
                        </a:rPr>
                        <a:t>該当商品なし</a:t>
                      </a:r>
                      <a:endParaRPr kumimoji="1" lang="en-US" altLang="ja-JP" sz="1200" b="0" i="0" u="none" strike="noStrike" kern="1200" cap="none" spc="0" normalizeH="0" baseline="0" noProof="0" dirty="0">
                        <a:ln>
                          <a:noFill/>
                        </a:ln>
                        <a:solidFill>
                          <a:schemeClr val="tx1">
                            <a:lumMod val="65000"/>
                            <a:lumOff val="35000"/>
                          </a:schemeClr>
                        </a:solidFill>
                        <a:effectLst/>
                        <a:uLnTx/>
                        <a:uFillTx/>
                        <a:latin typeface="Source Han Sans JP" panose="020B0500000000000000" pitchFamily="34" charset="-128"/>
                        <a:ea typeface="Source Han Sans JP" panose="020B0500000000000000" pitchFamily="34" charset="-128"/>
                        <a:cs typeface="+mn-cs"/>
                      </a:endParaRPr>
                    </a:p>
                  </a:txBody>
                  <a:tcPr marT="115200">
                    <a:lnL w="9525" cap="flat" cmpd="sng" algn="ctr">
                      <a:solidFill>
                        <a:srgbClr val="BA453C"/>
                      </a:solidFill>
                      <a:prstDash val="solid"/>
                      <a:round/>
                      <a:headEnd type="none" w="med" len="med"/>
                      <a:tailEnd type="none" w="med" len="med"/>
                    </a:lnL>
                    <a:lnR w="9525" cap="flat" cmpd="sng" algn="ctr">
                      <a:solidFill>
                        <a:srgbClr val="BA453C"/>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BA453C"/>
                      </a:solidFill>
                      <a:prstDash val="solid"/>
                      <a:round/>
                      <a:headEnd type="none" w="med" len="med"/>
                      <a:tailEnd type="none" w="med" len="med"/>
                    </a:lnB>
                    <a:solidFill>
                      <a:srgbClr val="CE4D44">
                        <a:alpha val="15000"/>
                      </a:srgbClr>
                    </a:solidFill>
                  </a:tcPr>
                </a:tc>
                <a:extLst>
                  <a:ext uri="{0D108BD9-81ED-4DB2-BD59-A6C34878D82A}">
                    <a16:rowId xmlns:a16="http://schemas.microsoft.com/office/drawing/2014/main" val="1388052851"/>
                  </a:ext>
                </a:extLst>
              </a:tr>
            </a:tbl>
          </a:graphicData>
        </a:graphic>
      </p:graphicFrame>
      <p:sp>
        <p:nvSpPr>
          <p:cNvPr id="24" name="テキスト ボックス 23">
            <a:extLst>
              <a:ext uri="{FF2B5EF4-FFF2-40B4-BE49-F238E27FC236}">
                <a16:creationId xmlns:a16="http://schemas.microsoft.com/office/drawing/2014/main" id="{AC2144EA-36AE-C1A7-1D75-358ED5DFB965}"/>
              </a:ext>
            </a:extLst>
          </p:cNvPr>
          <p:cNvSpPr txBox="1"/>
          <p:nvPr/>
        </p:nvSpPr>
        <p:spPr>
          <a:xfrm>
            <a:off x="305487" y="1039427"/>
            <a:ext cx="5508169" cy="375167"/>
          </a:xfrm>
          <a:prstGeom prst="rect">
            <a:avLst/>
          </a:prstGeom>
          <a:noFill/>
        </p:spPr>
        <p:txBody>
          <a:bodyPr wrap="square">
            <a:spAutoFit/>
          </a:bodyPr>
          <a:lstStyle/>
          <a:p>
            <a:pPr>
              <a:lnSpc>
                <a:spcPts val="2380"/>
              </a:lnSpc>
              <a:defRPr/>
            </a:pPr>
            <a:r>
              <a:rPr kumimoji="1" lang="ja-JP" altLang="en-US" sz="1600" spc="30">
                <a:solidFill>
                  <a:srgbClr val="DCD8DC">
                    <a:lumMod val="25000"/>
                  </a:srgbClr>
                </a:solidFill>
                <a:latin typeface="源ノ角ゴシック JP" panose="020B0500000000000000" pitchFamily="34" charset="-128"/>
                <a:ea typeface="源ノ角ゴシック JP" panose="020B0500000000000000" pitchFamily="34" charset="-128"/>
              </a:rPr>
              <a:t>「対応」に該当する商品を抽出し、実施量を評価した</a:t>
            </a:r>
            <a:endParaRPr kumimoji="1" lang="en-US" altLang="ja-JP" sz="16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25" name="テキスト ボックス 24">
            <a:extLst>
              <a:ext uri="{FF2B5EF4-FFF2-40B4-BE49-F238E27FC236}">
                <a16:creationId xmlns:a16="http://schemas.microsoft.com/office/drawing/2014/main" id="{58F75C7D-0DDA-9758-7D35-CA5B8FC050A0}"/>
              </a:ext>
            </a:extLst>
          </p:cNvPr>
          <p:cNvSpPr txBox="1"/>
          <p:nvPr/>
        </p:nvSpPr>
        <p:spPr>
          <a:xfrm>
            <a:off x="449184" y="6127760"/>
            <a:ext cx="4744721" cy="245260"/>
          </a:xfrm>
          <a:prstGeom prst="rect">
            <a:avLst/>
          </a:prstGeom>
          <a:noFill/>
        </p:spPr>
        <p:txBody>
          <a:bodyPr wrap="square">
            <a:spAutoFit/>
          </a:bodyPr>
          <a:lstStyle/>
          <a:p>
            <a:pPr>
              <a:lnSpc>
                <a:spcPts val="1280"/>
              </a:lnSpc>
              <a:defRPr/>
            </a:pPr>
            <a:r>
              <a:rPr kumimoji="1" lang="en-US" altLang="ja-JP" sz="9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[7–38] </a:t>
            </a:r>
            <a:r>
              <a:rPr kumimoji="1" lang="ja-JP" altLang="en-US" sz="9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セブン</a:t>
            </a:r>
            <a:r>
              <a:rPr kumimoji="1" lang="en-US" altLang="ja-JP" sz="9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a:t>
            </a:r>
            <a:r>
              <a:rPr kumimoji="1" lang="ja-JP" altLang="en-US" sz="900" spc="2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rPr>
              <a:t>イレブン／セブンプレミアム公式商品情報・ニュースリリース</a:t>
            </a:r>
            <a:endParaRPr kumimoji="1" lang="en-US" altLang="ja-JP" sz="900" spc="20" dirty="0">
              <a:solidFill>
                <a:schemeClr val="tx1">
                  <a:lumMod val="50000"/>
                  <a:lumOff val="50000"/>
                  <a:alpha val="90000"/>
                </a:schemeClr>
              </a:solidFill>
              <a:latin typeface="源ノ角ゴシック JP" panose="020B0500000000000000" pitchFamily="34" charset="-128"/>
              <a:ea typeface="源ノ角ゴシック JP" panose="020B0500000000000000" pitchFamily="34" charset="-128"/>
            </a:endParaRPr>
          </a:p>
        </p:txBody>
      </p:sp>
      <p:grpSp>
        <p:nvGrpSpPr>
          <p:cNvPr id="32" name="グループ化 31">
            <a:extLst>
              <a:ext uri="{FF2B5EF4-FFF2-40B4-BE49-F238E27FC236}">
                <a16:creationId xmlns:a16="http://schemas.microsoft.com/office/drawing/2014/main" id="{EF83589A-A42B-D22D-9D76-3339D6581F06}"/>
              </a:ext>
            </a:extLst>
          </p:cNvPr>
          <p:cNvGrpSpPr/>
          <p:nvPr/>
        </p:nvGrpSpPr>
        <p:grpSpPr>
          <a:xfrm>
            <a:off x="9071299" y="485067"/>
            <a:ext cx="2732813" cy="1296599"/>
            <a:chOff x="8573825" y="4139880"/>
            <a:chExt cx="2732813" cy="1296599"/>
          </a:xfrm>
        </p:grpSpPr>
        <p:sp>
          <p:nvSpPr>
            <p:cNvPr id="31" name="角丸四角形 30">
              <a:extLst>
                <a:ext uri="{FF2B5EF4-FFF2-40B4-BE49-F238E27FC236}">
                  <a16:creationId xmlns:a16="http://schemas.microsoft.com/office/drawing/2014/main" id="{0EC0221F-9A08-6B4F-D5CA-9A86BB9610FF}"/>
                </a:ext>
              </a:extLst>
            </p:cNvPr>
            <p:cNvSpPr/>
            <p:nvPr/>
          </p:nvSpPr>
          <p:spPr>
            <a:xfrm>
              <a:off x="8649817" y="4463479"/>
              <a:ext cx="2656821" cy="973000"/>
            </a:xfrm>
            <a:prstGeom prst="roundRect">
              <a:avLst/>
            </a:prstGeom>
            <a:solidFill>
              <a:srgbClr val="CE4D4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183B89A3-6994-2B27-4A7B-77CECFE57D70}"/>
                </a:ext>
              </a:extLst>
            </p:cNvPr>
            <p:cNvGrpSpPr/>
            <p:nvPr/>
          </p:nvGrpSpPr>
          <p:grpSpPr>
            <a:xfrm>
              <a:off x="8573825" y="4139880"/>
              <a:ext cx="2648672" cy="1209798"/>
              <a:chOff x="656542" y="825372"/>
              <a:chExt cx="2648672" cy="1209798"/>
            </a:xfrm>
          </p:grpSpPr>
          <p:sp>
            <p:nvSpPr>
              <p:cNvPr id="28" name="テキスト ボックス 27">
                <a:extLst>
                  <a:ext uri="{FF2B5EF4-FFF2-40B4-BE49-F238E27FC236}">
                    <a16:creationId xmlns:a16="http://schemas.microsoft.com/office/drawing/2014/main" id="{C8E8B6A0-8297-553F-7BD4-65CD84BA1C9D}"/>
                  </a:ext>
                </a:extLst>
              </p:cNvPr>
              <p:cNvSpPr txBox="1"/>
              <p:nvPr/>
            </p:nvSpPr>
            <p:spPr>
              <a:xfrm>
                <a:off x="656542" y="825372"/>
                <a:ext cx="2586680" cy="327526"/>
              </a:xfrm>
              <a:prstGeom prst="rect">
                <a:avLst/>
              </a:prstGeom>
              <a:noFill/>
            </p:spPr>
            <p:txBody>
              <a:bodyPr wrap="square">
                <a:spAutoFit/>
              </a:bodyPr>
              <a:lstStyle/>
              <a:p>
                <a:pPr>
                  <a:lnSpc>
                    <a:spcPts val="2020"/>
                  </a:lnSpc>
                  <a:defRPr/>
                </a:pPr>
                <a:r>
                  <a:rPr kumimoji="1" lang="ja-JP" altLang="en-US" sz="1250" spc="40">
                    <a:solidFill>
                      <a:srgbClr val="CE4D44"/>
                    </a:solidFill>
                    <a:latin typeface="源ノ角ゴシック JP" panose="020B0500000000000000" pitchFamily="34" charset="-128"/>
                    <a:ea typeface="源ノ角ゴシック JP" panose="020B0500000000000000" pitchFamily="34" charset="-128"/>
                  </a:rPr>
                  <a:t>特定された問題</a:t>
                </a:r>
                <a:endParaRPr kumimoji="1" lang="en-US" altLang="ja-JP" sz="1250" spc="40" dirty="0">
                  <a:solidFill>
                    <a:srgbClr val="CE4D44"/>
                  </a:solidFill>
                  <a:latin typeface="源ノ角ゴシック JP" panose="020B0500000000000000" pitchFamily="34" charset="-128"/>
                  <a:ea typeface="源ノ角ゴシック JP" panose="020B0500000000000000" pitchFamily="34" charset="-128"/>
                </a:endParaRPr>
              </a:p>
            </p:txBody>
          </p:sp>
          <p:sp>
            <p:nvSpPr>
              <p:cNvPr id="30" name="テキスト ボックス 29">
                <a:extLst>
                  <a:ext uri="{FF2B5EF4-FFF2-40B4-BE49-F238E27FC236}">
                    <a16:creationId xmlns:a16="http://schemas.microsoft.com/office/drawing/2014/main" id="{1BCA6DF9-F275-65E3-3E46-0577C8F5CA2D}"/>
                  </a:ext>
                </a:extLst>
              </p:cNvPr>
              <p:cNvSpPr txBox="1"/>
              <p:nvPr/>
            </p:nvSpPr>
            <p:spPr>
              <a:xfrm>
                <a:off x="834232" y="1202313"/>
                <a:ext cx="2470982" cy="832857"/>
              </a:xfrm>
              <a:prstGeom prst="rect">
                <a:avLst/>
              </a:prstGeom>
              <a:noFill/>
            </p:spPr>
            <p:txBody>
              <a:bodyPr wrap="square">
                <a:spAutoFit/>
              </a:bodyPr>
              <a:lstStyle/>
              <a:p>
                <a:pPr>
                  <a:lnSpc>
                    <a:spcPts val="1980"/>
                  </a:lnSpc>
                  <a:defRPr/>
                </a:pPr>
                <a:r>
                  <a:rPr kumimoji="1" lang="ja-JP" altLang="en-US" sz="115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rPr>
                  <a:t>・栄養バランスへの対応について</a:t>
                </a:r>
                <a:endParaRPr kumimoji="1" lang="en-US" altLang="ja-JP" sz="1150" dirty="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15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rPr>
                  <a:t>・エネルギーへの対応について</a:t>
                </a:r>
                <a:endParaRPr kumimoji="1" lang="en-US" altLang="ja-JP" sz="1150" dirty="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150" b="1">
                    <a:solidFill>
                      <a:srgbClr val="DCD8DC">
                        <a:lumMod val="25000"/>
                      </a:srgbClr>
                    </a:solidFill>
                    <a:latin typeface="源ノ角ゴシック JP" panose="020B0500000000000000" pitchFamily="34" charset="-128"/>
                    <a:ea typeface="源ノ角ゴシック JP" panose="020B0500000000000000" pitchFamily="34" charset="-128"/>
                  </a:rPr>
                  <a:t>・脂質への対応について</a:t>
                </a:r>
                <a:endParaRPr kumimoji="1" lang="en-US" altLang="ja-JP" sz="1150" b="1"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grpSp>
      <p:sp>
        <p:nvSpPr>
          <p:cNvPr id="33" name="テキスト ボックス 32">
            <a:extLst>
              <a:ext uri="{FF2B5EF4-FFF2-40B4-BE49-F238E27FC236}">
                <a16:creationId xmlns:a16="http://schemas.microsoft.com/office/drawing/2014/main" id="{3A8CF33A-3519-0ADC-04FE-9925DB7EC6B5}"/>
              </a:ext>
            </a:extLst>
          </p:cNvPr>
          <p:cNvSpPr txBox="1"/>
          <p:nvPr/>
        </p:nvSpPr>
        <p:spPr>
          <a:xfrm>
            <a:off x="7694226" y="5329966"/>
            <a:ext cx="4291885" cy="697755"/>
          </a:xfrm>
          <a:prstGeom prst="rect">
            <a:avLst/>
          </a:prstGeom>
          <a:noFill/>
        </p:spPr>
        <p:txBody>
          <a:bodyPr wrap="square">
            <a:spAutoFit/>
          </a:bodyPr>
          <a:lstStyle/>
          <a:p>
            <a:pPr>
              <a:lnSpc>
                <a:spcPts val="2480"/>
              </a:lnSpc>
              <a:defRPr/>
            </a:pPr>
            <a:r>
              <a:rPr kumimoji="1" lang="ja-JP" altLang="en-US" sz="1450" spc="20">
                <a:solidFill>
                  <a:srgbClr val="C00000"/>
                </a:solidFill>
                <a:latin typeface="源ノ角ゴシック JP" panose="020B0500000000000000" pitchFamily="34" charset="-128"/>
                <a:ea typeface="源ノ角ゴシック JP" panose="020B0500000000000000" pitchFamily="34" charset="-128"/>
              </a:rPr>
              <a:t>脂質への「対応」の実施量が不十分であるという問題は、他社においても確認された</a:t>
            </a:r>
            <a:endParaRPr kumimoji="1" lang="en-US" altLang="ja-JP" sz="1450" spc="20" dirty="0">
              <a:solidFill>
                <a:srgbClr val="C00000"/>
              </a:solidFill>
              <a:latin typeface="源ノ角ゴシック JP" panose="020B0500000000000000" pitchFamily="34" charset="-128"/>
              <a:ea typeface="源ノ角ゴシック JP" panose="020B0500000000000000" pitchFamily="34" charset="-128"/>
            </a:endParaRPr>
          </a:p>
        </p:txBody>
      </p:sp>
      <p:grpSp>
        <p:nvGrpSpPr>
          <p:cNvPr id="36" name="グループ化 35">
            <a:extLst>
              <a:ext uri="{FF2B5EF4-FFF2-40B4-BE49-F238E27FC236}">
                <a16:creationId xmlns:a16="http://schemas.microsoft.com/office/drawing/2014/main" id="{8F0B7DB2-E8A7-89E5-B421-54F6B4506796}"/>
              </a:ext>
            </a:extLst>
          </p:cNvPr>
          <p:cNvGrpSpPr/>
          <p:nvPr/>
        </p:nvGrpSpPr>
        <p:grpSpPr>
          <a:xfrm>
            <a:off x="4911982" y="6095291"/>
            <a:ext cx="2883583" cy="539177"/>
            <a:chOff x="5349304" y="6055535"/>
            <a:chExt cx="2883583" cy="539177"/>
          </a:xfrm>
        </p:grpSpPr>
        <p:sp>
          <p:nvSpPr>
            <p:cNvPr id="34" name="テキスト ボックス 33">
              <a:extLst>
                <a:ext uri="{FF2B5EF4-FFF2-40B4-BE49-F238E27FC236}">
                  <a16:creationId xmlns:a16="http://schemas.microsoft.com/office/drawing/2014/main" id="{5C839628-7F6E-04FD-04CC-85B52CF2FE52}"/>
                </a:ext>
              </a:extLst>
            </p:cNvPr>
            <p:cNvSpPr txBox="1"/>
            <p:nvPr/>
          </p:nvSpPr>
          <p:spPr>
            <a:xfrm>
              <a:off x="5349304" y="6061681"/>
              <a:ext cx="1493391" cy="533031"/>
            </a:xfrm>
            <a:prstGeom prst="rect">
              <a:avLst/>
            </a:prstGeom>
            <a:noFill/>
          </p:spPr>
          <p:txBody>
            <a:bodyPr wrap="square">
              <a:spAutoFit/>
            </a:bodyPr>
            <a:lstStyle/>
            <a:p>
              <a:pPr>
                <a:lnSpc>
                  <a:spcPts val="1840"/>
                </a:lnSpc>
                <a:defRPr/>
              </a:pPr>
              <a:r>
                <a:rPr kumimoji="1" lang="ja-JP" altLang="en-US" sz="1200" spc="20">
                  <a:solidFill>
                    <a:schemeClr val="tx1">
                      <a:lumMod val="65000"/>
                      <a:lumOff val="35000"/>
                    </a:schemeClr>
                  </a:solidFill>
                  <a:latin typeface="源ノ角ゴシック JP" panose="020B0500000000000000" pitchFamily="34" charset="-128"/>
                  <a:ea typeface="源ノ角ゴシック JP" panose="020B0500000000000000" pitchFamily="34" charset="-128"/>
                </a:rPr>
                <a:t>ローソン</a:t>
              </a:r>
              <a:endParaRPr kumimoji="1" lang="en-US" altLang="ja-JP" sz="1200" spc="2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840"/>
                </a:lnSpc>
                <a:defRPr/>
              </a:pPr>
              <a:r>
                <a:rPr kumimoji="1" lang="ja-JP" altLang="en-US" sz="1200" spc="20">
                  <a:solidFill>
                    <a:schemeClr val="tx1">
                      <a:lumMod val="65000"/>
                      <a:lumOff val="35000"/>
                    </a:schemeClr>
                  </a:solidFill>
                  <a:latin typeface="源ノ角ゴシック JP" panose="020B0500000000000000" pitchFamily="34" charset="-128"/>
                  <a:ea typeface="源ノ角ゴシック JP" panose="020B0500000000000000" pitchFamily="34" charset="-128"/>
                </a:rPr>
                <a:t>ファミリーマート</a:t>
              </a:r>
              <a:endParaRPr kumimoji="1" lang="en-US" altLang="ja-JP" sz="1200" spc="2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35" name="テキスト ボックス 34">
              <a:extLst>
                <a:ext uri="{FF2B5EF4-FFF2-40B4-BE49-F238E27FC236}">
                  <a16:creationId xmlns:a16="http://schemas.microsoft.com/office/drawing/2014/main" id="{D0A01629-9420-FBD6-F14B-5F050E34BD33}"/>
                </a:ext>
              </a:extLst>
            </p:cNvPr>
            <p:cNvSpPr txBox="1"/>
            <p:nvPr/>
          </p:nvSpPr>
          <p:spPr>
            <a:xfrm>
              <a:off x="6739496" y="6055535"/>
              <a:ext cx="1493391" cy="533031"/>
            </a:xfrm>
            <a:prstGeom prst="rect">
              <a:avLst/>
            </a:prstGeom>
            <a:noFill/>
          </p:spPr>
          <p:txBody>
            <a:bodyPr wrap="square">
              <a:spAutoFit/>
            </a:bodyPr>
            <a:lstStyle/>
            <a:p>
              <a:pPr>
                <a:lnSpc>
                  <a:spcPts val="1840"/>
                </a:lnSpc>
                <a:defRPr/>
              </a:pPr>
              <a:r>
                <a:rPr kumimoji="1" lang="ja-JP" altLang="en-US" sz="1200" spc="20">
                  <a:solidFill>
                    <a:srgbClr val="CE4D44"/>
                  </a:solidFill>
                  <a:latin typeface="源ノ角ゴシック JP" panose="020B0500000000000000" pitchFamily="34" charset="-128"/>
                  <a:ea typeface="源ノ角ゴシック JP" panose="020B0500000000000000" pitchFamily="34" charset="-128"/>
                </a:rPr>
                <a:t>商品数：</a:t>
              </a:r>
              <a:r>
                <a:rPr kumimoji="1" lang="en-US" altLang="ja-JP" sz="1200" spc="20" dirty="0">
                  <a:solidFill>
                    <a:srgbClr val="CE4D44"/>
                  </a:solidFill>
                  <a:latin typeface="源ノ角ゴシック JP" panose="020B0500000000000000" pitchFamily="34" charset="-128"/>
                  <a:ea typeface="源ノ角ゴシック JP" panose="020B0500000000000000" pitchFamily="34" charset="-128"/>
                </a:rPr>
                <a:t>2</a:t>
              </a:r>
            </a:p>
            <a:p>
              <a:pPr>
                <a:lnSpc>
                  <a:spcPts val="1840"/>
                </a:lnSpc>
                <a:defRPr/>
              </a:pPr>
              <a:r>
                <a:rPr kumimoji="1" lang="ja-JP" altLang="en-US" sz="1200" spc="20">
                  <a:solidFill>
                    <a:srgbClr val="CE4D44"/>
                  </a:solidFill>
                  <a:latin typeface="源ノ角ゴシック JP" panose="020B0500000000000000" pitchFamily="34" charset="-128"/>
                  <a:ea typeface="源ノ角ゴシック JP" panose="020B0500000000000000" pitchFamily="34" charset="-128"/>
                </a:rPr>
                <a:t>商品数：</a:t>
              </a:r>
              <a:r>
                <a:rPr kumimoji="1" lang="en-US" altLang="ja-JP" sz="1200" spc="20" dirty="0">
                  <a:solidFill>
                    <a:srgbClr val="CE4D44"/>
                  </a:solidFill>
                  <a:latin typeface="源ノ角ゴシック JP" panose="020B0500000000000000" pitchFamily="34" charset="-128"/>
                  <a:ea typeface="源ノ角ゴシック JP" panose="020B0500000000000000" pitchFamily="34" charset="-128"/>
                </a:rPr>
                <a:t>1</a:t>
              </a:r>
            </a:p>
          </p:txBody>
        </p:sp>
      </p:grpSp>
    </p:spTree>
    <p:extLst>
      <p:ext uri="{BB962C8B-B14F-4D97-AF65-F5344CB8AC3E}">
        <p14:creationId xmlns:p14="http://schemas.microsoft.com/office/powerpoint/2010/main" val="229291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77C3CC-7A85-5068-C95B-C0E45CD9A36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3929258-74F4-4FF4-D6BB-D10E8AB60815}"/>
              </a:ext>
            </a:extLst>
          </p:cNvPr>
          <p:cNvSpPr txBox="1"/>
          <p:nvPr/>
        </p:nvSpPr>
        <p:spPr>
          <a:xfrm>
            <a:off x="223842" y="481990"/>
            <a:ext cx="9137328"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セブンイレブンでは、脂質への「対応」の実施量が不十分である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grpSp>
        <p:nvGrpSpPr>
          <p:cNvPr id="2" name="グループ化 1">
            <a:extLst>
              <a:ext uri="{FF2B5EF4-FFF2-40B4-BE49-F238E27FC236}">
                <a16:creationId xmlns:a16="http://schemas.microsoft.com/office/drawing/2014/main" id="{7F6A7DE2-E202-5546-9203-C58E7333CA35}"/>
              </a:ext>
            </a:extLst>
          </p:cNvPr>
          <p:cNvGrpSpPr/>
          <p:nvPr/>
        </p:nvGrpSpPr>
        <p:grpSpPr>
          <a:xfrm>
            <a:off x="524467" y="1074179"/>
            <a:ext cx="7813460" cy="1914829"/>
            <a:chOff x="332220" y="2642264"/>
            <a:chExt cx="7813460" cy="1914829"/>
          </a:xfrm>
        </p:grpSpPr>
        <p:sp>
          <p:nvSpPr>
            <p:cNvPr id="6" name="テキスト ボックス 5">
              <a:extLst>
                <a:ext uri="{FF2B5EF4-FFF2-40B4-BE49-F238E27FC236}">
                  <a16:creationId xmlns:a16="http://schemas.microsoft.com/office/drawing/2014/main" id="{734DE010-C4E0-86DD-C7C8-B7A3151EDE6C}"/>
                </a:ext>
              </a:extLst>
            </p:cNvPr>
            <p:cNvSpPr txBox="1"/>
            <p:nvPr/>
          </p:nvSpPr>
          <p:spPr>
            <a:xfrm>
              <a:off x="332220" y="2642264"/>
              <a:ext cx="4868430" cy="333681"/>
            </a:xfrm>
            <a:prstGeom prst="rect">
              <a:avLst/>
            </a:prstGeom>
            <a:noFill/>
          </p:spPr>
          <p:txBody>
            <a:bodyPr wrap="square">
              <a:spAutoFit/>
            </a:bodyPr>
            <a:lstStyle/>
            <a:p>
              <a:pPr>
                <a:lnSpc>
                  <a:spcPts val="2020"/>
                </a:lnSpc>
                <a:defRPr/>
              </a:pPr>
              <a:r>
                <a:rPr kumimoji="1" lang="ja-JP" altLang="en-US" sz="1600" b="1" spc="30">
                  <a:solidFill>
                    <a:schemeClr val="bg2">
                      <a:lumMod val="25000"/>
                    </a:schemeClr>
                  </a:solidFill>
                  <a:latin typeface="源ノ角ゴシック JP" panose="020B0500000000000000" pitchFamily="34" charset="-128"/>
                  <a:ea typeface="源ノ角ゴシック JP" panose="020B0500000000000000" pitchFamily="34" charset="-128"/>
                </a:rPr>
                <a:t>「対応」に該当する商品の抽出方法</a:t>
              </a:r>
              <a:endParaRPr kumimoji="1" lang="en-US" altLang="ja-JP" sz="1600" b="1" spc="30" dirty="0">
                <a:solidFill>
                  <a:schemeClr val="bg2">
                    <a:lumMod val="25000"/>
                  </a:schemeClr>
                </a:solidFill>
                <a:latin typeface="源ノ角ゴシック JP" panose="020B0500000000000000" pitchFamily="34" charset="-128"/>
                <a:ea typeface="源ノ角ゴシック JP" panose="020B0500000000000000" pitchFamily="34" charset="-128"/>
              </a:endParaRPr>
            </a:p>
          </p:txBody>
        </p:sp>
        <p:grpSp>
          <p:nvGrpSpPr>
            <p:cNvPr id="7" name="グループ化 6">
              <a:extLst>
                <a:ext uri="{FF2B5EF4-FFF2-40B4-BE49-F238E27FC236}">
                  <a16:creationId xmlns:a16="http://schemas.microsoft.com/office/drawing/2014/main" id="{720BBE32-7D96-B4E1-C263-E1FDDC75512B}"/>
                </a:ext>
              </a:extLst>
            </p:cNvPr>
            <p:cNvGrpSpPr/>
            <p:nvPr/>
          </p:nvGrpSpPr>
          <p:grpSpPr>
            <a:xfrm>
              <a:off x="453590" y="3010620"/>
              <a:ext cx="7692090" cy="622412"/>
              <a:chOff x="453590" y="2999190"/>
              <a:chExt cx="7692090" cy="622412"/>
            </a:xfrm>
          </p:grpSpPr>
          <p:sp>
            <p:nvSpPr>
              <p:cNvPr id="20" name="テキスト ボックス 19">
                <a:extLst>
                  <a:ext uri="{FF2B5EF4-FFF2-40B4-BE49-F238E27FC236}">
                    <a16:creationId xmlns:a16="http://schemas.microsoft.com/office/drawing/2014/main" id="{5C0905D0-6729-8D7B-14E1-5864DDF8823A}"/>
                  </a:ext>
                </a:extLst>
              </p:cNvPr>
              <p:cNvSpPr txBox="1"/>
              <p:nvPr/>
            </p:nvSpPr>
            <p:spPr>
              <a:xfrm>
                <a:off x="453590" y="2999190"/>
                <a:ext cx="7033060" cy="334066"/>
              </a:xfrm>
              <a:prstGeom prst="rect">
                <a:avLst/>
              </a:prstGeom>
              <a:noFill/>
            </p:spPr>
            <p:txBody>
              <a:bodyPr wrap="square">
                <a:spAutoFit/>
              </a:bodyPr>
              <a:lstStyle/>
              <a:p>
                <a:pPr>
                  <a:lnSpc>
                    <a:spcPts val="2080"/>
                  </a:lnSpc>
                  <a:defRPr/>
                </a:pP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手順１：</a:t>
                </a:r>
                <a:r>
                  <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rPr>
                  <a:t>2010</a:t>
                </a: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年ごろから現在までに、新しく発売されたコンビニオリジナル商品を列挙する</a:t>
                </a:r>
                <a:endPar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21" name="テキスト ボックス 20">
                <a:extLst>
                  <a:ext uri="{FF2B5EF4-FFF2-40B4-BE49-F238E27FC236}">
                    <a16:creationId xmlns:a16="http://schemas.microsoft.com/office/drawing/2014/main" id="{27E7B905-F673-E68E-5551-BF5D64DFBB1A}"/>
                  </a:ext>
                </a:extLst>
              </p:cNvPr>
              <p:cNvSpPr txBox="1"/>
              <p:nvPr/>
            </p:nvSpPr>
            <p:spPr>
              <a:xfrm>
                <a:off x="1112620" y="3287536"/>
                <a:ext cx="7033060" cy="334066"/>
              </a:xfrm>
              <a:prstGeom prst="rect">
                <a:avLst/>
              </a:prstGeom>
              <a:noFill/>
            </p:spPr>
            <p:txBody>
              <a:bodyPr wrap="square">
                <a:spAutoFit/>
              </a:bodyPr>
              <a:lstStyle/>
              <a:p>
                <a:pPr>
                  <a:lnSpc>
                    <a:spcPts val="2080"/>
                  </a:lnSpc>
                  <a:defRPr/>
                </a:pP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 セブンイレブン</a:t>
                </a:r>
                <a:r>
                  <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rPr>
                  <a:t>1102</a:t>
                </a: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商品、ローソン</a:t>
                </a:r>
                <a:r>
                  <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rPr>
                  <a:t>1215</a:t>
                </a: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商品、ファミリーマート</a:t>
                </a:r>
                <a:r>
                  <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rPr>
                  <a:t>2996</a:t>
                </a: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商品を得た</a:t>
                </a:r>
                <a:endPar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grpSp>
          <p:nvGrpSpPr>
            <p:cNvPr id="8" name="グループ化 7">
              <a:extLst>
                <a:ext uri="{FF2B5EF4-FFF2-40B4-BE49-F238E27FC236}">
                  <a16:creationId xmlns:a16="http://schemas.microsoft.com/office/drawing/2014/main" id="{3900528F-A438-1DCD-CEDA-CCF039CA282C}"/>
                </a:ext>
              </a:extLst>
            </p:cNvPr>
            <p:cNvGrpSpPr/>
            <p:nvPr/>
          </p:nvGrpSpPr>
          <p:grpSpPr>
            <a:xfrm>
              <a:off x="453590" y="3658686"/>
              <a:ext cx="7692090" cy="898407"/>
              <a:chOff x="453590" y="3663010"/>
              <a:chExt cx="7692090" cy="898407"/>
            </a:xfrm>
          </p:grpSpPr>
          <p:sp>
            <p:nvSpPr>
              <p:cNvPr id="10" name="テキスト ボックス 9">
                <a:extLst>
                  <a:ext uri="{FF2B5EF4-FFF2-40B4-BE49-F238E27FC236}">
                    <a16:creationId xmlns:a16="http://schemas.microsoft.com/office/drawing/2014/main" id="{300B4D70-A361-9F13-7FD4-92FC24469952}"/>
                  </a:ext>
                </a:extLst>
              </p:cNvPr>
              <p:cNvSpPr txBox="1"/>
              <p:nvPr/>
            </p:nvSpPr>
            <p:spPr>
              <a:xfrm>
                <a:off x="453590" y="3663010"/>
                <a:ext cx="7577790" cy="603370"/>
              </a:xfrm>
              <a:prstGeom prst="rect">
                <a:avLst/>
              </a:prstGeom>
              <a:noFill/>
            </p:spPr>
            <p:txBody>
              <a:bodyPr wrap="square">
                <a:spAutoFit/>
              </a:bodyPr>
              <a:lstStyle/>
              <a:p>
                <a:pPr>
                  <a:lnSpc>
                    <a:spcPts val="2080"/>
                  </a:lnSpc>
                  <a:defRPr/>
                </a:pP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手順２：得られたすべての商品に対して、上記３つのニーズとの関連度</a:t>
                </a:r>
                <a:r>
                  <a:rPr kumimoji="1" lang="ja-JP" altLang="en-US" sz="1300" b="1">
                    <a:solidFill>
                      <a:schemeClr val="tx1">
                        <a:lumMod val="75000"/>
                        <a:lumOff val="25000"/>
                      </a:schemeClr>
                    </a:solidFill>
                    <a:latin typeface="源ノ角ゴシック JP" panose="020B0500000000000000" pitchFamily="34" charset="-128"/>
                    <a:ea typeface="源ノ角ゴシック JP" panose="020B0500000000000000" pitchFamily="34" charset="-128"/>
                  </a:rPr>
                  <a:t>「当てはまり度」</a:t>
                </a: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を算出し、</a:t>
                </a:r>
                <a:endPar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080"/>
                  </a:lnSpc>
                  <a:defRPr/>
                </a:pP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　　　　値が</a:t>
                </a:r>
                <a:r>
                  <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rPr>
                  <a:t>60</a:t>
                </a: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以上の商品を、「対応」に該当する商品として抽出した</a:t>
                </a:r>
                <a:endPar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3" name="テキスト ボックス 12">
                <a:extLst>
                  <a:ext uri="{FF2B5EF4-FFF2-40B4-BE49-F238E27FC236}">
                    <a16:creationId xmlns:a16="http://schemas.microsoft.com/office/drawing/2014/main" id="{2A347E9D-D461-7EF2-0B38-567C8FDA11A3}"/>
                  </a:ext>
                </a:extLst>
              </p:cNvPr>
              <p:cNvSpPr txBox="1"/>
              <p:nvPr/>
            </p:nvSpPr>
            <p:spPr>
              <a:xfrm>
                <a:off x="1112620" y="4221259"/>
                <a:ext cx="7033060" cy="340158"/>
              </a:xfrm>
              <a:prstGeom prst="rect">
                <a:avLst/>
              </a:prstGeom>
              <a:noFill/>
            </p:spPr>
            <p:txBody>
              <a:bodyPr wrap="square">
                <a:spAutoFit/>
              </a:bodyPr>
              <a:lstStyle/>
              <a:p>
                <a:pPr>
                  <a:lnSpc>
                    <a:spcPts val="2080"/>
                  </a:lnSpc>
                  <a:defRPr/>
                </a:pPr>
                <a:r>
                  <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 この際、</a:t>
                </a:r>
                <a:r>
                  <a:rPr kumimoji="1" lang="ja-JP" altLang="en-US" sz="1300">
                    <a:solidFill>
                      <a:srgbClr val="C00000"/>
                    </a:solidFill>
                    <a:latin typeface="源ノ角ゴシック JP" panose="020B0500000000000000" pitchFamily="34" charset="-128"/>
                    <a:ea typeface="源ノ角ゴシック JP" panose="020B0500000000000000" pitchFamily="34" charset="-128"/>
                  </a:rPr>
                  <a:t>各商品の公式情報（特に商品名や商品開発の目的）</a:t>
                </a:r>
                <a:r>
                  <a:rPr kumimoji="1" lang="ja-JP" altLang="en-US" sz="1300">
                    <a:solidFill>
                      <a:srgbClr val="DCD8DC">
                        <a:lumMod val="25000"/>
                      </a:srgbClr>
                    </a:solidFill>
                    <a:latin typeface="源ノ角ゴシック JP" panose="020B0500000000000000" pitchFamily="34" charset="-128"/>
                    <a:ea typeface="源ノ角ゴシック JP" panose="020B0500000000000000" pitchFamily="34" charset="-128"/>
                  </a:rPr>
                  <a:t>を参照した</a:t>
                </a:r>
                <a:endParaRPr kumimoji="1" lang="en-US" altLang="ja-JP" sz="130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grpSp>
      <p:pic>
        <p:nvPicPr>
          <p:cNvPr id="23" name="図 22">
            <a:extLst>
              <a:ext uri="{FF2B5EF4-FFF2-40B4-BE49-F238E27FC236}">
                <a16:creationId xmlns:a16="http://schemas.microsoft.com/office/drawing/2014/main" id="{62D24087-B622-C05A-819A-85F0AD740C5E}"/>
              </a:ext>
            </a:extLst>
          </p:cNvPr>
          <p:cNvPicPr>
            <a:picLocks noChangeAspect="1"/>
          </p:cNvPicPr>
          <p:nvPr/>
        </p:nvPicPr>
        <p:blipFill>
          <a:blip r:embed="rId3"/>
          <a:srcRect l="2046" t="3123" r="2941" b="3123"/>
          <a:stretch>
            <a:fillRect/>
          </a:stretch>
        </p:blipFill>
        <p:spPr>
          <a:xfrm>
            <a:off x="5131677" y="3266501"/>
            <a:ext cx="6384364" cy="3144923"/>
          </a:xfrm>
          <a:prstGeom prst="rect">
            <a:avLst/>
          </a:prstGeom>
          <a:effectLst>
            <a:glow rad="12700">
              <a:schemeClr val="tx1">
                <a:lumMod val="50000"/>
                <a:lumOff val="50000"/>
              </a:schemeClr>
            </a:glow>
          </a:effectLst>
        </p:spPr>
      </p:pic>
      <p:pic>
        <p:nvPicPr>
          <p:cNvPr id="24" name="図 23">
            <a:extLst>
              <a:ext uri="{FF2B5EF4-FFF2-40B4-BE49-F238E27FC236}">
                <a16:creationId xmlns:a16="http://schemas.microsoft.com/office/drawing/2014/main" id="{3D4705A6-7D7A-651C-DBF6-60B6A55C8516}"/>
              </a:ext>
            </a:extLst>
          </p:cNvPr>
          <p:cNvPicPr>
            <a:picLocks noChangeAspect="1"/>
          </p:cNvPicPr>
          <p:nvPr/>
        </p:nvPicPr>
        <p:blipFill>
          <a:blip r:embed="rId4"/>
          <a:srcRect l="3477" t="2697" r="7371" b="5378"/>
          <a:stretch>
            <a:fillRect/>
          </a:stretch>
        </p:blipFill>
        <p:spPr>
          <a:xfrm>
            <a:off x="628950" y="3266501"/>
            <a:ext cx="4149488" cy="1765916"/>
          </a:xfrm>
          <a:prstGeom prst="rect">
            <a:avLst/>
          </a:prstGeom>
          <a:effectLst>
            <a:glow rad="12700">
              <a:schemeClr val="tx1">
                <a:lumMod val="50000"/>
                <a:lumOff val="50000"/>
              </a:schemeClr>
            </a:glow>
          </a:effectLst>
        </p:spPr>
      </p:pic>
    </p:spTree>
    <p:extLst>
      <p:ext uri="{BB962C8B-B14F-4D97-AF65-F5344CB8AC3E}">
        <p14:creationId xmlns:p14="http://schemas.microsoft.com/office/powerpoint/2010/main" val="2942602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グループ化 63">
            <a:extLst>
              <a:ext uri="{FF2B5EF4-FFF2-40B4-BE49-F238E27FC236}">
                <a16:creationId xmlns:a16="http://schemas.microsoft.com/office/drawing/2014/main" id="{883E4858-F42A-D54D-7353-03C12CF1B5A0}"/>
              </a:ext>
            </a:extLst>
          </p:cNvPr>
          <p:cNvGrpSpPr/>
          <p:nvPr/>
        </p:nvGrpSpPr>
        <p:grpSpPr>
          <a:xfrm>
            <a:off x="1201135" y="4872754"/>
            <a:ext cx="10090494" cy="1419927"/>
            <a:chOff x="1014186" y="4879534"/>
            <a:chExt cx="10090494" cy="1419927"/>
          </a:xfrm>
        </p:grpSpPr>
        <p:sp>
          <p:nvSpPr>
            <p:cNvPr id="65" name="テキスト ボックス 64">
              <a:extLst>
                <a:ext uri="{FF2B5EF4-FFF2-40B4-BE49-F238E27FC236}">
                  <a16:creationId xmlns:a16="http://schemas.microsoft.com/office/drawing/2014/main" id="{9838B25E-8F8C-9E21-322A-99F08C954F49}"/>
                </a:ext>
              </a:extLst>
            </p:cNvPr>
            <p:cNvSpPr txBox="1"/>
            <p:nvPr/>
          </p:nvSpPr>
          <p:spPr>
            <a:xfrm>
              <a:off x="1014186" y="4879534"/>
              <a:ext cx="10090494" cy="823752"/>
            </a:xfrm>
            <a:prstGeom prst="rect">
              <a:avLst/>
            </a:prstGeom>
            <a:noFill/>
          </p:spPr>
          <p:txBody>
            <a:bodyPr wrap="square">
              <a:spAutoFit/>
            </a:bodyPr>
            <a:lstStyle/>
            <a:p>
              <a:pPr>
                <a:lnSpc>
                  <a:spcPts val="2980"/>
                </a:lnSpc>
                <a:defRPr/>
              </a:pPr>
              <a:r>
                <a:rPr kumimoji="1" lang="ja-JP" altLang="en-US" sz="1900" spc="30">
                  <a:solidFill>
                    <a:srgbClr val="C00000"/>
                  </a:solidFill>
                  <a:latin typeface="源ノ角ゴシック JP" panose="020B0500000000000000" pitchFamily="34" charset="-128"/>
                  <a:ea typeface="源ノ角ゴシック JP" panose="020B0500000000000000" pitchFamily="34" charset="-128"/>
                </a:rPr>
                <a:t>購買記録数は、</a:t>
              </a:r>
              <a:endParaRPr kumimoji="1" lang="en-US" altLang="ja-JP" sz="1900" spc="30" dirty="0">
                <a:solidFill>
                  <a:srgbClr val="C00000"/>
                </a:solidFill>
                <a:latin typeface="源ノ角ゴシック JP" panose="020B0500000000000000" pitchFamily="34" charset="-128"/>
                <a:ea typeface="源ノ角ゴシック JP" panose="020B0500000000000000" pitchFamily="34" charset="-128"/>
              </a:endParaRPr>
            </a:p>
            <a:p>
              <a:pPr>
                <a:lnSpc>
                  <a:spcPts val="2980"/>
                </a:lnSpc>
                <a:defRPr/>
              </a:pPr>
              <a:r>
                <a:rPr kumimoji="1" lang="ja-JP" altLang="en-US" sz="1900" spc="30">
                  <a:solidFill>
                    <a:srgbClr val="C00000"/>
                  </a:solidFill>
                  <a:latin typeface="源ノ角ゴシック JP" panose="020B0500000000000000" pitchFamily="34" charset="-128"/>
                  <a:ea typeface="源ノ角ゴシック JP" panose="020B0500000000000000" pitchFamily="34" charset="-128"/>
                </a:rPr>
                <a:t>対象属性のセブンイレブン利用者</a:t>
              </a:r>
              <a:r>
                <a:rPr kumimoji="1" lang="en-US" altLang="ja-JP" sz="1900" spc="30" dirty="0">
                  <a:solidFill>
                    <a:srgbClr val="C00000"/>
                  </a:solidFill>
                  <a:latin typeface="源ノ角ゴシック JP" panose="020B0500000000000000" pitchFamily="34" charset="-128"/>
                  <a:ea typeface="源ノ角ゴシック JP" panose="020B0500000000000000" pitchFamily="34" charset="-128"/>
                </a:rPr>
                <a:t>1000</a:t>
              </a:r>
              <a:r>
                <a:rPr kumimoji="1" lang="ja-JP" altLang="en-US" sz="1900" spc="30">
                  <a:solidFill>
                    <a:srgbClr val="C00000"/>
                  </a:solidFill>
                  <a:latin typeface="源ノ角ゴシック JP" panose="020B0500000000000000" pitchFamily="34" charset="-128"/>
                  <a:ea typeface="源ノ角ゴシック JP" panose="020B0500000000000000" pitchFamily="34" charset="-128"/>
                </a:rPr>
                <a:t>人あたり、「対応」商品が何回購買されたかを示す</a:t>
              </a:r>
              <a:endParaRPr kumimoji="1" lang="en-US" altLang="ja-JP" sz="1900" spc="30" dirty="0">
                <a:solidFill>
                  <a:srgbClr val="C00000"/>
                </a:solidFill>
                <a:latin typeface="源ノ角ゴシック JP" panose="020B0500000000000000" pitchFamily="34" charset="-128"/>
                <a:ea typeface="源ノ角ゴシック JP" panose="020B0500000000000000" pitchFamily="34" charset="-128"/>
              </a:endParaRPr>
            </a:p>
          </p:txBody>
        </p:sp>
        <p:sp>
          <p:nvSpPr>
            <p:cNvPr id="66" name="テキスト ボックス 65">
              <a:extLst>
                <a:ext uri="{FF2B5EF4-FFF2-40B4-BE49-F238E27FC236}">
                  <a16:creationId xmlns:a16="http://schemas.microsoft.com/office/drawing/2014/main" id="{C3DA6627-0445-E559-DF24-B275885969FE}"/>
                </a:ext>
              </a:extLst>
            </p:cNvPr>
            <p:cNvSpPr txBox="1"/>
            <p:nvPr/>
          </p:nvSpPr>
          <p:spPr>
            <a:xfrm>
              <a:off x="1043682" y="5918138"/>
              <a:ext cx="7172912" cy="381323"/>
            </a:xfrm>
            <a:prstGeom prst="rect">
              <a:avLst/>
            </a:prstGeom>
            <a:noFill/>
          </p:spPr>
          <p:txBody>
            <a:bodyPr wrap="square">
              <a:spAutoFit/>
            </a:bodyPr>
            <a:lstStyle/>
            <a:p>
              <a:pPr>
                <a:lnSpc>
                  <a:spcPts val="2380"/>
                </a:lnSpc>
                <a:defRPr/>
              </a:pPr>
              <a:r>
                <a:rPr kumimoji="1" lang="ja-JP" altLang="en-US" sz="19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 その値が大きいほど、「対応」の適切さが高いと評価される</a:t>
              </a:r>
              <a:endParaRPr kumimoji="1" lang="en-US" altLang="ja-JP" sz="19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nvGrpSpPr>
          <p:cNvPr id="56" name="グループ化 55">
            <a:extLst>
              <a:ext uri="{FF2B5EF4-FFF2-40B4-BE49-F238E27FC236}">
                <a16:creationId xmlns:a16="http://schemas.microsoft.com/office/drawing/2014/main" id="{7847B1C6-B9AE-1EDB-3802-FDC14C770251}"/>
              </a:ext>
            </a:extLst>
          </p:cNvPr>
          <p:cNvGrpSpPr/>
          <p:nvPr/>
        </p:nvGrpSpPr>
        <p:grpSpPr>
          <a:xfrm>
            <a:off x="1201135" y="3279962"/>
            <a:ext cx="9789730" cy="988152"/>
            <a:chOff x="149525" y="2603222"/>
            <a:chExt cx="9789730" cy="988152"/>
          </a:xfrm>
        </p:grpSpPr>
        <p:sp>
          <p:nvSpPr>
            <p:cNvPr id="57" name="テキスト ボックス 56">
              <a:extLst>
                <a:ext uri="{FF2B5EF4-FFF2-40B4-BE49-F238E27FC236}">
                  <a16:creationId xmlns:a16="http://schemas.microsoft.com/office/drawing/2014/main" id="{D39191DD-95A0-9F4F-3E0F-70BD2AFB70E7}"/>
                </a:ext>
              </a:extLst>
            </p:cNvPr>
            <p:cNvSpPr txBox="1"/>
            <p:nvPr/>
          </p:nvSpPr>
          <p:spPr>
            <a:xfrm>
              <a:off x="149525" y="2913587"/>
              <a:ext cx="3596048" cy="352019"/>
            </a:xfrm>
            <a:prstGeom prst="rect">
              <a:avLst/>
            </a:prstGeom>
            <a:noFill/>
          </p:spPr>
          <p:txBody>
            <a:bodyPr wrap="square">
              <a:spAutoFit/>
            </a:bodyPr>
            <a:lstStyle/>
            <a:p>
              <a:pPr>
                <a:lnSpc>
                  <a:spcPts val="2020"/>
                </a:lnSpc>
                <a:defRPr/>
              </a:pPr>
              <a:r>
                <a:rPr kumimoji="1" lang="ja-JP" altLang="en-US" sz="2200" b="1">
                  <a:solidFill>
                    <a:schemeClr val="tx1">
                      <a:lumMod val="65000"/>
                      <a:lumOff val="35000"/>
                    </a:schemeClr>
                  </a:solidFill>
                  <a:latin typeface="源ノ角ゴシック JP" panose="020B0500000000000000" pitchFamily="34" charset="-128"/>
                  <a:ea typeface="源ノ角ゴシック JP" panose="020B0500000000000000" pitchFamily="34" charset="-128"/>
                </a:rPr>
                <a:t>購買記録数（件</a:t>
              </a:r>
              <a:r>
                <a:rPr kumimoji="1" lang="en-US" altLang="ja-JP" sz="22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 / 1000</a:t>
              </a:r>
              <a:r>
                <a:rPr kumimoji="1" lang="ja-JP" altLang="en-US" sz="2200" b="1">
                  <a:solidFill>
                    <a:schemeClr val="tx1">
                      <a:lumMod val="65000"/>
                      <a:lumOff val="35000"/>
                    </a:schemeClr>
                  </a:solidFill>
                  <a:latin typeface="源ノ角ゴシック JP" panose="020B0500000000000000" pitchFamily="34" charset="-128"/>
                  <a:ea typeface="源ノ角ゴシック JP" panose="020B0500000000000000" pitchFamily="34" charset="-128"/>
                </a:rPr>
                <a:t>人）</a:t>
              </a:r>
              <a:endParaRPr kumimoji="1" lang="en-US" altLang="ja-JP" sz="22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58" name="テキスト ボックス 57">
              <a:extLst>
                <a:ext uri="{FF2B5EF4-FFF2-40B4-BE49-F238E27FC236}">
                  <a16:creationId xmlns:a16="http://schemas.microsoft.com/office/drawing/2014/main" id="{8F00017D-62E9-AD73-1754-4352522CCA44}"/>
                </a:ext>
              </a:extLst>
            </p:cNvPr>
            <p:cNvSpPr txBox="1"/>
            <p:nvPr/>
          </p:nvSpPr>
          <p:spPr>
            <a:xfrm>
              <a:off x="3984602" y="2603222"/>
              <a:ext cx="4569131" cy="348813"/>
            </a:xfrm>
            <a:prstGeom prst="rect">
              <a:avLst/>
            </a:prstGeom>
            <a:noFill/>
          </p:spPr>
          <p:txBody>
            <a:bodyPr wrap="square">
              <a:spAutoFit/>
            </a:bodyPr>
            <a:lstStyle/>
            <a:p>
              <a:pPr algn="ctr">
                <a:lnSpc>
                  <a:spcPts val="2020"/>
                </a:lnSpc>
                <a:defRPr/>
              </a:pPr>
              <a:r>
                <a:rPr kumimoji="1" lang="ja-JP" altLang="en-US" sz="2000" b="1">
                  <a:solidFill>
                    <a:schemeClr val="tx1">
                      <a:lumMod val="65000"/>
                      <a:lumOff val="35000"/>
                    </a:schemeClr>
                  </a:solidFill>
                  <a:latin typeface="源ノ角ゴシック JP" panose="020B0500000000000000" pitchFamily="34" charset="-128"/>
                  <a:ea typeface="源ノ角ゴシック JP" panose="020B0500000000000000" pitchFamily="34" charset="-128"/>
                </a:rPr>
                <a:t>「対応」商品の購買記録の総数（件）</a:t>
              </a:r>
              <a:endParaRPr kumimoji="1" lang="en-US" altLang="ja-JP" sz="20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59" name="テキスト ボックス 58">
              <a:extLst>
                <a:ext uri="{FF2B5EF4-FFF2-40B4-BE49-F238E27FC236}">
                  <a16:creationId xmlns:a16="http://schemas.microsoft.com/office/drawing/2014/main" id="{F0CF6FC9-41EC-5CA9-DE57-1AF17D21CA06}"/>
                </a:ext>
              </a:extLst>
            </p:cNvPr>
            <p:cNvSpPr txBox="1"/>
            <p:nvPr/>
          </p:nvSpPr>
          <p:spPr>
            <a:xfrm>
              <a:off x="4312392" y="3242561"/>
              <a:ext cx="4047492" cy="348813"/>
            </a:xfrm>
            <a:prstGeom prst="rect">
              <a:avLst/>
            </a:prstGeom>
            <a:noFill/>
          </p:spPr>
          <p:txBody>
            <a:bodyPr wrap="square">
              <a:spAutoFit/>
            </a:bodyPr>
            <a:lstStyle/>
            <a:p>
              <a:pPr algn="ctr">
                <a:lnSpc>
                  <a:spcPts val="2020"/>
                </a:lnSpc>
                <a:defRPr/>
              </a:pPr>
              <a:r>
                <a:rPr kumimoji="1" lang="ja-JP" altLang="en-US" sz="2000" b="1">
                  <a:solidFill>
                    <a:schemeClr val="tx1">
                      <a:lumMod val="65000"/>
                      <a:lumOff val="35000"/>
                    </a:schemeClr>
                  </a:solidFill>
                  <a:latin typeface="源ノ角ゴシック JP" panose="020B0500000000000000" pitchFamily="34" charset="-128"/>
                  <a:ea typeface="源ノ角ゴシック JP" panose="020B0500000000000000" pitchFamily="34" charset="-128"/>
                </a:rPr>
                <a:t>対象属性のセブン利用者数（人）</a:t>
              </a:r>
              <a:endParaRPr kumimoji="1" lang="en-US" altLang="ja-JP" sz="20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60" name="テキスト ボックス 59">
              <a:extLst>
                <a:ext uri="{FF2B5EF4-FFF2-40B4-BE49-F238E27FC236}">
                  <a16:creationId xmlns:a16="http://schemas.microsoft.com/office/drawing/2014/main" id="{115D8F99-9725-004C-4DB8-3E25574057A8}"/>
                </a:ext>
              </a:extLst>
            </p:cNvPr>
            <p:cNvSpPr txBox="1"/>
            <p:nvPr/>
          </p:nvSpPr>
          <p:spPr>
            <a:xfrm>
              <a:off x="3623237" y="2938843"/>
              <a:ext cx="451562" cy="361189"/>
            </a:xfrm>
            <a:prstGeom prst="rect">
              <a:avLst/>
            </a:prstGeom>
            <a:noFill/>
          </p:spPr>
          <p:txBody>
            <a:bodyPr wrap="square">
              <a:spAutoFit/>
            </a:bodyPr>
            <a:lstStyle/>
            <a:p>
              <a:pPr>
                <a:lnSpc>
                  <a:spcPts val="2020"/>
                </a:lnSpc>
                <a:defRPr/>
              </a:pPr>
              <a:r>
                <a:rPr kumimoji="1" lang="en-US" altLang="ja-JP" sz="22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p>
          </p:txBody>
        </p:sp>
        <p:cxnSp>
          <p:nvCxnSpPr>
            <p:cNvPr id="61" name="直線コネクタ 60">
              <a:extLst>
                <a:ext uri="{FF2B5EF4-FFF2-40B4-BE49-F238E27FC236}">
                  <a16:creationId xmlns:a16="http://schemas.microsoft.com/office/drawing/2014/main" id="{ADD11F1F-C03E-8026-252F-8BFEE21D5BF9}"/>
                </a:ext>
              </a:extLst>
            </p:cNvPr>
            <p:cNvCxnSpPr>
              <a:cxnSpLocks/>
            </p:cNvCxnSpPr>
            <p:nvPr/>
          </p:nvCxnSpPr>
          <p:spPr>
            <a:xfrm>
              <a:off x="4092181" y="3055282"/>
              <a:ext cx="4293830" cy="0"/>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2" name="テキスト ボックス 61">
              <a:extLst>
                <a:ext uri="{FF2B5EF4-FFF2-40B4-BE49-F238E27FC236}">
                  <a16:creationId xmlns:a16="http://schemas.microsoft.com/office/drawing/2014/main" id="{181E416D-F427-71F1-E20D-B8FAE1613FBB}"/>
                </a:ext>
              </a:extLst>
            </p:cNvPr>
            <p:cNvSpPr txBox="1"/>
            <p:nvPr/>
          </p:nvSpPr>
          <p:spPr>
            <a:xfrm>
              <a:off x="8497098" y="2941948"/>
              <a:ext cx="451562" cy="361189"/>
            </a:xfrm>
            <a:prstGeom prst="rect">
              <a:avLst/>
            </a:prstGeom>
            <a:noFill/>
          </p:spPr>
          <p:txBody>
            <a:bodyPr wrap="square">
              <a:spAutoFit/>
            </a:bodyPr>
            <a:lstStyle/>
            <a:p>
              <a:pPr>
                <a:lnSpc>
                  <a:spcPts val="2020"/>
                </a:lnSpc>
                <a:defRPr/>
              </a:pPr>
              <a:r>
                <a:rPr kumimoji="1" lang="en-US" altLang="ja-JP" sz="22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p>
          </p:txBody>
        </p:sp>
        <p:sp>
          <p:nvSpPr>
            <p:cNvPr id="63" name="テキスト ボックス 62">
              <a:extLst>
                <a:ext uri="{FF2B5EF4-FFF2-40B4-BE49-F238E27FC236}">
                  <a16:creationId xmlns:a16="http://schemas.microsoft.com/office/drawing/2014/main" id="{4C10DCDE-0237-27DD-C60C-B98FDC49C9CC}"/>
                </a:ext>
              </a:extLst>
            </p:cNvPr>
            <p:cNvSpPr txBox="1"/>
            <p:nvPr/>
          </p:nvSpPr>
          <p:spPr>
            <a:xfrm>
              <a:off x="8939427" y="2924094"/>
              <a:ext cx="999828" cy="361189"/>
            </a:xfrm>
            <a:prstGeom prst="rect">
              <a:avLst/>
            </a:prstGeom>
            <a:noFill/>
          </p:spPr>
          <p:txBody>
            <a:bodyPr wrap="square">
              <a:spAutoFit/>
            </a:bodyPr>
            <a:lstStyle/>
            <a:p>
              <a:pPr>
                <a:lnSpc>
                  <a:spcPts val="2020"/>
                </a:lnSpc>
                <a:defRPr/>
              </a:pPr>
              <a:r>
                <a:rPr kumimoji="1" lang="en-US" altLang="ja-JP" sz="22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1000</a:t>
              </a:r>
            </a:p>
          </p:txBody>
        </p:sp>
      </p:grpSp>
      <p:sp>
        <p:nvSpPr>
          <p:cNvPr id="2" name="テキスト ボックス 1">
            <a:extLst>
              <a:ext uri="{FF2B5EF4-FFF2-40B4-BE49-F238E27FC236}">
                <a16:creationId xmlns:a16="http://schemas.microsoft.com/office/drawing/2014/main" id="{63B5AC11-567D-C824-3A5C-440EE5C1DC5E}"/>
              </a:ext>
            </a:extLst>
          </p:cNvPr>
          <p:cNvSpPr txBox="1"/>
          <p:nvPr/>
        </p:nvSpPr>
        <p:spPr>
          <a:xfrm>
            <a:off x="223842" y="485067"/>
            <a:ext cx="9137328"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「対応」に該当する商品の購買記録数を算出する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grpSp>
        <p:nvGrpSpPr>
          <p:cNvPr id="15" name="グループ化 14">
            <a:extLst>
              <a:ext uri="{FF2B5EF4-FFF2-40B4-BE49-F238E27FC236}">
                <a16:creationId xmlns:a16="http://schemas.microsoft.com/office/drawing/2014/main" id="{523F612F-17C6-C74F-EF7A-1F8607F0F58C}"/>
              </a:ext>
            </a:extLst>
          </p:cNvPr>
          <p:cNvGrpSpPr/>
          <p:nvPr/>
        </p:nvGrpSpPr>
        <p:grpSpPr>
          <a:xfrm>
            <a:off x="703739" y="1153853"/>
            <a:ext cx="7262376" cy="743431"/>
            <a:chOff x="522056" y="1047981"/>
            <a:chExt cx="7262376" cy="743431"/>
          </a:xfrm>
        </p:grpSpPr>
        <p:sp>
          <p:nvSpPr>
            <p:cNvPr id="7" name="テキスト ボックス 6">
              <a:extLst>
                <a:ext uri="{FF2B5EF4-FFF2-40B4-BE49-F238E27FC236}">
                  <a16:creationId xmlns:a16="http://schemas.microsoft.com/office/drawing/2014/main" id="{443D114A-D7C2-4A78-6111-2EF35F71439B}"/>
                </a:ext>
              </a:extLst>
            </p:cNvPr>
            <p:cNvSpPr txBox="1"/>
            <p:nvPr/>
          </p:nvSpPr>
          <p:spPr>
            <a:xfrm>
              <a:off x="522056" y="1047981"/>
              <a:ext cx="7262376" cy="372090"/>
            </a:xfrm>
            <a:prstGeom prst="rect">
              <a:avLst/>
            </a:prstGeom>
            <a:noFill/>
          </p:spPr>
          <p:txBody>
            <a:bodyPr wrap="square">
              <a:spAutoFit/>
            </a:bodyPr>
            <a:lstStyle/>
            <a:p>
              <a:pPr>
                <a:lnSpc>
                  <a:spcPts val="2380"/>
                </a:lnSpc>
                <a:defRPr/>
              </a:pPr>
              <a:r>
                <a:rPr kumimoji="1" lang="ja-JP" altLang="en-US" sz="1600" spc="30">
                  <a:solidFill>
                    <a:srgbClr val="DCD8DC">
                      <a:lumMod val="25000"/>
                    </a:srgbClr>
                  </a:solidFill>
                  <a:latin typeface="源ノ角ゴシック JP" panose="020B0500000000000000" pitchFamily="34" charset="-128"/>
                  <a:ea typeface="源ノ角ゴシック JP" panose="020B0500000000000000" pitchFamily="34" charset="-128"/>
                </a:rPr>
                <a:t>「対応」に該当する商品がどのくらい多く購入されたかを定量的に確認する</a:t>
              </a:r>
              <a:endParaRPr kumimoji="1" lang="en-US" altLang="ja-JP" sz="16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2" name="テキスト ボックス 11">
              <a:extLst>
                <a:ext uri="{FF2B5EF4-FFF2-40B4-BE49-F238E27FC236}">
                  <a16:creationId xmlns:a16="http://schemas.microsoft.com/office/drawing/2014/main" id="{FC38DA2E-B774-EB35-B468-EB76677DDDC2}"/>
                </a:ext>
              </a:extLst>
            </p:cNvPr>
            <p:cNvSpPr txBox="1"/>
            <p:nvPr/>
          </p:nvSpPr>
          <p:spPr>
            <a:xfrm>
              <a:off x="708769" y="1419322"/>
              <a:ext cx="4406264" cy="372090"/>
            </a:xfrm>
            <a:prstGeom prst="rect">
              <a:avLst/>
            </a:prstGeom>
            <a:noFill/>
          </p:spPr>
          <p:txBody>
            <a:bodyPr wrap="square">
              <a:spAutoFit/>
            </a:bodyPr>
            <a:lstStyle/>
            <a:p>
              <a:pPr>
                <a:lnSpc>
                  <a:spcPts val="2380"/>
                </a:lnSpc>
                <a:defRPr/>
              </a:pPr>
              <a:r>
                <a:rPr kumimoji="1" lang="ja-JP" altLang="en-US" sz="1600" spc="30">
                  <a:solidFill>
                    <a:srgbClr val="DCD8DC">
                      <a:lumMod val="25000"/>
                    </a:srgbClr>
                  </a:solidFill>
                  <a:latin typeface="源ノ角ゴシック JP" panose="020B0500000000000000" pitchFamily="34" charset="-128"/>
                  <a:ea typeface="源ノ角ゴシック JP" panose="020B0500000000000000" pitchFamily="34" charset="-128"/>
                </a:rPr>
                <a:t>→ 購買記録数というオリジナル指標を用いる</a:t>
              </a:r>
              <a:endParaRPr kumimoji="1" lang="en-US" altLang="ja-JP" sz="16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sp>
        <p:nvSpPr>
          <p:cNvPr id="39" name="テキスト ボックス 38">
            <a:extLst>
              <a:ext uri="{FF2B5EF4-FFF2-40B4-BE49-F238E27FC236}">
                <a16:creationId xmlns:a16="http://schemas.microsoft.com/office/drawing/2014/main" id="{92055F61-FFE3-FC96-2EA9-CB7B3796EB16}"/>
              </a:ext>
            </a:extLst>
          </p:cNvPr>
          <p:cNvSpPr txBox="1"/>
          <p:nvPr/>
        </p:nvSpPr>
        <p:spPr>
          <a:xfrm>
            <a:off x="860956" y="2502822"/>
            <a:ext cx="3754947" cy="372090"/>
          </a:xfrm>
          <a:prstGeom prst="rect">
            <a:avLst/>
          </a:prstGeom>
          <a:noFill/>
        </p:spPr>
        <p:txBody>
          <a:bodyPr wrap="square">
            <a:spAutoFit/>
          </a:bodyPr>
          <a:lstStyle/>
          <a:p>
            <a:pPr>
              <a:lnSpc>
                <a:spcPts val="2380"/>
              </a:lnSpc>
              <a:defRPr/>
            </a:pPr>
            <a:r>
              <a:rPr kumimoji="1" lang="en-US" altLang="ja-JP" sz="1600" spc="3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600" spc="30">
                <a:solidFill>
                  <a:srgbClr val="DCD8DC">
                    <a:lumMod val="25000"/>
                  </a:srgbClr>
                </a:solidFill>
                <a:latin typeface="源ノ角ゴシック JP" panose="020B0500000000000000" pitchFamily="34" charset="-128"/>
                <a:ea typeface="源ノ角ゴシック JP" panose="020B0500000000000000" pitchFamily="34" charset="-128"/>
              </a:rPr>
              <a:t> 性別</a:t>
            </a:r>
            <a:r>
              <a:rPr kumimoji="1" lang="en-US" altLang="ja-JP" sz="1600" spc="3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600" spc="30">
                <a:solidFill>
                  <a:srgbClr val="DCD8DC">
                    <a:lumMod val="25000"/>
                  </a:srgbClr>
                </a:solidFill>
                <a:latin typeface="源ノ角ゴシック JP" panose="020B0500000000000000" pitchFamily="34" charset="-128"/>
                <a:ea typeface="源ノ角ゴシック JP" panose="020B0500000000000000" pitchFamily="34" charset="-128"/>
              </a:rPr>
              <a:t>年代</a:t>
            </a:r>
            <a:r>
              <a:rPr kumimoji="1" lang="en-US" altLang="ja-JP" sz="1600" spc="3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600" spc="30">
                <a:solidFill>
                  <a:srgbClr val="DCD8DC">
                    <a:lumMod val="25000"/>
                  </a:srgbClr>
                </a:solidFill>
                <a:latin typeface="源ノ角ゴシック JP" panose="020B0500000000000000" pitchFamily="34" charset="-128"/>
                <a:ea typeface="源ノ角ゴシック JP" panose="020B0500000000000000" pitchFamily="34" charset="-128"/>
              </a:rPr>
              <a:t>の属性ごとに算出する</a:t>
            </a:r>
            <a:endParaRPr kumimoji="1" lang="en-US" altLang="ja-JP" sz="16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nvGrpSpPr>
          <p:cNvPr id="50" name="グループ化 49">
            <a:extLst>
              <a:ext uri="{FF2B5EF4-FFF2-40B4-BE49-F238E27FC236}">
                <a16:creationId xmlns:a16="http://schemas.microsoft.com/office/drawing/2014/main" id="{DA645772-983F-DAF0-CF65-961A1F762D93}"/>
              </a:ext>
            </a:extLst>
          </p:cNvPr>
          <p:cNvGrpSpPr/>
          <p:nvPr/>
        </p:nvGrpSpPr>
        <p:grpSpPr>
          <a:xfrm>
            <a:off x="9071299" y="485067"/>
            <a:ext cx="2732813" cy="1296599"/>
            <a:chOff x="8573825" y="4139880"/>
            <a:chExt cx="2732813" cy="1296599"/>
          </a:xfrm>
        </p:grpSpPr>
        <p:sp>
          <p:nvSpPr>
            <p:cNvPr id="51" name="角丸四角形 50">
              <a:extLst>
                <a:ext uri="{FF2B5EF4-FFF2-40B4-BE49-F238E27FC236}">
                  <a16:creationId xmlns:a16="http://schemas.microsoft.com/office/drawing/2014/main" id="{2EFF691A-E5BD-AA8D-1509-835E71D12974}"/>
                </a:ext>
              </a:extLst>
            </p:cNvPr>
            <p:cNvSpPr/>
            <p:nvPr/>
          </p:nvSpPr>
          <p:spPr>
            <a:xfrm>
              <a:off x="8649817" y="4463479"/>
              <a:ext cx="2656821" cy="973000"/>
            </a:xfrm>
            <a:prstGeom prst="roundRect">
              <a:avLst/>
            </a:prstGeom>
            <a:solidFill>
              <a:srgbClr val="CE4D4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2" name="グループ化 51">
              <a:extLst>
                <a:ext uri="{FF2B5EF4-FFF2-40B4-BE49-F238E27FC236}">
                  <a16:creationId xmlns:a16="http://schemas.microsoft.com/office/drawing/2014/main" id="{594A9BE5-BA6F-669A-63A5-550250EBC3F5}"/>
                </a:ext>
              </a:extLst>
            </p:cNvPr>
            <p:cNvGrpSpPr/>
            <p:nvPr/>
          </p:nvGrpSpPr>
          <p:grpSpPr>
            <a:xfrm>
              <a:off x="8573825" y="4139880"/>
              <a:ext cx="2648672" cy="1209798"/>
              <a:chOff x="656542" y="825372"/>
              <a:chExt cx="2648672" cy="1209798"/>
            </a:xfrm>
          </p:grpSpPr>
          <p:sp>
            <p:nvSpPr>
              <p:cNvPr id="53" name="テキスト ボックス 52">
                <a:extLst>
                  <a:ext uri="{FF2B5EF4-FFF2-40B4-BE49-F238E27FC236}">
                    <a16:creationId xmlns:a16="http://schemas.microsoft.com/office/drawing/2014/main" id="{14C3877B-B12E-D9B2-820F-9F730E37B76E}"/>
                  </a:ext>
                </a:extLst>
              </p:cNvPr>
              <p:cNvSpPr txBox="1"/>
              <p:nvPr/>
            </p:nvSpPr>
            <p:spPr>
              <a:xfrm>
                <a:off x="656542" y="825372"/>
                <a:ext cx="2586680" cy="327526"/>
              </a:xfrm>
              <a:prstGeom prst="rect">
                <a:avLst/>
              </a:prstGeom>
              <a:noFill/>
            </p:spPr>
            <p:txBody>
              <a:bodyPr wrap="square">
                <a:spAutoFit/>
              </a:bodyPr>
              <a:lstStyle/>
              <a:p>
                <a:pPr>
                  <a:lnSpc>
                    <a:spcPts val="2020"/>
                  </a:lnSpc>
                  <a:defRPr/>
                </a:pPr>
                <a:r>
                  <a:rPr kumimoji="1" lang="ja-JP" altLang="en-US" sz="1250" spc="40">
                    <a:solidFill>
                      <a:srgbClr val="CE4D44"/>
                    </a:solidFill>
                    <a:latin typeface="源ノ角ゴシック JP" panose="020B0500000000000000" pitchFamily="34" charset="-128"/>
                    <a:ea typeface="源ノ角ゴシック JP" panose="020B0500000000000000" pitchFamily="34" charset="-128"/>
                  </a:rPr>
                  <a:t>特定された問題</a:t>
                </a:r>
                <a:endParaRPr kumimoji="1" lang="en-US" altLang="ja-JP" sz="1250" spc="40" dirty="0">
                  <a:solidFill>
                    <a:srgbClr val="CE4D44"/>
                  </a:solidFill>
                  <a:latin typeface="源ノ角ゴシック JP" panose="020B0500000000000000" pitchFamily="34" charset="-128"/>
                  <a:ea typeface="源ノ角ゴシック JP" panose="020B0500000000000000" pitchFamily="34" charset="-128"/>
                </a:endParaRPr>
              </a:p>
            </p:txBody>
          </p:sp>
          <p:sp>
            <p:nvSpPr>
              <p:cNvPr id="54" name="テキスト ボックス 53">
                <a:extLst>
                  <a:ext uri="{FF2B5EF4-FFF2-40B4-BE49-F238E27FC236}">
                    <a16:creationId xmlns:a16="http://schemas.microsoft.com/office/drawing/2014/main" id="{2A0BB6B4-B961-5234-6072-2A28C743736D}"/>
                  </a:ext>
                </a:extLst>
              </p:cNvPr>
              <p:cNvSpPr txBox="1"/>
              <p:nvPr/>
            </p:nvSpPr>
            <p:spPr>
              <a:xfrm>
                <a:off x="834232" y="1202313"/>
                <a:ext cx="2470982" cy="832857"/>
              </a:xfrm>
              <a:prstGeom prst="rect">
                <a:avLst/>
              </a:prstGeom>
              <a:noFill/>
            </p:spPr>
            <p:txBody>
              <a:bodyPr wrap="square">
                <a:spAutoFit/>
              </a:bodyPr>
              <a:lstStyle/>
              <a:p>
                <a:pPr>
                  <a:lnSpc>
                    <a:spcPts val="1980"/>
                  </a:lnSpc>
                  <a:defRPr/>
                </a:pPr>
                <a:r>
                  <a:rPr kumimoji="1" lang="ja-JP" altLang="en-US" sz="1150">
                    <a:solidFill>
                      <a:srgbClr val="DCD8DC">
                        <a:lumMod val="25000"/>
                      </a:srgbClr>
                    </a:solidFill>
                    <a:latin typeface="源ノ角ゴシック JP" panose="020B0500000000000000" pitchFamily="34" charset="-128"/>
                    <a:ea typeface="源ノ角ゴシック JP" panose="020B0500000000000000" pitchFamily="34" charset="-128"/>
                  </a:rPr>
                  <a:t>・栄養バランスへの対応について</a:t>
                </a:r>
                <a:endParaRPr kumimoji="1" lang="en-US" altLang="ja-JP" sz="115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150">
                    <a:solidFill>
                      <a:srgbClr val="DCD8DC">
                        <a:lumMod val="25000"/>
                      </a:srgbClr>
                    </a:solidFill>
                    <a:latin typeface="源ノ角ゴシック JP" panose="020B0500000000000000" pitchFamily="34" charset="-128"/>
                    <a:ea typeface="源ノ角ゴシック JP" panose="020B0500000000000000" pitchFamily="34" charset="-128"/>
                  </a:rPr>
                  <a:t>・エネルギーへの対応について</a:t>
                </a:r>
                <a:endParaRPr kumimoji="1" lang="en-US" altLang="ja-JP" sz="115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150" strike="sngStrike">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rPr>
                  <a:t>・脂質への対応について</a:t>
                </a:r>
                <a:endParaRPr kumimoji="1" lang="en-US" altLang="ja-JP" sz="1150" strike="sngStrike" dirty="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endParaRPr>
              </a:p>
            </p:txBody>
          </p:sp>
        </p:grpSp>
      </p:grpSp>
    </p:spTree>
    <p:extLst>
      <p:ext uri="{BB962C8B-B14F-4D97-AF65-F5344CB8AC3E}">
        <p14:creationId xmlns:p14="http://schemas.microsoft.com/office/powerpoint/2010/main" val="3909691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54C05-14EC-40EA-2670-898AFD2EAC75}"/>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834B5F2-9C27-6EC8-2505-C9E699910BDA}"/>
              </a:ext>
            </a:extLst>
          </p:cNvPr>
          <p:cNvSpPr txBox="1"/>
          <p:nvPr/>
        </p:nvSpPr>
        <p:spPr>
          <a:xfrm>
            <a:off x="223842" y="479786"/>
            <a:ext cx="8504320" cy="88721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lnSpc>
                <a:spcPts val="2820"/>
              </a:lnSpc>
              <a:defRPr/>
            </a:pPr>
            <a:r>
              <a:rPr lang="ja-JP" altLang="en-US" sz="2100" b="1" spc="50">
                <a:solidFill>
                  <a:srgbClr val="42557A"/>
                </a:solidFill>
                <a:latin typeface="源ノ角ゴシック JP" panose="020B0500000000000000" pitchFamily="34" charset="-128"/>
                <a:ea typeface="源ノ角ゴシック JP" panose="020B0500000000000000" pitchFamily="34" charset="-128"/>
              </a:rPr>
              <a:t>セブンイレブンでは、若年層を中心に栄養バランスへの「対応」の</a:t>
            </a:r>
            <a:endParaRPr lang="en-US" altLang="ja-JP" sz="2100" b="1" spc="50" dirty="0">
              <a:solidFill>
                <a:srgbClr val="42557A"/>
              </a:solidFill>
              <a:latin typeface="源ノ角ゴシック JP" panose="020B0500000000000000" pitchFamily="34" charset="-128"/>
              <a:ea typeface="源ノ角ゴシック JP" panose="020B0500000000000000" pitchFamily="34" charset="-128"/>
            </a:endParaRPr>
          </a:p>
          <a:p>
            <a:pPr indent="66714" defTabSz="438410" hangingPunct="0">
              <a:lnSpc>
                <a:spcPts val="2820"/>
              </a:lnSpc>
              <a:defRPr/>
            </a:pPr>
            <a:r>
              <a:rPr lang="ja-JP" altLang="en-US" sz="2100" b="1" spc="50">
                <a:solidFill>
                  <a:srgbClr val="42557A"/>
                </a:solidFill>
                <a:latin typeface="源ノ角ゴシック JP" panose="020B0500000000000000" pitchFamily="34" charset="-128"/>
                <a:ea typeface="源ノ角ゴシック JP" panose="020B0500000000000000" pitchFamily="34" charset="-128"/>
              </a:rPr>
              <a:t>適切さが低い</a:t>
            </a:r>
            <a:endParaRPr lang="en-US" altLang="ja-JP" sz="2100" b="1" spc="50" dirty="0">
              <a:solidFill>
                <a:srgbClr val="42557A"/>
              </a:solidFill>
              <a:latin typeface="源ノ角ゴシック JP" panose="020B0500000000000000" pitchFamily="34" charset="-128"/>
              <a:ea typeface="源ノ角ゴシック JP" panose="020B0500000000000000" pitchFamily="34" charset="-128"/>
            </a:endParaRPr>
          </a:p>
        </p:txBody>
      </p:sp>
      <p:graphicFrame>
        <p:nvGraphicFramePr>
          <p:cNvPr id="7" name="表 6">
            <a:extLst>
              <a:ext uri="{FF2B5EF4-FFF2-40B4-BE49-F238E27FC236}">
                <a16:creationId xmlns:a16="http://schemas.microsoft.com/office/drawing/2014/main" id="{07C464FB-C78A-C1BA-7865-5FFABF3B6B1A}"/>
              </a:ext>
            </a:extLst>
          </p:cNvPr>
          <p:cNvGraphicFramePr>
            <a:graphicFrameLocks noGrp="1"/>
          </p:cNvGraphicFramePr>
          <p:nvPr>
            <p:extLst>
              <p:ext uri="{D42A27DB-BD31-4B8C-83A1-F6EECF244321}">
                <p14:modId xmlns:p14="http://schemas.microsoft.com/office/powerpoint/2010/main" val="191347165"/>
              </p:ext>
            </p:extLst>
          </p:nvPr>
        </p:nvGraphicFramePr>
        <p:xfrm>
          <a:off x="435570" y="2738132"/>
          <a:ext cx="7992000" cy="1188000"/>
        </p:xfrm>
        <a:graphic>
          <a:graphicData uri="http://schemas.openxmlformats.org/drawingml/2006/table">
            <a:tbl>
              <a:tblPr>
                <a:tableStyleId>{91EBBBCC-DAD2-459C-BE2E-F6DE35CF9A28}</a:tableStyleId>
              </a:tblPr>
              <a:tblGrid>
                <a:gridCol w="1296000">
                  <a:extLst>
                    <a:ext uri="{9D8B030D-6E8A-4147-A177-3AD203B41FA5}">
                      <a16:colId xmlns:a16="http://schemas.microsoft.com/office/drawing/2014/main" val="97736310"/>
                    </a:ext>
                  </a:extLst>
                </a:gridCol>
                <a:gridCol w="1116000">
                  <a:extLst>
                    <a:ext uri="{9D8B030D-6E8A-4147-A177-3AD203B41FA5}">
                      <a16:colId xmlns:a16="http://schemas.microsoft.com/office/drawing/2014/main" val="438668555"/>
                    </a:ext>
                  </a:extLst>
                </a:gridCol>
                <a:gridCol w="1116000">
                  <a:extLst>
                    <a:ext uri="{9D8B030D-6E8A-4147-A177-3AD203B41FA5}">
                      <a16:colId xmlns:a16="http://schemas.microsoft.com/office/drawing/2014/main" val="3330525109"/>
                    </a:ext>
                  </a:extLst>
                </a:gridCol>
                <a:gridCol w="1116000">
                  <a:extLst>
                    <a:ext uri="{9D8B030D-6E8A-4147-A177-3AD203B41FA5}">
                      <a16:colId xmlns:a16="http://schemas.microsoft.com/office/drawing/2014/main" val="3073032139"/>
                    </a:ext>
                  </a:extLst>
                </a:gridCol>
                <a:gridCol w="1116000">
                  <a:extLst>
                    <a:ext uri="{9D8B030D-6E8A-4147-A177-3AD203B41FA5}">
                      <a16:colId xmlns:a16="http://schemas.microsoft.com/office/drawing/2014/main" val="3799934641"/>
                    </a:ext>
                  </a:extLst>
                </a:gridCol>
                <a:gridCol w="1116000">
                  <a:extLst>
                    <a:ext uri="{9D8B030D-6E8A-4147-A177-3AD203B41FA5}">
                      <a16:colId xmlns:a16="http://schemas.microsoft.com/office/drawing/2014/main" val="1753694010"/>
                    </a:ext>
                  </a:extLst>
                </a:gridCol>
                <a:gridCol w="1116000">
                  <a:extLst>
                    <a:ext uri="{9D8B030D-6E8A-4147-A177-3AD203B41FA5}">
                      <a16:colId xmlns:a16="http://schemas.microsoft.com/office/drawing/2014/main" val="2065399664"/>
                    </a:ext>
                  </a:extLst>
                </a:gridCol>
              </a:tblGrid>
              <a:tr h="468000">
                <a:tc>
                  <a:txBody>
                    <a:bodyPr/>
                    <a:lstStyle/>
                    <a:p>
                      <a:pPr marL="0" marR="0" lvl="0" indent="0" algn="l"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健康ニーズ</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20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30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40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50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60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70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A3BDDF">
                        <a:alpha val="30000"/>
                      </a:srgbClr>
                    </a:solidFill>
                  </a:tcPr>
                </a:tc>
                <a:extLst>
                  <a:ext uri="{0D108BD9-81ED-4DB2-BD59-A6C34878D82A}">
                    <a16:rowId xmlns:a16="http://schemas.microsoft.com/office/drawing/2014/main" val="3096550131"/>
                  </a:ext>
                </a:extLst>
              </a:tr>
              <a:tr h="720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Source Han Sans JP" panose="020B0500000000000000" pitchFamily="34" charset="-128"/>
                          <a:ea typeface="Source Han Sans JP" panose="020B0500000000000000" pitchFamily="34" charset="-128"/>
                          <a:cs typeface="+mn-cs"/>
                        </a:rPr>
                        <a:t>栄養バランスを調整したい</a:t>
                      </a:r>
                      <a:endParaRPr kumimoji="1" lang="en-US" altLang="ja-JP" sz="1200" b="0" i="0" u="none" strike="noStrike" kern="1200" cap="none" spc="0" normalizeH="0" baseline="0" noProof="0" dirty="0">
                        <a:ln>
                          <a:noFill/>
                        </a:ln>
                        <a:solidFill>
                          <a:schemeClr val="tx1">
                            <a:lumMod val="75000"/>
                            <a:lumOff val="25000"/>
                          </a:schemeClr>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tx1">
                          <a:lumMod val="50000"/>
                          <a:lumOff val="50000"/>
                        </a:schemeClr>
                      </a:solidFill>
                      <a:prstDash val="solid"/>
                      <a:round/>
                      <a:headEnd type="none" w="med" len="med"/>
                      <a:tailEnd type="none" w="med" len="med"/>
                    </a:lnL>
                    <a:lnR w="9525" cap="flat" cmpd="sng" algn="ctr">
                      <a:solidFill>
                        <a:srgbClr val="A00000"/>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5EDE9"/>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t>0.53</a:t>
                      </a:r>
                      <a:br>
                        <a:rPr kumimoji="1" lang="en-US" altLang="ja-JP" sz="1200" b="1"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低い</a:t>
                      </a:r>
                      <a:endPar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A00000"/>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rgbClr val="A00000"/>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DA3E22">
                        <a:alpha val="15000"/>
                      </a:srgbClr>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t>0.76</a:t>
                      </a:r>
                      <a:br>
                        <a:rPr kumimoji="1" lang="en-US" altLang="ja-JP" sz="1200" b="1"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低い</a:t>
                      </a:r>
                      <a:endPar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9525" cap="flat" cmpd="sng" algn="ctr">
                      <a:solidFill>
                        <a:srgbClr val="A00000"/>
                      </a:solidFill>
                      <a:prstDash val="solid"/>
                      <a:round/>
                      <a:headEnd type="none" w="med" len="med"/>
                      <a:tailEnd type="none" w="med" len="med"/>
                    </a:lnR>
                    <a:lnT w="9525" cap="flat" cmpd="sng" algn="ctr">
                      <a:solidFill>
                        <a:srgbClr val="A00000"/>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DA3E22">
                        <a:alpha val="15000"/>
                      </a:srgbClr>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3.00</a:t>
                      </a:r>
                      <a:br>
                        <a:rPr kumimoji="1" lang="en-US" altLang="ja-JP" sz="12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A00000"/>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2.15</a:t>
                      </a:r>
                      <a:br>
                        <a:rPr kumimoji="1" lang="en-US" altLang="ja-JP" sz="12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2.40</a:t>
                      </a:r>
                      <a:br>
                        <a:rPr kumimoji="1" lang="en-US" altLang="ja-JP" sz="12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1.04</a:t>
                      </a:r>
                      <a:br>
                        <a:rPr kumimoji="1" lang="en-US" altLang="ja-JP" sz="12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538559344"/>
                  </a:ext>
                </a:extLst>
              </a:tr>
            </a:tbl>
          </a:graphicData>
        </a:graphic>
      </p:graphicFrame>
      <p:graphicFrame>
        <p:nvGraphicFramePr>
          <p:cNvPr id="8" name="表 7">
            <a:extLst>
              <a:ext uri="{FF2B5EF4-FFF2-40B4-BE49-F238E27FC236}">
                <a16:creationId xmlns:a16="http://schemas.microsoft.com/office/drawing/2014/main" id="{DCC79F10-6228-2554-5C44-93E73DB50D3A}"/>
              </a:ext>
            </a:extLst>
          </p:cNvPr>
          <p:cNvGraphicFramePr>
            <a:graphicFrameLocks noGrp="1"/>
          </p:cNvGraphicFramePr>
          <p:nvPr>
            <p:extLst>
              <p:ext uri="{D42A27DB-BD31-4B8C-83A1-F6EECF244321}">
                <p14:modId xmlns:p14="http://schemas.microsoft.com/office/powerpoint/2010/main" val="2035909927"/>
              </p:ext>
            </p:extLst>
          </p:nvPr>
        </p:nvGraphicFramePr>
        <p:xfrm>
          <a:off x="435570" y="4881988"/>
          <a:ext cx="7992000" cy="1188000"/>
        </p:xfrm>
        <a:graphic>
          <a:graphicData uri="http://schemas.openxmlformats.org/drawingml/2006/table">
            <a:tbl>
              <a:tblPr>
                <a:tableStyleId>{91EBBBCC-DAD2-459C-BE2E-F6DE35CF9A28}</a:tableStyleId>
              </a:tblPr>
              <a:tblGrid>
                <a:gridCol w="1296000">
                  <a:extLst>
                    <a:ext uri="{9D8B030D-6E8A-4147-A177-3AD203B41FA5}">
                      <a16:colId xmlns:a16="http://schemas.microsoft.com/office/drawing/2014/main" val="97736310"/>
                    </a:ext>
                  </a:extLst>
                </a:gridCol>
                <a:gridCol w="1116000">
                  <a:extLst>
                    <a:ext uri="{9D8B030D-6E8A-4147-A177-3AD203B41FA5}">
                      <a16:colId xmlns:a16="http://schemas.microsoft.com/office/drawing/2014/main" val="438668555"/>
                    </a:ext>
                  </a:extLst>
                </a:gridCol>
                <a:gridCol w="1116000">
                  <a:extLst>
                    <a:ext uri="{9D8B030D-6E8A-4147-A177-3AD203B41FA5}">
                      <a16:colId xmlns:a16="http://schemas.microsoft.com/office/drawing/2014/main" val="3330525109"/>
                    </a:ext>
                  </a:extLst>
                </a:gridCol>
                <a:gridCol w="1116000">
                  <a:extLst>
                    <a:ext uri="{9D8B030D-6E8A-4147-A177-3AD203B41FA5}">
                      <a16:colId xmlns:a16="http://schemas.microsoft.com/office/drawing/2014/main" val="3073032139"/>
                    </a:ext>
                  </a:extLst>
                </a:gridCol>
                <a:gridCol w="1116000">
                  <a:extLst>
                    <a:ext uri="{9D8B030D-6E8A-4147-A177-3AD203B41FA5}">
                      <a16:colId xmlns:a16="http://schemas.microsoft.com/office/drawing/2014/main" val="3799934641"/>
                    </a:ext>
                  </a:extLst>
                </a:gridCol>
                <a:gridCol w="1116000">
                  <a:extLst>
                    <a:ext uri="{9D8B030D-6E8A-4147-A177-3AD203B41FA5}">
                      <a16:colId xmlns:a16="http://schemas.microsoft.com/office/drawing/2014/main" val="1753694010"/>
                    </a:ext>
                  </a:extLst>
                </a:gridCol>
                <a:gridCol w="1116000">
                  <a:extLst>
                    <a:ext uri="{9D8B030D-6E8A-4147-A177-3AD203B41FA5}">
                      <a16:colId xmlns:a16="http://schemas.microsoft.com/office/drawing/2014/main" val="2065399664"/>
                    </a:ext>
                  </a:extLst>
                </a:gridCol>
              </a:tblGrid>
              <a:tr h="468000">
                <a:tc>
                  <a:txBody>
                    <a:bodyPr/>
                    <a:lstStyle/>
                    <a:p>
                      <a:pPr marL="0" marR="0" lvl="0" indent="0" algn="l"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健康ニーズ</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女性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20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女性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30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女性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40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女性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50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女性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60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07488">
                        <a:alpha val="18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女性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70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07488">
                        <a:alpha val="18000"/>
                      </a:srgbClr>
                    </a:solidFill>
                  </a:tcPr>
                </a:tc>
                <a:extLst>
                  <a:ext uri="{0D108BD9-81ED-4DB2-BD59-A6C34878D82A}">
                    <a16:rowId xmlns:a16="http://schemas.microsoft.com/office/drawing/2014/main" val="3096550131"/>
                  </a:ext>
                </a:extLst>
              </a:tr>
              <a:tr h="720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Source Han Sans JP" panose="020B0500000000000000" pitchFamily="34" charset="-128"/>
                          <a:ea typeface="Source Han Sans JP" panose="020B0500000000000000" pitchFamily="34" charset="-128"/>
                          <a:cs typeface="+mn-cs"/>
                        </a:rPr>
                        <a:t>栄養バランスを調整したい</a:t>
                      </a:r>
                      <a:endParaRPr kumimoji="1" lang="en-US" altLang="ja-JP" sz="1200" b="0" i="0" u="none" strike="noStrike" kern="1200" cap="none" spc="0" normalizeH="0" baseline="0" noProof="0" dirty="0">
                        <a:ln>
                          <a:noFill/>
                        </a:ln>
                        <a:solidFill>
                          <a:schemeClr val="tx1">
                            <a:lumMod val="75000"/>
                            <a:lumOff val="25000"/>
                          </a:schemeClr>
                        </a:solidFill>
                        <a:effectLst/>
                        <a:uLnTx/>
                        <a:uFillTx/>
                        <a:latin typeface="Source Han Sans JP" panose="020B0500000000000000" pitchFamily="34" charset="-128"/>
                        <a:ea typeface="Source Han Sans JP" panose="020B0500000000000000" pitchFamily="34" charset="-128"/>
                        <a:cs typeface="+mn-cs"/>
                      </a:endParaRPr>
                    </a:p>
                  </a:txBody>
                  <a:tcPr anchor="ctr">
                    <a:lnL w="12700" cap="flat" cmpd="sng" algn="ctr">
                      <a:solidFill>
                        <a:schemeClr val="tx1">
                          <a:lumMod val="50000"/>
                          <a:lumOff val="50000"/>
                        </a:schemeClr>
                      </a:solidFill>
                      <a:prstDash val="solid"/>
                      <a:round/>
                      <a:headEnd type="none" w="med" len="med"/>
                      <a:tailEnd type="none" w="med" len="med"/>
                    </a:lnL>
                    <a:lnR w="9525" cap="flat" cmpd="sng" algn="ctr">
                      <a:solidFill>
                        <a:srgbClr val="A00000"/>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5EDE9"/>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t>1.02</a:t>
                      </a:r>
                      <a:br>
                        <a:rPr kumimoji="1" lang="en-US" altLang="ja-JP" sz="1200" b="1"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低い</a:t>
                      </a:r>
                      <a:endPar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A00000"/>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rgbClr val="A00000"/>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DA3E22">
                        <a:alpha val="15000"/>
                      </a:srgbClr>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t>1.01</a:t>
                      </a:r>
                      <a:br>
                        <a:rPr kumimoji="1" lang="en-US" altLang="ja-JP" sz="1200" b="1"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低い</a:t>
                      </a:r>
                      <a:endPar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9525" cap="flat" cmpd="sng" algn="ctr">
                      <a:solidFill>
                        <a:srgbClr val="A00000"/>
                      </a:solidFill>
                      <a:prstDash val="solid"/>
                      <a:round/>
                      <a:headEnd type="none" w="med" len="med"/>
                      <a:tailEnd type="none" w="med" len="med"/>
                    </a:lnR>
                    <a:lnT w="9525" cap="flat" cmpd="sng" algn="ctr">
                      <a:solidFill>
                        <a:srgbClr val="A00000"/>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DA3E22">
                        <a:alpha val="15000"/>
                      </a:srgbClr>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1.45</a:t>
                      </a:r>
                      <a:br>
                        <a:rPr kumimoji="1" lang="en-US" altLang="ja-JP" sz="12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A00000"/>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1.38</a:t>
                      </a:r>
                      <a:br>
                        <a:rPr kumimoji="1" lang="en-US" altLang="ja-JP" sz="12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t>1.02</a:t>
                      </a:r>
                      <a:br>
                        <a:rPr kumimoji="1" lang="en-US" altLang="ja-JP" sz="1200" b="1"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低い</a:t>
                      </a:r>
                      <a:endPar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t>0.57</a:t>
                      </a:r>
                      <a:br>
                        <a:rPr kumimoji="1" lang="en-US" altLang="ja-JP" sz="1200" b="1"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低い</a:t>
                      </a:r>
                      <a:endPar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538559344"/>
                  </a:ext>
                </a:extLst>
              </a:tr>
            </a:tbl>
          </a:graphicData>
        </a:graphic>
      </p:graphicFrame>
      <p:grpSp>
        <p:nvGrpSpPr>
          <p:cNvPr id="9" name="グループ化 8">
            <a:extLst>
              <a:ext uri="{FF2B5EF4-FFF2-40B4-BE49-F238E27FC236}">
                <a16:creationId xmlns:a16="http://schemas.microsoft.com/office/drawing/2014/main" id="{E52678AE-58DD-6803-CF5A-EDEC6B5F7B30}"/>
              </a:ext>
            </a:extLst>
          </p:cNvPr>
          <p:cNvGrpSpPr/>
          <p:nvPr/>
        </p:nvGrpSpPr>
        <p:grpSpPr>
          <a:xfrm>
            <a:off x="435570" y="1448563"/>
            <a:ext cx="4026840" cy="842369"/>
            <a:chOff x="408000" y="1066441"/>
            <a:chExt cx="4026840" cy="842369"/>
          </a:xfrm>
        </p:grpSpPr>
        <p:sp>
          <p:nvSpPr>
            <p:cNvPr id="10" name="正方形/長方形 9">
              <a:extLst>
                <a:ext uri="{FF2B5EF4-FFF2-40B4-BE49-F238E27FC236}">
                  <a16:creationId xmlns:a16="http://schemas.microsoft.com/office/drawing/2014/main" id="{20E09FC8-6B01-B4C3-E472-5F52D6F1059C}"/>
                </a:ext>
              </a:extLst>
            </p:cNvPr>
            <p:cNvSpPr/>
            <p:nvPr/>
          </p:nvSpPr>
          <p:spPr>
            <a:xfrm>
              <a:off x="408000" y="1066441"/>
              <a:ext cx="3028847" cy="842369"/>
            </a:xfrm>
            <a:prstGeom prst="rect">
              <a:avLst/>
            </a:prstGeom>
            <a:solidFill>
              <a:schemeClr val="bg1">
                <a:lumMod val="95000"/>
                <a:alpha val="30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chemeClr val="tx1">
                      <a:lumMod val="50000"/>
                      <a:lumOff val="50000"/>
                    </a:schemeClr>
                  </a:solidFill>
                </a:ln>
              </a:endParaRPr>
            </a:p>
          </p:txBody>
        </p:sp>
        <p:sp>
          <p:nvSpPr>
            <p:cNvPr id="11" name="テキスト ボックス 10">
              <a:extLst>
                <a:ext uri="{FF2B5EF4-FFF2-40B4-BE49-F238E27FC236}">
                  <a16:creationId xmlns:a16="http://schemas.microsoft.com/office/drawing/2014/main" id="{05997C85-3087-B253-AA8C-474EAC49F8A3}"/>
                </a:ext>
              </a:extLst>
            </p:cNvPr>
            <p:cNvSpPr txBox="1"/>
            <p:nvPr/>
          </p:nvSpPr>
          <p:spPr>
            <a:xfrm>
              <a:off x="477988" y="1183807"/>
              <a:ext cx="3956852" cy="300082"/>
            </a:xfrm>
            <a:prstGeom prst="rect">
              <a:avLst/>
            </a:prstGeom>
            <a:noFill/>
          </p:spPr>
          <p:txBody>
            <a:bodyPr wrap="square">
              <a:spAutoFit/>
            </a:bodyPr>
            <a:lstStyle/>
            <a:p>
              <a:pPr>
                <a:defRPr/>
              </a:pP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購買記録数（件</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 1000</a:t>
              </a: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人）：</a:t>
              </a:r>
              <a:endPar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2" name="テキスト ボックス 11">
              <a:extLst>
                <a:ext uri="{FF2B5EF4-FFF2-40B4-BE49-F238E27FC236}">
                  <a16:creationId xmlns:a16="http://schemas.microsoft.com/office/drawing/2014/main" id="{5A59E1E7-6447-9292-44C6-FD1F62F2CDD1}"/>
                </a:ext>
              </a:extLst>
            </p:cNvPr>
            <p:cNvSpPr txBox="1"/>
            <p:nvPr/>
          </p:nvSpPr>
          <p:spPr>
            <a:xfrm>
              <a:off x="477988" y="1515745"/>
              <a:ext cx="3808262" cy="300082"/>
            </a:xfrm>
            <a:prstGeom prst="rect">
              <a:avLst/>
            </a:prstGeom>
            <a:noFill/>
          </p:spPr>
          <p:txBody>
            <a:bodyPr wrap="square">
              <a:spAutoFit/>
            </a:bodyPr>
            <a:lstStyle/>
            <a:p>
              <a:pPr>
                <a:defRPr/>
              </a:pP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適切さの評価：</a:t>
              </a:r>
              <a:r>
                <a:rPr kumimoji="1" lang="ja-JP" altLang="en-US" sz="1350">
                  <a:solidFill>
                    <a:srgbClr val="599975"/>
                  </a:solidFill>
                  <a:latin typeface="源ノ角ゴシック JP" panose="020B0500000000000000" pitchFamily="34" charset="-128"/>
                  <a:ea typeface="源ノ角ゴシック JP" panose="020B0500000000000000" pitchFamily="34" charset="-128"/>
                </a:rPr>
                <a:t>高い</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350">
                  <a:solidFill>
                    <a:srgbClr val="E27A1C"/>
                  </a:solidFill>
                  <a:latin typeface="源ノ角ゴシック JP" panose="020B0500000000000000" pitchFamily="34" charset="-128"/>
                  <a:ea typeface="源ノ角ゴシック JP" panose="020B0500000000000000" pitchFamily="34" charset="-128"/>
                </a:rPr>
                <a:t>中程度</a:t>
              </a:r>
              <a:r>
                <a:rPr kumimoji="1" lang="en-US" altLang="ja-JP" sz="1350" dirty="0">
                  <a:solidFill>
                    <a:srgbClr val="E27A1C"/>
                  </a:solidFill>
                  <a:latin typeface="源ノ角ゴシック JP" panose="020B0500000000000000" pitchFamily="34" charset="-128"/>
                  <a:ea typeface="源ノ角ゴシック JP" panose="020B0500000000000000" pitchFamily="34" charset="-128"/>
                </a:rPr>
                <a:t> </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350">
                  <a:solidFill>
                    <a:srgbClr val="CE4D44"/>
                  </a:solidFill>
                  <a:latin typeface="源ノ角ゴシック JP" panose="020B0500000000000000" pitchFamily="34" charset="-128"/>
                  <a:ea typeface="源ノ角ゴシック JP" panose="020B0500000000000000" pitchFamily="34" charset="-128"/>
                </a:rPr>
                <a:t>低い</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a:t>
              </a:r>
            </a:p>
          </p:txBody>
        </p:sp>
      </p:grpSp>
      <p:grpSp>
        <p:nvGrpSpPr>
          <p:cNvPr id="13" name="グループ化 12">
            <a:extLst>
              <a:ext uri="{FF2B5EF4-FFF2-40B4-BE49-F238E27FC236}">
                <a16:creationId xmlns:a16="http://schemas.microsoft.com/office/drawing/2014/main" id="{3F610181-CD8D-E872-8911-54A275808EF8}"/>
              </a:ext>
            </a:extLst>
          </p:cNvPr>
          <p:cNvGrpSpPr/>
          <p:nvPr/>
        </p:nvGrpSpPr>
        <p:grpSpPr>
          <a:xfrm>
            <a:off x="8683161" y="2647871"/>
            <a:ext cx="3308742" cy="1824442"/>
            <a:chOff x="7368506" y="1263715"/>
            <a:chExt cx="3308742" cy="1824442"/>
          </a:xfrm>
        </p:grpSpPr>
        <p:sp>
          <p:nvSpPr>
            <p:cNvPr id="14" name="テキスト ボックス 13">
              <a:extLst>
                <a:ext uri="{FF2B5EF4-FFF2-40B4-BE49-F238E27FC236}">
                  <a16:creationId xmlns:a16="http://schemas.microsoft.com/office/drawing/2014/main" id="{D0D376DC-770A-6D93-7F0F-4C11A922DD5B}"/>
                </a:ext>
              </a:extLst>
            </p:cNvPr>
            <p:cNvSpPr txBox="1"/>
            <p:nvPr/>
          </p:nvSpPr>
          <p:spPr>
            <a:xfrm>
              <a:off x="7368506" y="1263715"/>
              <a:ext cx="3308742" cy="652871"/>
            </a:xfrm>
            <a:prstGeom prst="rect">
              <a:avLst/>
            </a:prstGeom>
            <a:noFill/>
          </p:spPr>
          <p:txBody>
            <a:bodyPr wrap="square">
              <a:spAutoFit/>
            </a:bodyPr>
            <a:lstStyle/>
            <a:p>
              <a:pPr>
                <a:lnSpc>
                  <a:spcPts val="2280"/>
                </a:lnSpc>
                <a:defRPr/>
              </a:pP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購買記録数に基づき、適切さを</a:t>
              </a:r>
              <a:b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b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599975"/>
                  </a:solidFill>
                  <a:latin typeface="源ノ角ゴシック JP" panose="020B0500000000000000" pitchFamily="34" charset="-128"/>
                  <a:ea typeface="源ノ角ゴシック JP" panose="020B0500000000000000" pitchFamily="34" charset="-128"/>
                </a:rPr>
                <a:t>高い</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450" spc="20">
                  <a:solidFill>
                    <a:srgbClr val="E27A1C"/>
                  </a:solidFill>
                  <a:latin typeface="源ノ角ゴシック JP" panose="020B0500000000000000" pitchFamily="34" charset="-128"/>
                  <a:ea typeface="源ノ角ゴシック JP" panose="020B0500000000000000" pitchFamily="34" charset="-128"/>
                </a:rPr>
                <a:t>中程度</a:t>
              </a:r>
              <a:r>
                <a:rPr kumimoji="1" lang="en-US" altLang="ja-JP" sz="1450" spc="20" dirty="0">
                  <a:solidFill>
                    <a:srgbClr val="E27A1C"/>
                  </a:solidFill>
                  <a:latin typeface="源ノ角ゴシック JP" panose="020B0500000000000000" pitchFamily="34" charset="-128"/>
                  <a:ea typeface="源ノ角ゴシック JP" panose="020B0500000000000000" pitchFamily="34" charset="-128"/>
                </a:rPr>
                <a:t> </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CE4D44"/>
                  </a:solidFill>
                  <a:latin typeface="源ノ角ゴシック JP" panose="020B0500000000000000" pitchFamily="34" charset="-128"/>
                  <a:ea typeface="源ノ角ゴシック JP" panose="020B0500000000000000" pitchFamily="34" charset="-128"/>
                </a:rPr>
                <a:t>低い</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）で評価した</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5" name="テキスト ボックス 14">
              <a:extLst>
                <a:ext uri="{FF2B5EF4-FFF2-40B4-BE49-F238E27FC236}">
                  <a16:creationId xmlns:a16="http://schemas.microsoft.com/office/drawing/2014/main" id="{0A282784-0FEF-78BB-ACCF-90DB8C094A39}"/>
                </a:ext>
              </a:extLst>
            </p:cNvPr>
            <p:cNvSpPr txBox="1"/>
            <p:nvPr/>
          </p:nvSpPr>
          <p:spPr>
            <a:xfrm>
              <a:off x="7471715" y="2034535"/>
              <a:ext cx="2196360" cy="1053622"/>
            </a:xfrm>
            <a:prstGeom prst="rect">
              <a:avLst/>
            </a:prstGeom>
            <a:noFill/>
          </p:spPr>
          <p:txBody>
            <a:bodyPr wrap="square">
              <a:spAutoFit/>
            </a:bodyPr>
            <a:lstStyle/>
            <a:p>
              <a:pPr>
                <a:lnSpc>
                  <a:spcPts val="2580"/>
                </a:lnSpc>
                <a:defRPr/>
              </a:pPr>
              <a:r>
                <a:rPr kumimoji="1" lang="ja-JP" altLang="en-US" sz="1450" spc="20">
                  <a:solidFill>
                    <a:srgbClr val="599975"/>
                  </a:solidFill>
                  <a:latin typeface="源ノ角ゴシック JP" panose="020B0500000000000000" pitchFamily="34" charset="-128"/>
                  <a:ea typeface="源ノ角ゴシック JP" panose="020B0500000000000000" pitchFamily="34" charset="-128"/>
                </a:rPr>
                <a:t>高い</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3.01 </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以上</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580"/>
                </a:lnSpc>
                <a:defRPr/>
              </a:pPr>
              <a:r>
                <a:rPr kumimoji="1" lang="ja-JP" altLang="en-US" sz="1450" spc="20">
                  <a:solidFill>
                    <a:srgbClr val="E27A1C"/>
                  </a:solidFill>
                  <a:latin typeface="源ノ角ゴシック JP" panose="020B0500000000000000" pitchFamily="34" charset="-128"/>
                  <a:ea typeface="源ノ角ゴシック JP" panose="020B0500000000000000" pitchFamily="34" charset="-128"/>
                </a:rPr>
                <a:t>中程度</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1.04–3.00</a:t>
              </a:r>
            </a:p>
            <a:p>
              <a:pPr>
                <a:lnSpc>
                  <a:spcPts val="2580"/>
                </a:lnSpc>
                <a:defRPr/>
              </a:pPr>
              <a:r>
                <a:rPr kumimoji="1" lang="ja-JP" altLang="en-US" sz="1450" spc="20">
                  <a:solidFill>
                    <a:srgbClr val="CE4D44"/>
                  </a:solidFill>
                  <a:latin typeface="源ノ角ゴシック JP" panose="020B0500000000000000" pitchFamily="34" charset="-128"/>
                  <a:ea typeface="源ノ角ゴシック JP" panose="020B0500000000000000" pitchFamily="34" charset="-128"/>
                </a:rPr>
                <a:t>低い</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0–1.03</a:t>
              </a:r>
            </a:p>
          </p:txBody>
        </p:sp>
      </p:grpSp>
      <p:sp>
        <p:nvSpPr>
          <p:cNvPr id="16" name="テキスト ボックス 15">
            <a:extLst>
              <a:ext uri="{FF2B5EF4-FFF2-40B4-BE49-F238E27FC236}">
                <a16:creationId xmlns:a16="http://schemas.microsoft.com/office/drawing/2014/main" id="{9F25DFB0-BF82-822F-59E7-23C1A20EB237}"/>
              </a:ext>
            </a:extLst>
          </p:cNvPr>
          <p:cNvSpPr txBox="1"/>
          <p:nvPr/>
        </p:nvSpPr>
        <p:spPr>
          <a:xfrm>
            <a:off x="4766268" y="2337539"/>
            <a:ext cx="3771925" cy="362920"/>
          </a:xfrm>
          <a:prstGeom prst="rect">
            <a:avLst/>
          </a:prstGeom>
          <a:noFill/>
        </p:spPr>
        <p:txBody>
          <a:bodyPr wrap="square">
            <a:spAutoFit/>
          </a:bodyPr>
          <a:lstStyle/>
          <a:p>
            <a:pPr>
              <a:lnSpc>
                <a:spcPts val="2380"/>
              </a:lnSpc>
              <a:defRPr/>
            </a:pPr>
            <a:r>
              <a:rPr kumimoji="1" lang="en-US" altLang="ja-JP" sz="1300" spc="2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300" spc="20">
                <a:solidFill>
                  <a:srgbClr val="DCD8DC">
                    <a:lumMod val="25000"/>
                  </a:srgbClr>
                </a:solidFill>
                <a:latin typeface="源ノ角ゴシック JP" panose="020B0500000000000000" pitchFamily="34" charset="-128"/>
                <a:ea typeface="源ノ角ゴシック JP" panose="020B0500000000000000" pitchFamily="34" charset="-128"/>
              </a:rPr>
              <a:t> 属性ごとに、商品間で購買記録数を平均した</a:t>
            </a:r>
            <a:endParaRPr kumimoji="1" lang="en-US" altLang="ja-JP" sz="1300" spc="2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7" name="テキスト ボックス 16">
            <a:extLst>
              <a:ext uri="{FF2B5EF4-FFF2-40B4-BE49-F238E27FC236}">
                <a16:creationId xmlns:a16="http://schemas.microsoft.com/office/drawing/2014/main" id="{318B7CAF-37A7-A1FB-80D3-CA2FB65E0B1B}"/>
              </a:ext>
            </a:extLst>
          </p:cNvPr>
          <p:cNvSpPr txBox="1"/>
          <p:nvPr/>
        </p:nvSpPr>
        <p:spPr>
          <a:xfrm>
            <a:off x="388590" y="2350570"/>
            <a:ext cx="577884" cy="377155"/>
          </a:xfrm>
          <a:prstGeom prst="rect">
            <a:avLst/>
          </a:prstGeom>
          <a:noFill/>
        </p:spPr>
        <p:txBody>
          <a:bodyPr wrap="square">
            <a:spAutoFit/>
          </a:bodyPr>
          <a:lstStyle/>
          <a:p>
            <a:pPr>
              <a:lnSpc>
                <a:spcPts val="2480"/>
              </a:lnSpc>
              <a:defRPr/>
            </a:pP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男性</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8" name="テキスト ボックス 17">
            <a:extLst>
              <a:ext uri="{FF2B5EF4-FFF2-40B4-BE49-F238E27FC236}">
                <a16:creationId xmlns:a16="http://schemas.microsoft.com/office/drawing/2014/main" id="{C66E8E7F-60E6-0EF8-27EE-D48E39D34406}"/>
              </a:ext>
            </a:extLst>
          </p:cNvPr>
          <p:cNvSpPr txBox="1"/>
          <p:nvPr/>
        </p:nvSpPr>
        <p:spPr>
          <a:xfrm>
            <a:off x="388590" y="4491581"/>
            <a:ext cx="577884" cy="377155"/>
          </a:xfrm>
          <a:prstGeom prst="rect">
            <a:avLst/>
          </a:prstGeom>
          <a:noFill/>
        </p:spPr>
        <p:txBody>
          <a:bodyPr wrap="square">
            <a:spAutoFit/>
          </a:bodyPr>
          <a:lstStyle/>
          <a:p>
            <a:pPr>
              <a:lnSpc>
                <a:spcPts val="2480"/>
              </a:lnSpc>
              <a:defRPr/>
            </a:pP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女性</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26" name="テキスト ボックス 25">
            <a:extLst>
              <a:ext uri="{FF2B5EF4-FFF2-40B4-BE49-F238E27FC236}">
                <a16:creationId xmlns:a16="http://schemas.microsoft.com/office/drawing/2014/main" id="{4A14798C-168C-A345-B286-7841508F34DA}"/>
              </a:ext>
            </a:extLst>
          </p:cNvPr>
          <p:cNvSpPr txBox="1"/>
          <p:nvPr/>
        </p:nvSpPr>
        <p:spPr>
          <a:xfrm>
            <a:off x="8542905" y="5126341"/>
            <a:ext cx="3523550" cy="699294"/>
          </a:xfrm>
          <a:prstGeom prst="rect">
            <a:avLst/>
          </a:prstGeom>
          <a:noFill/>
        </p:spPr>
        <p:txBody>
          <a:bodyPr wrap="square">
            <a:spAutoFit/>
          </a:bodyPr>
          <a:lstStyle/>
          <a:p>
            <a:pPr>
              <a:lnSpc>
                <a:spcPts val="2480"/>
              </a:lnSpc>
              <a:defRPr/>
            </a:pPr>
            <a:r>
              <a:rPr kumimoji="1" lang="en-US" altLang="ja-JP" sz="1500" spc="40" dirty="0">
                <a:solidFill>
                  <a:srgbClr val="C00000"/>
                </a:solidFill>
                <a:latin typeface="源ノ角ゴシック JP" panose="020B0500000000000000" pitchFamily="34" charset="-128"/>
                <a:ea typeface="源ノ角ゴシック JP" panose="020B0500000000000000" pitchFamily="34" charset="-128"/>
              </a:rPr>
              <a:t>  </a:t>
            </a:r>
            <a:r>
              <a:rPr kumimoji="1" lang="ja-JP" altLang="en-US" sz="1500" spc="40">
                <a:solidFill>
                  <a:srgbClr val="C00000"/>
                </a:solidFill>
                <a:latin typeface="源ノ角ゴシック JP" panose="020B0500000000000000" pitchFamily="34" charset="-128"/>
                <a:ea typeface="源ノ角ゴシック JP" panose="020B0500000000000000" pitchFamily="34" charset="-128"/>
              </a:rPr>
              <a:t>一方で、他社では、若年層における「対応」の適切さは高かった</a:t>
            </a:r>
            <a:endParaRPr kumimoji="1" lang="en-US" altLang="ja-JP" sz="1500" spc="40" dirty="0">
              <a:solidFill>
                <a:srgbClr val="C00000"/>
              </a:solidFill>
              <a:latin typeface="源ノ角ゴシック JP" panose="020B0500000000000000" pitchFamily="34" charset="-128"/>
              <a:ea typeface="源ノ角ゴシック JP" panose="020B0500000000000000" pitchFamily="34" charset="-128"/>
            </a:endParaRPr>
          </a:p>
        </p:txBody>
      </p:sp>
      <p:grpSp>
        <p:nvGrpSpPr>
          <p:cNvPr id="27" name="グループ化 26">
            <a:extLst>
              <a:ext uri="{FF2B5EF4-FFF2-40B4-BE49-F238E27FC236}">
                <a16:creationId xmlns:a16="http://schemas.microsoft.com/office/drawing/2014/main" id="{6D72E2E5-AF4C-E4AB-E87A-86F7B1FC32C9}"/>
              </a:ext>
            </a:extLst>
          </p:cNvPr>
          <p:cNvGrpSpPr/>
          <p:nvPr/>
        </p:nvGrpSpPr>
        <p:grpSpPr>
          <a:xfrm>
            <a:off x="9071299" y="485067"/>
            <a:ext cx="2732813" cy="1296599"/>
            <a:chOff x="8573825" y="4139880"/>
            <a:chExt cx="2732813" cy="1296599"/>
          </a:xfrm>
        </p:grpSpPr>
        <p:sp>
          <p:nvSpPr>
            <p:cNvPr id="28" name="角丸四角形 27">
              <a:extLst>
                <a:ext uri="{FF2B5EF4-FFF2-40B4-BE49-F238E27FC236}">
                  <a16:creationId xmlns:a16="http://schemas.microsoft.com/office/drawing/2014/main" id="{4F211B76-EEB0-27BD-3A06-96CE2553B71E}"/>
                </a:ext>
              </a:extLst>
            </p:cNvPr>
            <p:cNvSpPr/>
            <p:nvPr/>
          </p:nvSpPr>
          <p:spPr>
            <a:xfrm>
              <a:off x="8649817" y="4463479"/>
              <a:ext cx="2656821" cy="973000"/>
            </a:xfrm>
            <a:prstGeom prst="roundRect">
              <a:avLst/>
            </a:prstGeom>
            <a:solidFill>
              <a:srgbClr val="CE4D4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9" name="グループ化 28">
              <a:extLst>
                <a:ext uri="{FF2B5EF4-FFF2-40B4-BE49-F238E27FC236}">
                  <a16:creationId xmlns:a16="http://schemas.microsoft.com/office/drawing/2014/main" id="{590B9076-5E84-FE72-511E-ED6835D6EE1B}"/>
                </a:ext>
              </a:extLst>
            </p:cNvPr>
            <p:cNvGrpSpPr/>
            <p:nvPr/>
          </p:nvGrpSpPr>
          <p:grpSpPr>
            <a:xfrm>
              <a:off x="8573825" y="4139880"/>
              <a:ext cx="2648672" cy="1209798"/>
              <a:chOff x="656542" y="825372"/>
              <a:chExt cx="2648672" cy="1209798"/>
            </a:xfrm>
          </p:grpSpPr>
          <p:sp>
            <p:nvSpPr>
              <p:cNvPr id="30" name="テキスト ボックス 29">
                <a:extLst>
                  <a:ext uri="{FF2B5EF4-FFF2-40B4-BE49-F238E27FC236}">
                    <a16:creationId xmlns:a16="http://schemas.microsoft.com/office/drawing/2014/main" id="{BEA0F747-69F9-A2BF-1C60-6C8353E4D6D2}"/>
                  </a:ext>
                </a:extLst>
              </p:cNvPr>
              <p:cNvSpPr txBox="1"/>
              <p:nvPr/>
            </p:nvSpPr>
            <p:spPr>
              <a:xfrm>
                <a:off x="656542" y="825372"/>
                <a:ext cx="2586680" cy="327526"/>
              </a:xfrm>
              <a:prstGeom prst="rect">
                <a:avLst/>
              </a:prstGeom>
              <a:noFill/>
            </p:spPr>
            <p:txBody>
              <a:bodyPr wrap="square">
                <a:spAutoFit/>
              </a:bodyPr>
              <a:lstStyle/>
              <a:p>
                <a:pPr>
                  <a:lnSpc>
                    <a:spcPts val="2020"/>
                  </a:lnSpc>
                  <a:defRPr/>
                </a:pPr>
                <a:r>
                  <a:rPr kumimoji="1" lang="ja-JP" altLang="en-US" sz="1250" spc="40">
                    <a:solidFill>
                      <a:srgbClr val="CE4D44"/>
                    </a:solidFill>
                    <a:latin typeface="源ノ角ゴシック JP" panose="020B0500000000000000" pitchFamily="34" charset="-128"/>
                    <a:ea typeface="源ノ角ゴシック JP" panose="020B0500000000000000" pitchFamily="34" charset="-128"/>
                  </a:rPr>
                  <a:t>特定された問題</a:t>
                </a:r>
                <a:endParaRPr kumimoji="1" lang="en-US" altLang="ja-JP" sz="1250" spc="40" dirty="0">
                  <a:solidFill>
                    <a:srgbClr val="CE4D44"/>
                  </a:solidFill>
                  <a:latin typeface="源ノ角ゴシック JP" panose="020B0500000000000000" pitchFamily="34" charset="-128"/>
                  <a:ea typeface="源ノ角ゴシック JP" panose="020B0500000000000000" pitchFamily="34" charset="-128"/>
                </a:endParaRPr>
              </a:p>
            </p:txBody>
          </p:sp>
          <p:sp>
            <p:nvSpPr>
              <p:cNvPr id="31" name="テキスト ボックス 30">
                <a:extLst>
                  <a:ext uri="{FF2B5EF4-FFF2-40B4-BE49-F238E27FC236}">
                    <a16:creationId xmlns:a16="http://schemas.microsoft.com/office/drawing/2014/main" id="{BC7999CF-2112-394E-A436-FAE44D3DD692}"/>
                  </a:ext>
                </a:extLst>
              </p:cNvPr>
              <p:cNvSpPr txBox="1"/>
              <p:nvPr/>
            </p:nvSpPr>
            <p:spPr>
              <a:xfrm>
                <a:off x="834232" y="1202313"/>
                <a:ext cx="2470982" cy="832857"/>
              </a:xfrm>
              <a:prstGeom prst="rect">
                <a:avLst/>
              </a:prstGeom>
              <a:noFill/>
            </p:spPr>
            <p:txBody>
              <a:bodyPr wrap="square">
                <a:spAutoFit/>
              </a:bodyPr>
              <a:lstStyle/>
              <a:p>
                <a:pPr>
                  <a:lnSpc>
                    <a:spcPts val="1980"/>
                  </a:lnSpc>
                  <a:defRPr/>
                </a:pPr>
                <a:r>
                  <a:rPr kumimoji="1" lang="ja-JP" altLang="en-US" sz="1150" b="1">
                    <a:solidFill>
                      <a:srgbClr val="DCD8DC">
                        <a:lumMod val="25000"/>
                      </a:srgbClr>
                    </a:solidFill>
                    <a:latin typeface="源ノ角ゴシック JP" panose="020B0500000000000000" pitchFamily="34" charset="-128"/>
                    <a:ea typeface="源ノ角ゴシック JP" panose="020B0500000000000000" pitchFamily="34" charset="-128"/>
                  </a:rPr>
                  <a:t>・栄養バランスへの対応について</a:t>
                </a:r>
                <a:endParaRPr kumimoji="1" lang="en-US" altLang="ja-JP" sz="1150" b="1"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15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rPr>
                  <a:t>・エネルギーへの対応について</a:t>
                </a:r>
                <a:endParaRPr kumimoji="1" lang="en-US" altLang="ja-JP" sz="1150" dirty="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150" strike="sngStrike">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rPr>
                  <a:t>・脂質への対応について</a:t>
                </a:r>
                <a:endParaRPr kumimoji="1" lang="en-US" altLang="ja-JP" sz="1150" strike="sngStrike" dirty="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endParaRPr>
              </a:p>
            </p:txBody>
          </p:sp>
        </p:grpSp>
      </p:grpSp>
      <p:sp>
        <p:nvSpPr>
          <p:cNvPr id="3" name="テキスト ボックス 2">
            <a:extLst>
              <a:ext uri="{FF2B5EF4-FFF2-40B4-BE49-F238E27FC236}">
                <a16:creationId xmlns:a16="http://schemas.microsoft.com/office/drawing/2014/main" id="{180F0711-58AC-A63C-5167-862C679C4DF7}"/>
              </a:ext>
            </a:extLst>
          </p:cNvPr>
          <p:cNvSpPr txBox="1"/>
          <p:nvPr/>
        </p:nvSpPr>
        <p:spPr>
          <a:xfrm>
            <a:off x="375338" y="3949488"/>
            <a:ext cx="1493391" cy="533031"/>
          </a:xfrm>
          <a:prstGeom prst="rect">
            <a:avLst/>
          </a:prstGeom>
          <a:noFill/>
        </p:spPr>
        <p:txBody>
          <a:bodyPr wrap="square">
            <a:spAutoFit/>
          </a:bodyPr>
          <a:lstStyle/>
          <a:p>
            <a:pPr>
              <a:lnSpc>
                <a:spcPts val="1840"/>
              </a:lnSpc>
              <a:defRPr/>
            </a:pPr>
            <a:r>
              <a:rPr kumimoji="1" lang="ja-JP" altLang="en-US" sz="1200" spc="20">
                <a:solidFill>
                  <a:schemeClr val="tx1">
                    <a:lumMod val="65000"/>
                    <a:lumOff val="35000"/>
                  </a:schemeClr>
                </a:solidFill>
                <a:latin typeface="源ノ角ゴシック JP" panose="020B0500000000000000" pitchFamily="34" charset="-128"/>
                <a:ea typeface="源ノ角ゴシック JP" panose="020B0500000000000000" pitchFamily="34" charset="-128"/>
              </a:rPr>
              <a:t>ローソン</a:t>
            </a:r>
            <a:endParaRPr kumimoji="1" lang="en-US" altLang="ja-JP" sz="1200" spc="2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840"/>
              </a:lnSpc>
              <a:defRPr/>
            </a:pPr>
            <a:r>
              <a:rPr kumimoji="1" lang="ja-JP" altLang="en-US" sz="1200" spc="20">
                <a:solidFill>
                  <a:schemeClr val="tx1">
                    <a:lumMod val="65000"/>
                    <a:lumOff val="35000"/>
                  </a:schemeClr>
                </a:solidFill>
                <a:latin typeface="源ノ角ゴシック JP" panose="020B0500000000000000" pitchFamily="34" charset="-128"/>
                <a:ea typeface="源ノ角ゴシック JP" panose="020B0500000000000000" pitchFamily="34" charset="-128"/>
              </a:rPr>
              <a:t>ファミリーマート</a:t>
            </a:r>
            <a:endParaRPr kumimoji="1" lang="en-US" altLang="ja-JP" sz="1200" spc="2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6" name="テキスト ボックス 5">
            <a:extLst>
              <a:ext uri="{FF2B5EF4-FFF2-40B4-BE49-F238E27FC236}">
                <a16:creationId xmlns:a16="http://schemas.microsoft.com/office/drawing/2014/main" id="{434D8CC6-6B7B-D57A-B2B8-ED21FE046075}"/>
              </a:ext>
            </a:extLst>
          </p:cNvPr>
          <p:cNvSpPr txBox="1"/>
          <p:nvPr/>
        </p:nvSpPr>
        <p:spPr>
          <a:xfrm>
            <a:off x="2000371" y="3952752"/>
            <a:ext cx="577885" cy="533031"/>
          </a:xfrm>
          <a:prstGeom prst="rect">
            <a:avLst/>
          </a:prstGeom>
          <a:noFill/>
        </p:spPr>
        <p:txBody>
          <a:bodyPr wrap="square">
            <a:spAutoFit/>
          </a:bodyPr>
          <a:lstStyle/>
          <a:p>
            <a:pPr>
              <a:lnSpc>
                <a:spcPts val="1840"/>
              </a:lnSpc>
              <a:defRPr/>
            </a:pPr>
            <a:r>
              <a:rPr kumimoji="1" lang="en-US" altLang="ja-JP" sz="1200" spc="20" dirty="0">
                <a:solidFill>
                  <a:srgbClr val="E2791C"/>
                </a:solidFill>
                <a:latin typeface="源ノ角ゴシック JP" panose="020B0500000000000000" pitchFamily="34" charset="-128"/>
                <a:ea typeface="源ノ角ゴシック JP" panose="020B0500000000000000" pitchFamily="34" charset="-128"/>
              </a:rPr>
              <a:t>2.27</a:t>
            </a:r>
          </a:p>
          <a:p>
            <a:pPr>
              <a:lnSpc>
                <a:spcPts val="1840"/>
              </a:lnSpc>
              <a:defRPr/>
            </a:pPr>
            <a:r>
              <a:rPr kumimoji="1" lang="en-US" altLang="ja-JP" sz="1200" spc="20" dirty="0">
                <a:solidFill>
                  <a:srgbClr val="599975"/>
                </a:solidFill>
                <a:latin typeface="源ノ角ゴシック JP" panose="020B0500000000000000" pitchFamily="34" charset="-128"/>
                <a:ea typeface="源ノ角ゴシック JP" panose="020B0500000000000000" pitchFamily="34" charset="-128"/>
              </a:rPr>
              <a:t>10.50</a:t>
            </a:r>
          </a:p>
        </p:txBody>
      </p:sp>
      <p:sp>
        <p:nvSpPr>
          <p:cNvPr id="19" name="テキスト ボックス 18">
            <a:extLst>
              <a:ext uri="{FF2B5EF4-FFF2-40B4-BE49-F238E27FC236}">
                <a16:creationId xmlns:a16="http://schemas.microsoft.com/office/drawing/2014/main" id="{9FD78DBC-0657-7EAB-EC32-F8E433CF0D63}"/>
              </a:ext>
            </a:extLst>
          </p:cNvPr>
          <p:cNvSpPr txBox="1"/>
          <p:nvPr/>
        </p:nvSpPr>
        <p:spPr>
          <a:xfrm>
            <a:off x="3114003" y="3949487"/>
            <a:ext cx="577885" cy="533031"/>
          </a:xfrm>
          <a:prstGeom prst="rect">
            <a:avLst/>
          </a:prstGeom>
          <a:noFill/>
        </p:spPr>
        <p:txBody>
          <a:bodyPr wrap="square">
            <a:spAutoFit/>
          </a:bodyPr>
          <a:lstStyle/>
          <a:p>
            <a:pPr>
              <a:lnSpc>
                <a:spcPts val="1840"/>
              </a:lnSpc>
              <a:defRPr/>
            </a:pPr>
            <a:r>
              <a:rPr kumimoji="1" lang="en-US" altLang="ja-JP" sz="1200" spc="20" dirty="0">
                <a:solidFill>
                  <a:srgbClr val="599975"/>
                </a:solidFill>
                <a:latin typeface="源ノ角ゴシック JP" panose="020B0500000000000000" pitchFamily="34" charset="-128"/>
                <a:ea typeface="源ノ角ゴシック JP" panose="020B0500000000000000" pitchFamily="34" charset="-128"/>
              </a:rPr>
              <a:t>5.76</a:t>
            </a:r>
          </a:p>
          <a:p>
            <a:pPr>
              <a:lnSpc>
                <a:spcPts val="1840"/>
              </a:lnSpc>
              <a:defRPr/>
            </a:pPr>
            <a:r>
              <a:rPr kumimoji="1" lang="en-US" altLang="ja-JP" sz="1200" spc="20" dirty="0">
                <a:solidFill>
                  <a:srgbClr val="599975"/>
                </a:solidFill>
                <a:latin typeface="源ノ角ゴシック JP" panose="020B0500000000000000" pitchFamily="34" charset="-128"/>
                <a:ea typeface="源ノ角ゴシック JP" panose="020B0500000000000000" pitchFamily="34" charset="-128"/>
              </a:rPr>
              <a:t>14.93</a:t>
            </a:r>
          </a:p>
        </p:txBody>
      </p:sp>
      <p:sp>
        <p:nvSpPr>
          <p:cNvPr id="20" name="テキスト ボックス 19">
            <a:extLst>
              <a:ext uri="{FF2B5EF4-FFF2-40B4-BE49-F238E27FC236}">
                <a16:creationId xmlns:a16="http://schemas.microsoft.com/office/drawing/2014/main" id="{B1959EF7-F894-56D6-06A1-BEBAD06F2697}"/>
              </a:ext>
            </a:extLst>
          </p:cNvPr>
          <p:cNvSpPr txBox="1"/>
          <p:nvPr/>
        </p:nvSpPr>
        <p:spPr>
          <a:xfrm>
            <a:off x="375337" y="6091437"/>
            <a:ext cx="1493391" cy="533031"/>
          </a:xfrm>
          <a:prstGeom prst="rect">
            <a:avLst/>
          </a:prstGeom>
          <a:noFill/>
        </p:spPr>
        <p:txBody>
          <a:bodyPr wrap="square">
            <a:spAutoFit/>
          </a:bodyPr>
          <a:lstStyle/>
          <a:p>
            <a:pPr>
              <a:lnSpc>
                <a:spcPts val="1840"/>
              </a:lnSpc>
              <a:defRPr/>
            </a:pPr>
            <a:r>
              <a:rPr kumimoji="1" lang="ja-JP" altLang="en-US" sz="1200" spc="20">
                <a:solidFill>
                  <a:schemeClr val="tx1">
                    <a:lumMod val="65000"/>
                    <a:lumOff val="35000"/>
                  </a:schemeClr>
                </a:solidFill>
                <a:latin typeface="源ノ角ゴシック JP" panose="020B0500000000000000" pitchFamily="34" charset="-128"/>
                <a:ea typeface="源ノ角ゴシック JP" panose="020B0500000000000000" pitchFamily="34" charset="-128"/>
              </a:rPr>
              <a:t>ローソン</a:t>
            </a:r>
            <a:endParaRPr kumimoji="1" lang="en-US" altLang="ja-JP" sz="1200" spc="2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840"/>
              </a:lnSpc>
              <a:defRPr/>
            </a:pPr>
            <a:r>
              <a:rPr kumimoji="1" lang="ja-JP" altLang="en-US" sz="1200" spc="20">
                <a:solidFill>
                  <a:schemeClr val="tx1">
                    <a:lumMod val="65000"/>
                    <a:lumOff val="35000"/>
                  </a:schemeClr>
                </a:solidFill>
                <a:latin typeface="源ノ角ゴシック JP" panose="020B0500000000000000" pitchFamily="34" charset="-128"/>
                <a:ea typeface="源ノ角ゴシック JP" panose="020B0500000000000000" pitchFamily="34" charset="-128"/>
              </a:rPr>
              <a:t>ファミリーマート</a:t>
            </a:r>
            <a:endParaRPr kumimoji="1" lang="en-US" altLang="ja-JP" sz="1200" spc="2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21" name="テキスト ボックス 20">
            <a:extLst>
              <a:ext uri="{FF2B5EF4-FFF2-40B4-BE49-F238E27FC236}">
                <a16:creationId xmlns:a16="http://schemas.microsoft.com/office/drawing/2014/main" id="{9D164AB8-9B71-987D-5C84-DF38A9A2A60B}"/>
              </a:ext>
            </a:extLst>
          </p:cNvPr>
          <p:cNvSpPr txBox="1"/>
          <p:nvPr/>
        </p:nvSpPr>
        <p:spPr>
          <a:xfrm>
            <a:off x="2000371" y="6094874"/>
            <a:ext cx="577885" cy="533031"/>
          </a:xfrm>
          <a:prstGeom prst="rect">
            <a:avLst/>
          </a:prstGeom>
          <a:noFill/>
        </p:spPr>
        <p:txBody>
          <a:bodyPr wrap="square">
            <a:spAutoFit/>
          </a:bodyPr>
          <a:lstStyle/>
          <a:p>
            <a:pPr>
              <a:lnSpc>
                <a:spcPts val="1840"/>
              </a:lnSpc>
              <a:defRPr/>
            </a:pPr>
            <a:r>
              <a:rPr kumimoji="1" lang="en-US" altLang="ja-JP" sz="1200" spc="20" dirty="0">
                <a:solidFill>
                  <a:srgbClr val="E2791C"/>
                </a:solidFill>
                <a:latin typeface="源ノ角ゴシック JP" panose="020B0500000000000000" pitchFamily="34" charset="-128"/>
                <a:ea typeface="源ノ角ゴシック JP" panose="020B0500000000000000" pitchFamily="34" charset="-128"/>
              </a:rPr>
              <a:t>2.93</a:t>
            </a:r>
          </a:p>
          <a:p>
            <a:pPr>
              <a:lnSpc>
                <a:spcPts val="1840"/>
              </a:lnSpc>
              <a:defRPr/>
            </a:pPr>
            <a:r>
              <a:rPr kumimoji="1" lang="en-US" altLang="ja-JP" sz="1200" spc="20" dirty="0">
                <a:solidFill>
                  <a:srgbClr val="599975"/>
                </a:solidFill>
                <a:latin typeface="源ノ角ゴシック JP" panose="020B0500000000000000" pitchFamily="34" charset="-128"/>
                <a:ea typeface="源ノ角ゴシック JP" panose="020B0500000000000000" pitchFamily="34" charset="-128"/>
              </a:rPr>
              <a:t>10.53</a:t>
            </a:r>
          </a:p>
        </p:txBody>
      </p:sp>
      <p:sp>
        <p:nvSpPr>
          <p:cNvPr id="22" name="テキスト ボックス 21">
            <a:extLst>
              <a:ext uri="{FF2B5EF4-FFF2-40B4-BE49-F238E27FC236}">
                <a16:creationId xmlns:a16="http://schemas.microsoft.com/office/drawing/2014/main" id="{373E5065-C81C-BD74-B327-7A6448F1B0CC}"/>
              </a:ext>
            </a:extLst>
          </p:cNvPr>
          <p:cNvSpPr txBox="1"/>
          <p:nvPr/>
        </p:nvSpPr>
        <p:spPr>
          <a:xfrm>
            <a:off x="3114002" y="6091437"/>
            <a:ext cx="577885" cy="533031"/>
          </a:xfrm>
          <a:prstGeom prst="rect">
            <a:avLst/>
          </a:prstGeom>
          <a:noFill/>
        </p:spPr>
        <p:txBody>
          <a:bodyPr wrap="square">
            <a:spAutoFit/>
          </a:bodyPr>
          <a:lstStyle/>
          <a:p>
            <a:pPr>
              <a:lnSpc>
                <a:spcPts val="1840"/>
              </a:lnSpc>
              <a:defRPr/>
            </a:pPr>
            <a:r>
              <a:rPr kumimoji="1" lang="en-US" altLang="ja-JP" sz="1200" spc="20" dirty="0">
                <a:solidFill>
                  <a:srgbClr val="599975"/>
                </a:solidFill>
                <a:latin typeface="源ノ角ゴシック JP" panose="020B0500000000000000" pitchFamily="34" charset="-128"/>
                <a:ea typeface="源ノ角ゴシック JP" panose="020B0500000000000000" pitchFamily="34" charset="-128"/>
              </a:rPr>
              <a:t>3.58</a:t>
            </a:r>
          </a:p>
          <a:p>
            <a:pPr>
              <a:lnSpc>
                <a:spcPts val="1840"/>
              </a:lnSpc>
              <a:defRPr/>
            </a:pPr>
            <a:r>
              <a:rPr kumimoji="1" lang="en-US" altLang="ja-JP" sz="1200" spc="20" dirty="0">
                <a:solidFill>
                  <a:srgbClr val="599975"/>
                </a:solidFill>
                <a:latin typeface="源ノ角ゴシック JP" panose="020B0500000000000000" pitchFamily="34" charset="-128"/>
                <a:ea typeface="源ノ角ゴシック JP" panose="020B0500000000000000" pitchFamily="34" charset="-128"/>
              </a:rPr>
              <a:t>9.90</a:t>
            </a:r>
          </a:p>
        </p:txBody>
      </p:sp>
    </p:spTree>
    <p:extLst>
      <p:ext uri="{BB962C8B-B14F-4D97-AF65-F5344CB8AC3E}">
        <p14:creationId xmlns:p14="http://schemas.microsoft.com/office/powerpoint/2010/main" val="294438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6" grpId="0"/>
      <p:bldP spid="19" grpId="0"/>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026B2-43DE-7B93-B619-9E0C9004C273}"/>
            </a:ext>
          </a:extLst>
        </p:cNvPr>
        <p:cNvGrpSpPr/>
        <p:nvPr/>
      </p:nvGrpSpPr>
      <p:grpSpPr>
        <a:xfrm>
          <a:off x="0" y="0"/>
          <a:ext cx="0" cy="0"/>
          <a:chOff x="0" y="0"/>
          <a:chExt cx="0" cy="0"/>
        </a:xfrm>
      </p:grpSpPr>
      <p:sp>
        <p:nvSpPr>
          <p:cNvPr id="33" name="テキスト ボックス 32">
            <a:extLst>
              <a:ext uri="{FF2B5EF4-FFF2-40B4-BE49-F238E27FC236}">
                <a16:creationId xmlns:a16="http://schemas.microsoft.com/office/drawing/2014/main" id="{731F7947-C227-BD89-023C-322D54FA6019}"/>
              </a:ext>
            </a:extLst>
          </p:cNvPr>
          <p:cNvSpPr txBox="1"/>
          <p:nvPr/>
        </p:nvSpPr>
        <p:spPr>
          <a:xfrm>
            <a:off x="8569408" y="5126341"/>
            <a:ext cx="3523551" cy="699294"/>
          </a:xfrm>
          <a:prstGeom prst="rect">
            <a:avLst/>
          </a:prstGeom>
          <a:noFill/>
        </p:spPr>
        <p:txBody>
          <a:bodyPr wrap="square">
            <a:spAutoFit/>
          </a:bodyPr>
          <a:lstStyle/>
          <a:p>
            <a:pPr>
              <a:lnSpc>
                <a:spcPts val="2480"/>
              </a:lnSpc>
              <a:defRPr/>
            </a:pPr>
            <a:r>
              <a:rPr kumimoji="1" lang="ja-JP" altLang="en-US" sz="1500" spc="40">
                <a:solidFill>
                  <a:srgbClr val="C00000"/>
                </a:solidFill>
                <a:latin typeface="源ノ角ゴシック JP" panose="020B0500000000000000" pitchFamily="34" charset="-128"/>
                <a:ea typeface="源ノ角ゴシック JP" panose="020B0500000000000000" pitchFamily="34" charset="-128"/>
              </a:rPr>
              <a:t>若年男性において適切さが低いという問題は、他社においても確認された</a:t>
            </a:r>
            <a:endParaRPr kumimoji="1" lang="en-US" altLang="ja-JP" sz="1500" spc="40" dirty="0">
              <a:solidFill>
                <a:srgbClr val="C00000"/>
              </a:solidFill>
              <a:latin typeface="源ノ角ゴシック JP" panose="020B0500000000000000" pitchFamily="34" charset="-128"/>
              <a:ea typeface="源ノ角ゴシック JP" panose="020B0500000000000000" pitchFamily="34" charset="-128"/>
            </a:endParaRPr>
          </a:p>
        </p:txBody>
      </p:sp>
      <p:graphicFrame>
        <p:nvGraphicFramePr>
          <p:cNvPr id="7" name="表 6">
            <a:extLst>
              <a:ext uri="{FF2B5EF4-FFF2-40B4-BE49-F238E27FC236}">
                <a16:creationId xmlns:a16="http://schemas.microsoft.com/office/drawing/2014/main" id="{5BEA76B7-A2E1-5BE8-6F1A-2C760B774103}"/>
              </a:ext>
            </a:extLst>
          </p:cNvPr>
          <p:cNvGraphicFramePr>
            <a:graphicFrameLocks noGrp="1"/>
          </p:cNvGraphicFramePr>
          <p:nvPr>
            <p:extLst>
              <p:ext uri="{D42A27DB-BD31-4B8C-83A1-F6EECF244321}">
                <p14:modId xmlns:p14="http://schemas.microsoft.com/office/powerpoint/2010/main" val="281660949"/>
              </p:ext>
            </p:extLst>
          </p:nvPr>
        </p:nvGraphicFramePr>
        <p:xfrm>
          <a:off x="435570" y="2738132"/>
          <a:ext cx="7992000" cy="1188000"/>
        </p:xfrm>
        <a:graphic>
          <a:graphicData uri="http://schemas.openxmlformats.org/drawingml/2006/table">
            <a:tbl>
              <a:tblPr>
                <a:tableStyleId>{91EBBBCC-DAD2-459C-BE2E-F6DE35CF9A28}</a:tableStyleId>
              </a:tblPr>
              <a:tblGrid>
                <a:gridCol w="1296000">
                  <a:extLst>
                    <a:ext uri="{9D8B030D-6E8A-4147-A177-3AD203B41FA5}">
                      <a16:colId xmlns:a16="http://schemas.microsoft.com/office/drawing/2014/main" val="97736310"/>
                    </a:ext>
                  </a:extLst>
                </a:gridCol>
                <a:gridCol w="1116000">
                  <a:extLst>
                    <a:ext uri="{9D8B030D-6E8A-4147-A177-3AD203B41FA5}">
                      <a16:colId xmlns:a16="http://schemas.microsoft.com/office/drawing/2014/main" val="438668555"/>
                    </a:ext>
                  </a:extLst>
                </a:gridCol>
                <a:gridCol w="1116000">
                  <a:extLst>
                    <a:ext uri="{9D8B030D-6E8A-4147-A177-3AD203B41FA5}">
                      <a16:colId xmlns:a16="http://schemas.microsoft.com/office/drawing/2014/main" val="3330525109"/>
                    </a:ext>
                  </a:extLst>
                </a:gridCol>
                <a:gridCol w="1116000">
                  <a:extLst>
                    <a:ext uri="{9D8B030D-6E8A-4147-A177-3AD203B41FA5}">
                      <a16:colId xmlns:a16="http://schemas.microsoft.com/office/drawing/2014/main" val="3073032139"/>
                    </a:ext>
                  </a:extLst>
                </a:gridCol>
                <a:gridCol w="1116000">
                  <a:extLst>
                    <a:ext uri="{9D8B030D-6E8A-4147-A177-3AD203B41FA5}">
                      <a16:colId xmlns:a16="http://schemas.microsoft.com/office/drawing/2014/main" val="3799934641"/>
                    </a:ext>
                  </a:extLst>
                </a:gridCol>
                <a:gridCol w="1116000">
                  <a:extLst>
                    <a:ext uri="{9D8B030D-6E8A-4147-A177-3AD203B41FA5}">
                      <a16:colId xmlns:a16="http://schemas.microsoft.com/office/drawing/2014/main" val="1753694010"/>
                    </a:ext>
                  </a:extLst>
                </a:gridCol>
                <a:gridCol w="1116000">
                  <a:extLst>
                    <a:ext uri="{9D8B030D-6E8A-4147-A177-3AD203B41FA5}">
                      <a16:colId xmlns:a16="http://schemas.microsoft.com/office/drawing/2014/main" val="2065399664"/>
                    </a:ext>
                  </a:extLst>
                </a:gridCol>
              </a:tblGrid>
              <a:tr h="468000">
                <a:tc>
                  <a:txBody>
                    <a:bodyPr/>
                    <a:lstStyle/>
                    <a:p>
                      <a:pPr marL="0" marR="0" lvl="0" indent="0" algn="l"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健康ニーズ</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marT="46800" anchor="ct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5EDE9"/>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20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30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40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50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60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A3BDDF">
                        <a:alpha val="30000"/>
                      </a:srgb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男性</a:t>
                      </a:r>
                      <a:r>
                        <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rPr>
                        <a:t>70</a:t>
                      </a:r>
                      <a:r>
                        <a:rPr kumimoji="1" lang="ja-JP" altLang="en-US" sz="1200">
                          <a:solidFill>
                            <a:schemeClr val="tx1">
                              <a:lumMod val="85000"/>
                              <a:lumOff val="15000"/>
                            </a:schemeClr>
                          </a:solidFill>
                          <a:latin typeface="Source Han Sans JP" panose="020B0500000000000000" pitchFamily="34" charset="-128"/>
                          <a:ea typeface="Source Han Sans JP" panose="020B0500000000000000" pitchFamily="34" charset="-128"/>
                        </a:rPr>
                        <a:t>代</a:t>
                      </a:r>
                      <a:endParaRPr kumimoji="1" lang="en-US" altLang="ja-JP" sz="120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nchor="ct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A3BDDF">
                        <a:alpha val="30000"/>
                      </a:srgbClr>
                    </a:solidFill>
                  </a:tcPr>
                </a:tc>
                <a:extLst>
                  <a:ext uri="{0D108BD9-81ED-4DB2-BD59-A6C34878D82A}">
                    <a16:rowId xmlns:a16="http://schemas.microsoft.com/office/drawing/2014/main" val="3096550131"/>
                  </a:ext>
                </a:extLst>
              </a:tr>
              <a:tr h="720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Source Han Sans JP" panose="020B0500000000000000" pitchFamily="34" charset="-128"/>
                          <a:ea typeface="Source Han Sans JP" panose="020B0500000000000000" pitchFamily="34" charset="-128"/>
                          <a:cs typeface="+mn-cs"/>
                        </a:rPr>
                        <a:t>エネルギーを</a:t>
                      </a:r>
                    </a:p>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Source Han Sans JP" panose="020B0500000000000000" pitchFamily="34" charset="-128"/>
                          <a:ea typeface="Source Han Sans JP" panose="020B0500000000000000" pitchFamily="34" charset="-128"/>
                          <a:cs typeface="+mn-cs"/>
                        </a:rPr>
                        <a:t>減らしたい</a:t>
                      </a:r>
                    </a:p>
                  </a:txBody>
                  <a:tcPr anchor="ctr">
                    <a:lnL w="12700" cap="flat" cmpd="sng" algn="ctr">
                      <a:solidFill>
                        <a:schemeClr val="tx1">
                          <a:lumMod val="50000"/>
                          <a:lumOff val="50000"/>
                        </a:schemeClr>
                      </a:solidFill>
                      <a:prstDash val="solid"/>
                      <a:round/>
                      <a:headEnd type="none" w="med" len="med"/>
                      <a:tailEnd type="none" w="med" len="med"/>
                    </a:lnL>
                    <a:lnR w="9525" cap="flat" cmpd="sng" algn="ctr">
                      <a:solidFill>
                        <a:srgbClr val="A00000"/>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5EDE9"/>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t>0.48</a:t>
                      </a:r>
                      <a:br>
                        <a:rPr kumimoji="1" lang="en-US" altLang="ja-JP" sz="1200" b="1"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低い</a:t>
                      </a:r>
                      <a:endPar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A00000"/>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rgbClr val="A00000"/>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DA3E22">
                        <a:alpha val="15000"/>
                      </a:srgbClr>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t>0.90</a:t>
                      </a:r>
                      <a:br>
                        <a:rPr kumimoji="1" lang="en-US" altLang="ja-JP" sz="1200" b="1"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CE4D44"/>
                          </a:solidFill>
                          <a:effectLst/>
                          <a:uLnTx/>
                          <a:uFillTx/>
                          <a:latin typeface="Source Han Sans JP" panose="020B0500000000000000" pitchFamily="34" charset="-128"/>
                          <a:ea typeface="Source Han Sans JP" panose="020B0500000000000000" pitchFamily="34" charset="-128"/>
                          <a:cs typeface="+mn-cs"/>
                        </a:rPr>
                        <a:t>低い</a:t>
                      </a:r>
                      <a:endParaRPr kumimoji="1" lang="en-US" altLang="ja-JP" sz="1200" b="0" i="0" u="none" strike="noStrike" kern="1200" cap="none" spc="0" normalizeH="0" baseline="0" noProof="0" dirty="0">
                        <a:ln>
                          <a:noFill/>
                        </a:ln>
                        <a:solidFill>
                          <a:srgbClr val="CE4D44"/>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9525" cap="flat" cmpd="sng" algn="ctr">
                      <a:solidFill>
                        <a:srgbClr val="A00000"/>
                      </a:solidFill>
                      <a:prstDash val="solid"/>
                      <a:round/>
                      <a:headEnd type="none" w="med" len="med"/>
                      <a:tailEnd type="none" w="med" len="med"/>
                    </a:lnR>
                    <a:lnT w="9525" cap="flat" cmpd="sng" algn="ctr">
                      <a:solidFill>
                        <a:srgbClr val="A00000"/>
                      </a:solidFill>
                      <a:prstDash val="solid"/>
                      <a:round/>
                      <a:headEnd type="none" w="med" len="med"/>
                      <a:tailEnd type="none" w="med" len="med"/>
                    </a:lnT>
                    <a:lnB w="9525" cap="flat" cmpd="sng" algn="ctr">
                      <a:solidFill>
                        <a:srgbClr val="A00000"/>
                      </a:solidFill>
                      <a:prstDash val="solid"/>
                      <a:round/>
                      <a:headEnd type="none" w="med" len="med"/>
                      <a:tailEnd type="none" w="med" len="med"/>
                    </a:lnB>
                    <a:solidFill>
                      <a:srgbClr val="DA3E22">
                        <a:alpha val="15000"/>
                      </a:srgbClr>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2.29</a:t>
                      </a:r>
                      <a:br>
                        <a:rPr kumimoji="1" lang="en-US" altLang="ja-JP" sz="12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9525" cap="flat" cmpd="sng" algn="ctr">
                      <a:solidFill>
                        <a:srgbClr val="A00000"/>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2.01</a:t>
                      </a:r>
                      <a:br>
                        <a:rPr kumimoji="1" lang="en-US" altLang="ja-JP" sz="12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rPr>
                        <a:t>1.61</a:t>
                      </a:r>
                      <a:br>
                        <a:rPr kumimoji="1" lang="en-US" altLang="ja-JP" sz="1200" b="1" i="0" u="none" strike="noStrike" kern="1200" cap="none" spc="0" normalizeH="0" baseline="0" noProof="0" dirty="0">
                          <a:ln>
                            <a:noFill/>
                          </a:ln>
                          <a:solidFill>
                            <a:prstClr val="black"/>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E27A1C"/>
                          </a:solidFill>
                          <a:effectLst/>
                          <a:uLnTx/>
                          <a:uFillTx/>
                          <a:latin typeface="Source Han Sans JP" panose="020B0500000000000000" pitchFamily="34" charset="-128"/>
                          <a:ea typeface="Source Han Sans JP" panose="020B0500000000000000" pitchFamily="34" charset="-128"/>
                          <a:cs typeface="+mn-cs"/>
                        </a:rPr>
                        <a:t>中程度</a:t>
                      </a:r>
                      <a:endParaRPr kumimoji="1" lang="en-US" altLang="ja-JP" sz="1200" b="0" i="0" u="none" strike="noStrike" kern="1200" cap="none" spc="0" normalizeH="0" baseline="0" noProof="0" dirty="0">
                        <a:ln>
                          <a:noFill/>
                        </a:ln>
                        <a:solidFill>
                          <a:srgbClr val="E27A1C"/>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記録数：</a:t>
                      </a:r>
                      <a:r>
                        <a:rPr kumimoji="1" lang="en-US" altLang="ja-JP" sz="1200" b="0" i="0" u="none" strike="noStrike" kern="1200" cap="none" spc="0" normalizeH="0" baseline="0" noProof="0" dirty="0">
                          <a:ln>
                            <a:noFill/>
                          </a:ln>
                          <a:solidFill>
                            <a:srgbClr val="599975"/>
                          </a:solidFill>
                          <a:effectLst/>
                          <a:uLnTx/>
                          <a:uFillTx/>
                          <a:latin typeface="Source Han Sans JP" panose="020B0500000000000000" pitchFamily="34" charset="-128"/>
                          <a:ea typeface="Source Han Sans JP" panose="020B0500000000000000" pitchFamily="34" charset="-128"/>
                          <a:cs typeface="+mn-cs"/>
                        </a:rPr>
                        <a:t>3.22</a:t>
                      </a:r>
                      <a:br>
                        <a:rPr kumimoji="1" lang="en-US" altLang="ja-JP" sz="1200" b="1" i="0" u="none" strike="noStrike" kern="1200" cap="none" spc="0" normalizeH="0" baseline="0" noProof="0" dirty="0">
                          <a:ln>
                            <a:noFill/>
                          </a:ln>
                          <a:solidFill>
                            <a:srgbClr val="599975"/>
                          </a:solidFill>
                          <a:effectLst/>
                          <a:uLnTx/>
                          <a:uFillTx/>
                          <a:latin typeface="Source Han Sans JP" panose="020B0500000000000000" pitchFamily="34" charset="-128"/>
                          <a:ea typeface="Source Han Sans JP" panose="020B0500000000000000" pitchFamily="34" charset="-128"/>
                          <a:cs typeface="+mn-cs"/>
                        </a:rPr>
                      </a:br>
                      <a:r>
                        <a:rPr kumimoji="1" lang="ja-JP" altLang="en-US" sz="1200" b="0" i="0" u="none" strike="noStrike" kern="1200" cap="none" spc="0" normalizeH="0" baseline="0" noProof="0">
                          <a:ln>
                            <a:noFill/>
                          </a:ln>
                          <a:solidFill>
                            <a:srgbClr val="599975"/>
                          </a:solidFill>
                          <a:effectLst/>
                          <a:uLnTx/>
                          <a:uFillTx/>
                          <a:latin typeface="Source Han Sans JP" panose="020B0500000000000000" pitchFamily="34" charset="-128"/>
                          <a:ea typeface="Source Han Sans JP" panose="020B0500000000000000" pitchFamily="34" charset="-128"/>
                          <a:cs typeface="+mn-cs"/>
                        </a:rPr>
                        <a:t>高い</a:t>
                      </a:r>
                      <a:endParaRPr kumimoji="1" lang="en-US" altLang="ja-JP" sz="1200" b="0" i="0" u="none" strike="noStrike" kern="1200" cap="none" spc="0" normalizeH="0" baseline="0" noProof="0" dirty="0">
                        <a:ln>
                          <a:noFill/>
                        </a:ln>
                        <a:solidFill>
                          <a:srgbClr val="599975"/>
                        </a:solidFill>
                        <a:effectLst/>
                        <a:uLnTx/>
                        <a:uFillTx/>
                        <a:latin typeface="Source Han Sans JP" panose="020B0500000000000000" pitchFamily="34" charset="-128"/>
                        <a:ea typeface="Source Han Sans JP" panose="020B0500000000000000" pitchFamily="34" charset="-128"/>
                        <a:cs typeface="+mn-cs"/>
                      </a:endParaRPr>
                    </a:p>
                  </a:txBody>
                  <a:tcPr anchor="ct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538559344"/>
                  </a:ext>
                </a:extLst>
              </a:tr>
            </a:tbl>
          </a:graphicData>
        </a:graphic>
      </p:graphicFrame>
      <p:grpSp>
        <p:nvGrpSpPr>
          <p:cNvPr id="13" name="グループ化 12">
            <a:extLst>
              <a:ext uri="{FF2B5EF4-FFF2-40B4-BE49-F238E27FC236}">
                <a16:creationId xmlns:a16="http://schemas.microsoft.com/office/drawing/2014/main" id="{A03BD8EF-5A5C-3143-A257-DED546BE9C41}"/>
              </a:ext>
            </a:extLst>
          </p:cNvPr>
          <p:cNvGrpSpPr/>
          <p:nvPr/>
        </p:nvGrpSpPr>
        <p:grpSpPr>
          <a:xfrm>
            <a:off x="8683161" y="2647871"/>
            <a:ext cx="3308742" cy="1824442"/>
            <a:chOff x="7368506" y="1263715"/>
            <a:chExt cx="3308742" cy="1824442"/>
          </a:xfrm>
        </p:grpSpPr>
        <p:sp>
          <p:nvSpPr>
            <p:cNvPr id="14" name="テキスト ボックス 13">
              <a:extLst>
                <a:ext uri="{FF2B5EF4-FFF2-40B4-BE49-F238E27FC236}">
                  <a16:creationId xmlns:a16="http://schemas.microsoft.com/office/drawing/2014/main" id="{6F427D5C-9653-A669-9A8C-6CFE0BCC2414}"/>
                </a:ext>
              </a:extLst>
            </p:cNvPr>
            <p:cNvSpPr txBox="1"/>
            <p:nvPr/>
          </p:nvSpPr>
          <p:spPr>
            <a:xfrm>
              <a:off x="7368506" y="1263715"/>
              <a:ext cx="3308742" cy="652871"/>
            </a:xfrm>
            <a:prstGeom prst="rect">
              <a:avLst/>
            </a:prstGeom>
            <a:noFill/>
          </p:spPr>
          <p:txBody>
            <a:bodyPr wrap="square">
              <a:spAutoFit/>
            </a:bodyPr>
            <a:lstStyle/>
            <a:p>
              <a:pPr>
                <a:lnSpc>
                  <a:spcPts val="2280"/>
                </a:lnSpc>
                <a:defRPr/>
              </a:pP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購買記録数に基づき、適切さを</a:t>
              </a:r>
              <a:b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b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599975"/>
                  </a:solidFill>
                  <a:latin typeface="源ノ角ゴシック JP" panose="020B0500000000000000" pitchFamily="34" charset="-128"/>
                  <a:ea typeface="源ノ角ゴシック JP" panose="020B0500000000000000" pitchFamily="34" charset="-128"/>
                </a:rPr>
                <a:t>高い</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450" spc="20">
                  <a:solidFill>
                    <a:srgbClr val="E27A1C"/>
                  </a:solidFill>
                  <a:latin typeface="源ノ角ゴシック JP" panose="020B0500000000000000" pitchFamily="34" charset="-128"/>
                  <a:ea typeface="源ノ角ゴシック JP" panose="020B0500000000000000" pitchFamily="34" charset="-128"/>
                </a:rPr>
                <a:t>中程度</a:t>
              </a:r>
              <a:r>
                <a:rPr kumimoji="1" lang="en-US" altLang="ja-JP" sz="1450" spc="20" dirty="0">
                  <a:solidFill>
                    <a:srgbClr val="E27A1C"/>
                  </a:solidFill>
                  <a:latin typeface="源ノ角ゴシック JP" panose="020B0500000000000000" pitchFamily="34" charset="-128"/>
                  <a:ea typeface="源ノ角ゴシック JP" panose="020B0500000000000000" pitchFamily="34" charset="-128"/>
                </a:rPr>
                <a:t> </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CE4D44"/>
                  </a:solidFill>
                  <a:latin typeface="源ノ角ゴシック JP" panose="020B0500000000000000" pitchFamily="34" charset="-128"/>
                  <a:ea typeface="源ノ角ゴシック JP" panose="020B0500000000000000" pitchFamily="34" charset="-128"/>
                </a:rPr>
                <a:t>低い</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）で評価した</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5" name="テキスト ボックス 14">
              <a:extLst>
                <a:ext uri="{FF2B5EF4-FFF2-40B4-BE49-F238E27FC236}">
                  <a16:creationId xmlns:a16="http://schemas.microsoft.com/office/drawing/2014/main" id="{B34D97B5-112C-F059-22F8-05A9770239AE}"/>
                </a:ext>
              </a:extLst>
            </p:cNvPr>
            <p:cNvSpPr txBox="1"/>
            <p:nvPr/>
          </p:nvSpPr>
          <p:spPr>
            <a:xfrm>
              <a:off x="7471715" y="2034535"/>
              <a:ext cx="2196360" cy="1053622"/>
            </a:xfrm>
            <a:prstGeom prst="rect">
              <a:avLst/>
            </a:prstGeom>
            <a:noFill/>
          </p:spPr>
          <p:txBody>
            <a:bodyPr wrap="square">
              <a:spAutoFit/>
            </a:bodyPr>
            <a:lstStyle/>
            <a:p>
              <a:pPr>
                <a:lnSpc>
                  <a:spcPts val="2580"/>
                </a:lnSpc>
                <a:defRPr/>
              </a:pPr>
              <a:r>
                <a:rPr kumimoji="1" lang="ja-JP" altLang="en-US" sz="1450" spc="20">
                  <a:solidFill>
                    <a:srgbClr val="599975"/>
                  </a:solidFill>
                  <a:latin typeface="源ノ角ゴシック JP" panose="020B0500000000000000" pitchFamily="34" charset="-128"/>
                  <a:ea typeface="源ノ角ゴシック JP" panose="020B0500000000000000" pitchFamily="34" charset="-128"/>
                </a:rPr>
                <a:t>高い</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3.01 </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以上</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580"/>
                </a:lnSpc>
                <a:defRPr/>
              </a:pPr>
              <a:r>
                <a:rPr kumimoji="1" lang="ja-JP" altLang="en-US" sz="1450" spc="20">
                  <a:solidFill>
                    <a:srgbClr val="E27A1C"/>
                  </a:solidFill>
                  <a:latin typeface="源ノ角ゴシック JP" panose="020B0500000000000000" pitchFamily="34" charset="-128"/>
                  <a:ea typeface="源ノ角ゴシック JP" panose="020B0500000000000000" pitchFamily="34" charset="-128"/>
                </a:rPr>
                <a:t>中程度</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1.04–3.00</a:t>
              </a:r>
            </a:p>
            <a:p>
              <a:pPr>
                <a:lnSpc>
                  <a:spcPts val="2580"/>
                </a:lnSpc>
                <a:defRPr/>
              </a:pPr>
              <a:r>
                <a:rPr kumimoji="1" lang="ja-JP" altLang="en-US" sz="1450" spc="20">
                  <a:solidFill>
                    <a:srgbClr val="CE4D44"/>
                  </a:solidFill>
                  <a:latin typeface="源ノ角ゴシック JP" panose="020B0500000000000000" pitchFamily="34" charset="-128"/>
                  <a:ea typeface="源ノ角ゴシック JP" panose="020B0500000000000000" pitchFamily="34" charset="-128"/>
                </a:rPr>
                <a:t>低い</a:t>
              </a: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rPr>
                <a:t>0–1.03</a:t>
              </a:r>
            </a:p>
          </p:txBody>
        </p:sp>
      </p:grpSp>
      <p:sp>
        <p:nvSpPr>
          <p:cNvPr id="16" name="テキスト ボックス 15">
            <a:extLst>
              <a:ext uri="{FF2B5EF4-FFF2-40B4-BE49-F238E27FC236}">
                <a16:creationId xmlns:a16="http://schemas.microsoft.com/office/drawing/2014/main" id="{C36FD629-F76D-6779-96CB-B0817C6549BC}"/>
              </a:ext>
            </a:extLst>
          </p:cNvPr>
          <p:cNvSpPr txBox="1"/>
          <p:nvPr/>
        </p:nvSpPr>
        <p:spPr>
          <a:xfrm>
            <a:off x="4766268" y="2337539"/>
            <a:ext cx="3771925" cy="362920"/>
          </a:xfrm>
          <a:prstGeom prst="rect">
            <a:avLst/>
          </a:prstGeom>
          <a:noFill/>
        </p:spPr>
        <p:txBody>
          <a:bodyPr wrap="square">
            <a:spAutoFit/>
          </a:bodyPr>
          <a:lstStyle/>
          <a:p>
            <a:pPr>
              <a:lnSpc>
                <a:spcPts val="2380"/>
              </a:lnSpc>
              <a:defRPr/>
            </a:pPr>
            <a:r>
              <a:rPr kumimoji="1" lang="en-US" altLang="ja-JP" sz="1300" spc="2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300" spc="20">
                <a:solidFill>
                  <a:srgbClr val="DCD8DC">
                    <a:lumMod val="25000"/>
                  </a:srgbClr>
                </a:solidFill>
                <a:latin typeface="源ノ角ゴシック JP" panose="020B0500000000000000" pitchFamily="34" charset="-128"/>
                <a:ea typeface="源ノ角ゴシック JP" panose="020B0500000000000000" pitchFamily="34" charset="-128"/>
              </a:rPr>
              <a:t> 属性ごとに、商品間で購買記録数を平均した</a:t>
            </a:r>
            <a:endParaRPr kumimoji="1" lang="en-US" altLang="ja-JP" sz="1300" spc="2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7" name="テキスト ボックス 16">
            <a:extLst>
              <a:ext uri="{FF2B5EF4-FFF2-40B4-BE49-F238E27FC236}">
                <a16:creationId xmlns:a16="http://schemas.microsoft.com/office/drawing/2014/main" id="{1FAC2BB7-5EC0-A114-A2E0-998B73809B83}"/>
              </a:ext>
            </a:extLst>
          </p:cNvPr>
          <p:cNvSpPr txBox="1"/>
          <p:nvPr/>
        </p:nvSpPr>
        <p:spPr>
          <a:xfrm>
            <a:off x="388590" y="2350570"/>
            <a:ext cx="577884" cy="377155"/>
          </a:xfrm>
          <a:prstGeom prst="rect">
            <a:avLst/>
          </a:prstGeom>
          <a:noFill/>
        </p:spPr>
        <p:txBody>
          <a:bodyPr wrap="square">
            <a:spAutoFit/>
          </a:bodyPr>
          <a:lstStyle/>
          <a:p>
            <a:pPr>
              <a:lnSpc>
                <a:spcPts val="2480"/>
              </a:lnSpc>
              <a:defRPr/>
            </a:pPr>
            <a:r>
              <a:rPr kumimoji="1" lang="ja-JP" altLang="en-US" sz="1450" spc="20">
                <a:solidFill>
                  <a:srgbClr val="DCD8DC">
                    <a:lumMod val="25000"/>
                  </a:srgbClr>
                </a:solidFill>
                <a:latin typeface="源ノ角ゴシック JP" panose="020B0500000000000000" pitchFamily="34" charset="-128"/>
                <a:ea typeface="源ノ角ゴシック JP" panose="020B0500000000000000" pitchFamily="34" charset="-128"/>
              </a:rPr>
              <a:t>男性</a:t>
            </a:r>
            <a:endParaRPr kumimoji="1" lang="en-US" altLang="ja-JP" sz="1450" spc="2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3" name="テキスト ボックス 2">
            <a:extLst>
              <a:ext uri="{FF2B5EF4-FFF2-40B4-BE49-F238E27FC236}">
                <a16:creationId xmlns:a16="http://schemas.microsoft.com/office/drawing/2014/main" id="{B1C13AA3-99D4-35E5-2CDF-356C1A0CDB89}"/>
              </a:ext>
            </a:extLst>
          </p:cNvPr>
          <p:cNvSpPr txBox="1"/>
          <p:nvPr/>
        </p:nvSpPr>
        <p:spPr>
          <a:xfrm>
            <a:off x="375338" y="3949488"/>
            <a:ext cx="1493391" cy="533031"/>
          </a:xfrm>
          <a:prstGeom prst="rect">
            <a:avLst/>
          </a:prstGeom>
          <a:noFill/>
        </p:spPr>
        <p:txBody>
          <a:bodyPr wrap="square">
            <a:spAutoFit/>
          </a:bodyPr>
          <a:lstStyle/>
          <a:p>
            <a:pPr>
              <a:lnSpc>
                <a:spcPts val="1840"/>
              </a:lnSpc>
              <a:defRPr/>
            </a:pPr>
            <a:r>
              <a:rPr kumimoji="1" lang="ja-JP" altLang="en-US" sz="1200" spc="20">
                <a:solidFill>
                  <a:schemeClr val="tx1">
                    <a:lumMod val="65000"/>
                    <a:lumOff val="35000"/>
                  </a:schemeClr>
                </a:solidFill>
                <a:latin typeface="源ノ角ゴシック JP" panose="020B0500000000000000" pitchFamily="34" charset="-128"/>
                <a:ea typeface="源ノ角ゴシック JP" panose="020B0500000000000000" pitchFamily="34" charset="-128"/>
              </a:rPr>
              <a:t>ローソン</a:t>
            </a:r>
            <a:endParaRPr kumimoji="1" lang="en-US" altLang="ja-JP" sz="1200" spc="2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840"/>
              </a:lnSpc>
              <a:defRPr/>
            </a:pPr>
            <a:r>
              <a:rPr kumimoji="1" lang="ja-JP" altLang="en-US" sz="1200" spc="20">
                <a:solidFill>
                  <a:schemeClr val="tx1">
                    <a:lumMod val="65000"/>
                    <a:lumOff val="35000"/>
                  </a:schemeClr>
                </a:solidFill>
                <a:latin typeface="源ノ角ゴシック JP" panose="020B0500000000000000" pitchFamily="34" charset="-128"/>
                <a:ea typeface="源ノ角ゴシック JP" panose="020B0500000000000000" pitchFamily="34" charset="-128"/>
              </a:rPr>
              <a:t>ファミリーマート</a:t>
            </a:r>
            <a:endParaRPr kumimoji="1" lang="en-US" altLang="ja-JP" sz="1200" spc="2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6" name="テキスト ボックス 5">
            <a:extLst>
              <a:ext uri="{FF2B5EF4-FFF2-40B4-BE49-F238E27FC236}">
                <a16:creationId xmlns:a16="http://schemas.microsoft.com/office/drawing/2014/main" id="{CF28D1B6-D099-2198-DEFE-3A7203D89AB6}"/>
              </a:ext>
            </a:extLst>
          </p:cNvPr>
          <p:cNvSpPr txBox="1"/>
          <p:nvPr/>
        </p:nvSpPr>
        <p:spPr>
          <a:xfrm>
            <a:off x="2000371" y="3952752"/>
            <a:ext cx="577885" cy="533031"/>
          </a:xfrm>
          <a:prstGeom prst="rect">
            <a:avLst/>
          </a:prstGeom>
          <a:noFill/>
        </p:spPr>
        <p:txBody>
          <a:bodyPr wrap="square">
            <a:spAutoFit/>
          </a:bodyPr>
          <a:lstStyle/>
          <a:p>
            <a:pPr>
              <a:lnSpc>
                <a:spcPts val="1840"/>
              </a:lnSpc>
              <a:defRPr/>
            </a:pPr>
            <a:r>
              <a:rPr kumimoji="1" lang="en-US" altLang="ja-JP" sz="1200" spc="20" dirty="0">
                <a:solidFill>
                  <a:srgbClr val="CE4D44"/>
                </a:solidFill>
                <a:latin typeface="源ノ角ゴシック JP" panose="020B0500000000000000" pitchFamily="34" charset="-128"/>
                <a:ea typeface="源ノ角ゴシック JP" panose="020B0500000000000000" pitchFamily="34" charset="-128"/>
              </a:rPr>
              <a:t>0.33</a:t>
            </a:r>
          </a:p>
          <a:p>
            <a:pPr>
              <a:lnSpc>
                <a:spcPts val="1840"/>
              </a:lnSpc>
              <a:defRPr/>
            </a:pPr>
            <a:r>
              <a:rPr kumimoji="1" lang="en-US" altLang="ja-JP" sz="1200" spc="20" dirty="0">
                <a:solidFill>
                  <a:srgbClr val="CE4D44"/>
                </a:solidFill>
                <a:latin typeface="源ノ角ゴシック JP" panose="020B0500000000000000" pitchFamily="34" charset="-128"/>
                <a:ea typeface="源ノ角ゴシック JP" panose="020B0500000000000000" pitchFamily="34" charset="-128"/>
              </a:rPr>
              <a:t>0.96</a:t>
            </a:r>
          </a:p>
        </p:txBody>
      </p:sp>
      <p:sp>
        <p:nvSpPr>
          <p:cNvPr id="19" name="テキスト ボックス 18">
            <a:extLst>
              <a:ext uri="{FF2B5EF4-FFF2-40B4-BE49-F238E27FC236}">
                <a16:creationId xmlns:a16="http://schemas.microsoft.com/office/drawing/2014/main" id="{F622256F-1D1E-4550-1EB6-39CD64E7EAC4}"/>
              </a:ext>
            </a:extLst>
          </p:cNvPr>
          <p:cNvSpPr txBox="1"/>
          <p:nvPr/>
        </p:nvSpPr>
        <p:spPr>
          <a:xfrm>
            <a:off x="3114003" y="3949487"/>
            <a:ext cx="577885" cy="533031"/>
          </a:xfrm>
          <a:prstGeom prst="rect">
            <a:avLst/>
          </a:prstGeom>
          <a:noFill/>
        </p:spPr>
        <p:txBody>
          <a:bodyPr wrap="square">
            <a:spAutoFit/>
          </a:bodyPr>
          <a:lstStyle/>
          <a:p>
            <a:pPr>
              <a:lnSpc>
                <a:spcPts val="1840"/>
              </a:lnSpc>
              <a:defRPr/>
            </a:pPr>
            <a:r>
              <a:rPr kumimoji="1" lang="en-US" altLang="ja-JP" sz="1200" spc="20" dirty="0">
                <a:solidFill>
                  <a:srgbClr val="CE4D44"/>
                </a:solidFill>
                <a:latin typeface="源ノ角ゴシック JP" panose="020B0500000000000000" pitchFamily="34" charset="-128"/>
                <a:ea typeface="源ノ角ゴシック JP" panose="020B0500000000000000" pitchFamily="34" charset="-128"/>
              </a:rPr>
              <a:t>0.52</a:t>
            </a:r>
          </a:p>
          <a:p>
            <a:pPr>
              <a:lnSpc>
                <a:spcPts val="1840"/>
              </a:lnSpc>
              <a:defRPr/>
            </a:pPr>
            <a:r>
              <a:rPr kumimoji="1" lang="en-US" altLang="ja-JP" sz="1200" spc="20" dirty="0">
                <a:solidFill>
                  <a:srgbClr val="CE4D44"/>
                </a:solidFill>
                <a:latin typeface="源ノ角ゴシック JP" panose="020B0500000000000000" pitchFamily="34" charset="-128"/>
                <a:ea typeface="源ノ角ゴシック JP" panose="020B0500000000000000" pitchFamily="34" charset="-128"/>
              </a:rPr>
              <a:t>0.75</a:t>
            </a:r>
          </a:p>
        </p:txBody>
      </p:sp>
      <p:sp>
        <p:nvSpPr>
          <p:cNvPr id="4" name="テキスト ボックス 3">
            <a:extLst>
              <a:ext uri="{FF2B5EF4-FFF2-40B4-BE49-F238E27FC236}">
                <a16:creationId xmlns:a16="http://schemas.microsoft.com/office/drawing/2014/main" id="{2A7212BB-4D84-31E1-362D-F67ADB42D68D}"/>
              </a:ext>
            </a:extLst>
          </p:cNvPr>
          <p:cNvSpPr txBox="1"/>
          <p:nvPr/>
        </p:nvSpPr>
        <p:spPr>
          <a:xfrm>
            <a:off x="223842" y="479786"/>
            <a:ext cx="8504320" cy="88721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lnSpc>
                <a:spcPts val="2820"/>
              </a:lnSpc>
              <a:defRPr/>
            </a:pPr>
            <a:r>
              <a:rPr lang="ja-JP" altLang="en-US" sz="2100" b="1" spc="50">
                <a:solidFill>
                  <a:srgbClr val="42557A"/>
                </a:solidFill>
                <a:latin typeface="源ノ角ゴシック JP" panose="020B0500000000000000" pitchFamily="34" charset="-128"/>
                <a:ea typeface="源ノ角ゴシック JP" panose="020B0500000000000000" pitchFamily="34" charset="-128"/>
              </a:rPr>
              <a:t>セブンイレブンでは、若年男性においてエネルギーへの「対応」の</a:t>
            </a:r>
            <a:endParaRPr lang="en-US" altLang="ja-JP" sz="2100" b="1" spc="50" dirty="0">
              <a:solidFill>
                <a:srgbClr val="42557A"/>
              </a:solidFill>
              <a:latin typeface="源ノ角ゴシック JP" panose="020B0500000000000000" pitchFamily="34" charset="-128"/>
              <a:ea typeface="源ノ角ゴシック JP" panose="020B0500000000000000" pitchFamily="34" charset="-128"/>
            </a:endParaRPr>
          </a:p>
          <a:p>
            <a:pPr indent="66714" defTabSz="438410" hangingPunct="0">
              <a:lnSpc>
                <a:spcPts val="2820"/>
              </a:lnSpc>
              <a:defRPr/>
            </a:pPr>
            <a:r>
              <a:rPr lang="ja-JP" altLang="en-US" sz="2100" b="1" spc="50">
                <a:solidFill>
                  <a:srgbClr val="42557A"/>
                </a:solidFill>
                <a:latin typeface="源ノ角ゴシック JP" panose="020B0500000000000000" pitchFamily="34" charset="-128"/>
                <a:ea typeface="源ノ角ゴシック JP" panose="020B0500000000000000" pitchFamily="34" charset="-128"/>
              </a:rPr>
              <a:t>適切さが低い</a:t>
            </a:r>
            <a:endParaRPr lang="en-US" altLang="ja-JP" sz="2100" b="1" spc="50" dirty="0">
              <a:solidFill>
                <a:srgbClr val="42557A"/>
              </a:solidFill>
              <a:latin typeface="源ノ角ゴシック JP" panose="020B0500000000000000" pitchFamily="34" charset="-128"/>
              <a:ea typeface="源ノ角ゴシック JP" panose="020B0500000000000000" pitchFamily="34" charset="-128"/>
            </a:endParaRPr>
          </a:p>
        </p:txBody>
      </p:sp>
      <p:grpSp>
        <p:nvGrpSpPr>
          <p:cNvPr id="5" name="グループ化 4">
            <a:extLst>
              <a:ext uri="{FF2B5EF4-FFF2-40B4-BE49-F238E27FC236}">
                <a16:creationId xmlns:a16="http://schemas.microsoft.com/office/drawing/2014/main" id="{623343CD-C648-9584-1534-A298628EBE83}"/>
              </a:ext>
            </a:extLst>
          </p:cNvPr>
          <p:cNvGrpSpPr/>
          <p:nvPr/>
        </p:nvGrpSpPr>
        <p:grpSpPr>
          <a:xfrm>
            <a:off x="9071299" y="485067"/>
            <a:ext cx="2732813" cy="1296599"/>
            <a:chOff x="8573825" y="4139880"/>
            <a:chExt cx="2732813" cy="1296599"/>
          </a:xfrm>
        </p:grpSpPr>
        <p:sp>
          <p:nvSpPr>
            <p:cNvPr id="23" name="角丸四角形 22">
              <a:extLst>
                <a:ext uri="{FF2B5EF4-FFF2-40B4-BE49-F238E27FC236}">
                  <a16:creationId xmlns:a16="http://schemas.microsoft.com/office/drawing/2014/main" id="{1825FA4A-C720-97F2-B38C-0E4E5E37711A}"/>
                </a:ext>
              </a:extLst>
            </p:cNvPr>
            <p:cNvSpPr/>
            <p:nvPr/>
          </p:nvSpPr>
          <p:spPr>
            <a:xfrm>
              <a:off x="8649817" y="4463479"/>
              <a:ext cx="2656821" cy="973000"/>
            </a:xfrm>
            <a:prstGeom prst="roundRect">
              <a:avLst/>
            </a:prstGeom>
            <a:solidFill>
              <a:srgbClr val="CE4D4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a:extLst>
                <a:ext uri="{FF2B5EF4-FFF2-40B4-BE49-F238E27FC236}">
                  <a16:creationId xmlns:a16="http://schemas.microsoft.com/office/drawing/2014/main" id="{CA930279-E337-72A6-CBC3-01ABCBBDF97F}"/>
                </a:ext>
              </a:extLst>
            </p:cNvPr>
            <p:cNvGrpSpPr/>
            <p:nvPr/>
          </p:nvGrpSpPr>
          <p:grpSpPr>
            <a:xfrm>
              <a:off x="8573825" y="4139880"/>
              <a:ext cx="2648672" cy="1209798"/>
              <a:chOff x="656542" y="825372"/>
              <a:chExt cx="2648672" cy="1209798"/>
            </a:xfrm>
          </p:grpSpPr>
          <p:sp>
            <p:nvSpPr>
              <p:cNvPr id="25" name="テキスト ボックス 24">
                <a:extLst>
                  <a:ext uri="{FF2B5EF4-FFF2-40B4-BE49-F238E27FC236}">
                    <a16:creationId xmlns:a16="http://schemas.microsoft.com/office/drawing/2014/main" id="{14672703-F43C-6FC2-8FFE-F4CFBE16C230}"/>
                  </a:ext>
                </a:extLst>
              </p:cNvPr>
              <p:cNvSpPr txBox="1"/>
              <p:nvPr/>
            </p:nvSpPr>
            <p:spPr>
              <a:xfrm>
                <a:off x="656542" y="825372"/>
                <a:ext cx="2586680" cy="327526"/>
              </a:xfrm>
              <a:prstGeom prst="rect">
                <a:avLst/>
              </a:prstGeom>
              <a:noFill/>
            </p:spPr>
            <p:txBody>
              <a:bodyPr wrap="square">
                <a:spAutoFit/>
              </a:bodyPr>
              <a:lstStyle/>
              <a:p>
                <a:pPr>
                  <a:lnSpc>
                    <a:spcPts val="2020"/>
                  </a:lnSpc>
                  <a:defRPr/>
                </a:pPr>
                <a:r>
                  <a:rPr kumimoji="1" lang="ja-JP" altLang="en-US" sz="1250" spc="40">
                    <a:solidFill>
                      <a:srgbClr val="CE4D44"/>
                    </a:solidFill>
                    <a:latin typeface="源ノ角ゴシック JP" panose="020B0500000000000000" pitchFamily="34" charset="-128"/>
                    <a:ea typeface="源ノ角ゴシック JP" panose="020B0500000000000000" pitchFamily="34" charset="-128"/>
                  </a:rPr>
                  <a:t>特定された問題</a:t>
                </a:r>
                <a:endParaRPr kumimoji="1" lang="en-US" altLang="ja-JP" sz="1250" spc="40" dirty="0">
                  <a:solidFill>
                    <a:srgbClr val="CE4D44"/>
                  </a:solidFill>
                  <a:latin typeface="源ノ角ゴシック JP" panose="020B0500000000000000" pitchFamily="34" charset="-128"/>
                  <a:ea typeface="源ノ角ゴシック JP" panose="020B0500000000000000" pitchFamily="34" charset="-128"/>
                </a:endParaRPr>
              </a:p>
            </p:txBody>
          </p:sp>
          <p:sp>
            <p:nvSpPr>
              <p:cNvPr id="32" name="テキスト ボックス 31">
                <a:extLst>
                  <a:ext uri="{FF2B5EF4-FFF2-40B4-BE49-F238E27FC236}">
                    <a16:creationId xmlns:a16="http://schemas.microsoft.com/office/drawing/2014/main" id="{A37E42E5-340E-7729-1581-9C5E9B5ABEB7}"/>
                  </a:ext>
                </a:extLst>
              </p:cNvPr>
              <p:cNvSpPr txBox="1"/>
              <p:nvPr/>
            </p:nvSpPr>
            <p:spPr>
              <a:xfrm>
                <a:off x="834232" y="1202313"/>
                <a:ext cx="2470982" cy="832857"/>
              </a:xfrm>
              <a:prstGeom prst="rect">
                <a:avLst/>
              </a:prstGeom>
              <a:noFill/>
            </p:spPr>
            <p:txBody>
              <a:bodyPr wrap="square">
                <a:spAutoFit/>
              </a:bodyPr>
              <a:lstStyle/>
              <a:p>
                <a:pPr>
                  <a:lnSpc>
                    <a:spcPts val="1980"/>
                  </a:lnSpc>
                  <a:defRPr/>
                </a:pPr>
                <a:r>
                  <a:rPr kumimoji="1" lang="ja-JP" altLang="en-US" sz="1150" strike="sngStrike">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rPr>
                  <a:t>・栄養バランスへの対応について</a:t>
                </a:r>
                <a:endParaRPr kumimoji="1" lang="en-US" altLang="ja-JP" sz="1150" strike="sngStrike" dirty="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150" b="1">
                    <a:solidFill>
                      <a:schemeClr val="tx1">
                        <a:lumMod val="75000"/>
                        <a:lumOff val="25000"/>
                      </a:schemeClr>
                    </a:solidFill>
                    <a:latin typeface="源ノ角ゴシック JP" panose="020B0500000000000000" pitchFamily="34" charset="-128"/>
                    <a:ea typeface="源ノ角ゴシック JP" panose="020B0500000000000000" pitchFamily="34" charset="-128"/>
                  </a:rPr>
                  <a:t>・エネルギーへの対応について</a:t>
                </a:r>
                <a:endParaRPr kumimoji="1" lang="en-US" altLang="ja-JP" sz="1150" b="1"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a:p>
                <a:pPr>
                  <a:lnSpc>
                    <a:spcPts val="1980"/>
                  </a:lnSpc>
                  <a:defRPr/>
                </a:pPr>
                <a:r>
                  <a:rPr kumimoji="1" lang="ja-JP" altLang="en-US" sz="1150" strike="sngStrike">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rPr>
                  <a:t>・脂質への対応について</a:t>
                </a:r>
                <a:endParaRPr kumimoji="1" lang="en-US" altLang="ja-JP" sz="1150" strike="sngStrike" dirty="0">
                  <a:solidFill>
                    <a:schemeClr val="tx1">
                      <a:lumMod val="65000"/>
                      <a:lumOff val="35000"/>
                      <a:alpha val="60000"/>
                    </a:schemeClr>
                  </a:solidFill>
                  <a:latin typeface="源ノ角ゴシック JP" panose="020B0500000000000000" pitchFamily="34" charset="-128"/>
                  <a:ea typeface="源ノ角ゴシック JP" panose="020B0500000000000000" pitchFamily="34" charset="-128"/>
                </a:endParaRPr>
              </a:p>
            </p:txBody>
          </p:sp>
        </p:grpSp>
      </p:grpSp>
      <p:grpSp>
        <p:nvGrpSpPr>
          <p:cNvPr id="34" name="グループ化 33">
            <a:extLst>
              <a:ext uri="{FF2B5EF4-FFF2-40B4-BE49-F238E27FC236}">
                <a16:creationId xmlns:a16="http://schemas.microsoft.com/office/drawing/2014/main" id="{605E553A-277A-6E6B-099C-41FC586268EC}"/>
              </a:ext>
            </a:extLst>
          </p:cNvPr>
          <p:cNvGrpSpPr/>
          <p:nvPr/>
        </p:nvGrpSpPr>
        <p:grpSpPr>
          <a:xfrm>
            <a:off x="435570" y="1448563"/>
            <a:ext cx="4026840" cy="842369"/>
            <a:chOff x="408000" y="1066441"/>
            <a:chExt cx="4026840" cy="842369"/>
          </a:xfrm>
        </p:grpSpPr>
        <p:sp>
          <p:nvSpPr>
            <p:cNvPr id="35" name="正方形/長方形 34">
              <a:extLst>
                <a:ext uri="{FF2B5EF4-FFF2-40B4-BE49-F238E27FC236}">
                  <a16:creationId xmlns:a16="http://schemas.microsoft.com/office/drawing/2014/main" id="{3F6AAE13-A68C-D881-998D-4152B9628C2C}"/>
                </a:ext>
              </a:extLst>
            </p:cNvPr>
            <p:cNvSpPr/>
            <p:nvPr/>
          </p:nvSpPr>
          <p:spPr>
            <a:xfrm>
              <a:off x="408000" y="1066441"/>
              <a:ext cx="3028847" cy="842369"/>
            </a:xfrm>
            <a:prstGeom prst="rect">
              <a:avLst/>
            </a:prstGeom>
            <a:solidFill>
              <a:schemeClr val="bg1">
                <a:lumMod val="95000"/>
                <a:alpha val="30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chemeClr val="tx1">
                      <a:lumMod val="50000"/>
                      <a:lumOff val="50000"/>
                    </a:schemeClr>
                  </a:solidFill>
                </a:ln>
              </a:endParaRPr>
            </a:p>
          </p:txBody>
        </p:sp>
        <p:sp>
          <p:nvSpPr>
            <p:cNvPr id="36" name="テキスト ボックス 35">
              <a:extLst>
                <a:ext uri="{FF2B5EF4-FFF2-40B4-BE49-F238E27FC236}">
                  <a16:creationId xmlns:a16="http://schemas.microsoft.com/office/drawing/2014/main" id="{D7E72D71-5B4A-C1EB-091E-7E4214A3B874}"/>
                </a:ext>
              </a:extLst>
            </p:cNvPr>
            <p:cNvSpPr txBox="1"/>
            <p:nvPr/>
          </p:nvSpPr>
          <p:spPr>
            <a:xfrm>
              <a:off x="477988" y="1183807"/>
              <a:ext cx="3956852" cy="300082"/>
            </a:xfrm>
            <a:prstGeom prst="rect">
              <a:avLst/>
            </a:prstGeom>
            <a:noFill/>
          </p:spPr>
          <p:txBody>
            <a:bodyPr wrap="square">
              <a:spAutoFit/>
            </a:bodyPr>
            <a:lstStyle/>
            <a:p>
              <a:pPr>
                <a:defRPr/>
              </a:pP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購買記録数（件</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 1000</a:t>
              </a: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人）：</a:t>
              </a:r>
              <a:endPar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37" name="テキスト ボックス 36">
              <a:extLst>
                <a:ext uri="{FF2B5EF4-FFF2-40B4-BE49-F238E27FC236}">
                  <a16:creationId xmlns:a16="http://schemas.microsoft.com/office/drawing/2014/main" id="{912129CF-64D6-1A08-1EE0-C6FE251CB362}"/>
                </a:ext>
              </a:extLst>
            </p:cNvPr>
            <p:cNvSpPr txBox="1"/>
            <p:nvPr/>
          </p:nvSpPr>
          <p:spPr>
            <a:xfrm>
              <a:off x="477988" y="1515745"/>
              <a:ext cx="3808262" cy="300082"/>
            </a:xfrm>
            <a:prstGeom prst="rect">
              <a:avLst/>
            </a:prstGeom>
            <a:noFill/>
          </p:spPr>
          <p:txBody>
            <a:bodyPr wrap="square">
              <a:spAutoFit/>
            </a:bodyPr>
            <a:lstStyle/>
            <a:p>
              <a:pPr>
                <a:defRPr/>
              </a:pPr>
              <a:r>
                <a:rPr kumimoji="1" lang="ja-JP" altLang="en-US" sz="1350">
                  <a:solidFill>
                    <a:srgbClr val="DCD8DC">
                      <a:lumMod val="25000"/>
                    </a:srgbClr>
                  </a:solidFill>
                  <a:latin typeface="源ノ角ゴシック JP" panose="020B0500000000000000" pitchFamily="34" charset="-128"/>
                  <a:ea typeface="源ノ角ゴシック JP" panose="020B0500000000000000" pitchFamily="34" charset="-128"/>
                </a:rPr>
                <a:t>適切さの評価：</a:t>
              </a:r>
              <a:r>
                <a:rPr kumimoji="1" lang="ja-JP" altLang="en-US" sz="1350">
                  <a:solidFill>
                    <a:srgbClr val="599975"/>
                  </a:solidFill>
                  <a:latin typeface="源ノ角ゴシック JP" panose="020B0500000000000000" pitchFamily="34" charset="-128"/>
                  <a:ea typeface="源ノ角ゴシック JP" panose="020B0500000000000000" pitchFamily="34" charset="-128"/>
                </a:rPr>
                <a:t>高い</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 </a:t>
              </a:r>
              <a:r>
                <a:rPr kumimoji="1" lang="ja-JP" altLang="en-US" sz="1350">
                  <a:solidFill>
                    <a:srgbClr val="E27A1C"/>
                  </a:solidFill>
                  <a:latin typeface="源ノ角ゴシック JP" panose="020B0500000000000000" pitchFamily="34" charset="-128"/>
                  <a:ea typeface="源ノ角ゴシック JP" panose="020B0500000000000000" pitchFamily="34" charset="-128"/>
                </a:rPr>
                <a:t>中程度</a:t>
              </a:r>
              <a:r>
                <a:rPr kumimoji="1" lang="en-US" altLang="ja-JP" sz="1350" dirty="0">
                  <a:solidFill>
                    <a:srgbClr val="E27A1C"/>
                  </a:solidFill>
                  <a:latin typeface="源ノ角ゴシック JP" panose="020B0500000000000000" pitchFamily="34" charset="-128"/>
                  <a:ea typeface="源ノ角ゴシック JP" panose="020B0500000000000000" pitchFamily="34" charset="-128"/>
                </a:rPr>
                <a:t> </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350">
                  <a:solidFill>
                    <a:srgbClr val="CE4D44"/>
                  </a:solidFill>
                  <a:latin typeface="源ノ角ゴシック JP" panose="020B0500000000000000" pitchFamily="34" charset="-128"/>
                  <a:ea typeface="源ノ角ゴシック JP" panose="020B0500000000000000" pitchFamily="34" charset="-128"/>
                </a:rPr>
                <a:t>低い</a:t>
              </a:r>
              <a:r>
                <a:rPr kumimoji="1" lang="en-US" altLang="ja-JP" sz="1350" dirty="0">
                  <a:solidFill>
                    <a:srgbClr val="DCD8DC">
                      <a:lumMod val="25000"/>
                    </a:srgbClr>
                  </a:solidFill>
                  <a:latin typeface="源ノ角ゴシック JP" panose="020B0500000000000000" pitchFamily="34" charset="-128"/>
                  <a:ea typeface="源ノ角ゴシック JP" panose="020B0500000000000000" pitchFamily="34" charset="-128"/>
                </a:rPr>
                <a:t> </a:t>
              </a:r>
            </a:p>
          </p:txBody>
        </p:sp>
      </p:grpSp>
    </p:spTree>
    <p:extLst>
      <p:ext uri="{BB962C8B-B14F-4D97-AF65-F5344CB8AC3E}">
        <p14:creationId xmlns:p14="http://schemas.microsoft.com/office/powerpoint/2010/main" val="308728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 grpId="0"/>
      <p:bldP spid="6"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2A6D37A-0794-157A-EE17-7F03905AE52A}"/>
              </a:ext>
            </a:extLst>
          </p:cNvPr>
          <p:cNvSpPr txBox="1"/>
          <p:nvPr/>
        </p:nvSpPr>
        <p:spPr>
          <a:xfrm>
            <a:off x="223842" y="485067"/>
            <a:ext cx="10624972"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健康ニーズに対するセブンイレブンの「対応」について３つの問題が特定された</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grpSp>
        <p:nvGrpSpPr>
          <p:cNvPr id="24" name="グループ化 23">
            <a:extLst>
              <a:ext uri="{FF2B5EF4-FFF2-40B4-BE49-F238E27FC236}">
                <a16:creationId xmlns:a16="http://schemas.microsoft.com/office/drawing/2014/main" id="{86596D47-7B60-A30B-9AB5-CECC5018A229}"/>
              </a:ext>
            </a:extLst>
          </p:cNvPr>
          <p:cNvGrpSpPr/>
          <p:nvPr/>
        </p:nvGrpSpPr>
        <p:grpSpPr>
          <a:xfrm>
            <a:off x="967527" y="1104734"/>
            <a:ext cx="9937772" cy="1650074"/>
            <a:chOff x="967527" y="1144490"/>
            <a:chExt cx="9937772" cy="1650074"/>
          </a:xfrm>
        </p:grpSpPr>
        <p:grpSp>
          <p:nvGrpSpPr>
            <p:cNvPr id="18" name="グループ化 17">
              <a:extLst>
                <a:ext uri="{FF2B5EF4-FFF2-40B4-BE49-F238E27FC236}">
                  <a16:creationId xmlns:a16="http://schemas.microsoft.com/office/drawing/2014/main" id="{2B5F7048-6DDC-9592-7049-11F29581CCA0}"/>
                </a:ext>
              </a:extLst>
            </p:cNvPr>
            <p:cNvGrpSpPr/>
            <p:nvPr/>
          </p:nvGrpSpPr>
          <p:grpSpPr>
            <a:xfrm>
              <a:off x="1286701" y="1532027"/>
              <a:ext cx="9618598" cy="1262537"/>
              <a:chOff x="1286701" y="1569475"/>
              <a:chExt cx="9618598" cy="1262537"/>
            </a:xfrm>
          </p:grpSpPr>
          <p:sp>
            <p:nvSpPr>
              <p:cNvPr id="4" name="テキスト ボックス 3">
                <a:extLst>
                  <a:ext uri="{FF2B5EF4-FFF2-40B4-BE49-F238E27FC236}">
                    <a16:creationId xmlns:a16="http://schemas.microsoft.com/office/drawing/2014/main" id="{B4816487-7B0C-CEAA-8529-30E810EE04D6}"/>
                  </a:ext>
                </a:extLst>
              </p:cNvPr>
              <p:cNvSpPr txBox="1"/>
              <p:nvPr/>
            </p:nvSpPr>
            <p:spPr>
              <a:xfrm>
                <a:off x="1286701" y="1569475"/>
                <a:ext cx="9618598" cy="435953"/>
              </a:xfrm>
              <a:prstGeom prst="rect">
                <a:avLst/>
              </a:prstGeom>
              <a:noFill/>
            </p:spPr>
            <p:txBody>
              <a:bodyPr wrap="square">
                <a:spAutoFit/>
              </a:bodyPr>
              <a:lstStyle/>
              <a:p>
                <a:pPr>
                  <a:lnSpc>
                    <a:spcPts val="2980"/>
                  </a:lnSpc>
                  <a:defRPr/>
                </a:pPr>
                <a:r>
                  <a:rPr kumimoji="1" lang="ja-JP" altLang="en-US" spc="30">
                    <a:solidFill>
                      <a:srgbClr val="DCD8DC">
                        <a:lumMod val="25000"/>
                      </a:srgbClr>
                    </a:solidFill>
                    <a:latin typeface="源ノ角ゴシック JP" panose="020B0500000000000000" pitchFamily="34" charset="-128"/>
                    <a:ea typeface="源ノ角ゴシック JP" panose="020B0500000000000000" pitchFamily="34" charset="-128"/>
                  </a:rPr>
                  <a:t>・若年層を中心に「栄養バランスを</a:t>
                </a:r>
                <a:r>
                  <a:rPr kumimoji="1" lang="ja-JP" altLang="en-US" spc="30">
                    <a:solidFill>
                      <a:srgbClr val="599975"/>
                    </a:solidFill>
                    <a:latin typeface="源ノ角ゴシック JP" panose="020B0500000000000000" pitchFamily="34" charset="-128"/>
                    <a:ea typeface="源ノ角ゴシック JP" panose="020B0500000000000000" pitchFamily="34" charset="-128"/>
                  </a:rPr>
                  <a:t>調整したい</a:t>
                </a:r>
                <a:r>
                  <a:rPr kumimoji="1" lang="ja-JP" altLang="en-US" spc="30">
                    <a:solidFill>
                      <a:srgbClr val="DCD8DC">
                        <a:lumMod val="25000"/>
                      </a:srgbClr>
                    </a:solidFill>
                    <a:latin typeface="源ノ角ゴシック JP" panose="020B0500000000000000" pitchFamily="34" charset="-128"/>
                    <a:ea typeface="源ノ角ゴシック JP" panose="020B0500000000000000" pitchFamily="34" charset="-128"/>
                  </a:rPr>
                  <a:t>」ニーズに対する「対応」の</a:t>
                </a:r>
                <a:r>
                  <a:rPr kumimoji="1" lang="ja-JP" altLang="en-US" u="sng" spc="30">
                    <a:solidFill>
                      <a:srgbClr val="DCD8DC">
                        <a:lumMod val="25000"/>
                      </a:srgbClr>
                    </a:solidFill>
                    <a:latin typeface="源ノ角ゴシック JP" panose="020B0500000000000000" pitchFamily="34" charset="-128"/>
                    <a:ea typeface="源ノ角ゴシック JP" panose="020B0500000000000000" pitchFamily="34" charset="-128"/>
                  </a:rPr>
                  <a:t>適切さが低い</a:t>
                </a:r>
                <a:endParaRPr kumimoji="1" lang="en-US" altLang="ja-JP" u="sng"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7" name="テキスト ボックス 6">
                <a:extLst>
                  <a:ext uri="{FF2B5EF4-FFF2-40B4-BE49-F238E27FC236}">
                    <a16:creationId xmlns:a16="http://schemas.microsoft.com/office/drawing/2014/main" id="{8D1DAC61-AAAA-3E61-3D1F-4BB4C2D2D928}"/>
                  </a:ext>
                </a:extLst>
              </p:cNvPr>
              <p:cNvSpPr txBox="1"/>
              <p:nvPr/>
            </p:nvSpPr>
            <p:spPr>
              <a:xfrm>
                <a:off x="1286701" y="2042344"/>
                <a:ext cx="6503522" cy="368627"/>
              </a:xfrm>
              <a:prstGeom prst="rect">
                <a:avLst/>
              </a:prstGeom>
              <a:noFill/>
            </p:spPr>
            <p:txBody>
              <a:bodyPr wrap="square">
                <a:spAutoFit/>
              </a:bodyPr>
              <a:lstStyle/>
              <a:p>
                <a:pPr>
                  <a:lnSpc>
                    <a:spcPts val="2280"/>
                  </a:lnSpc>
                  <a:defRPr/>
                </a:pPr>
                <a:r>
                  <a:rPr kumimoji="1" lang="ja-JP" altLang="en-US"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・一方で、他社では若年層における「対応」の適切さは高い</a:t>
                </a:r>
                <a:endPar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8" name="テキスト ボックス 7">
                <a:extLst>
                  <a:ext uri="{FF2B5EF4-FFF2-40B4-BE49-F238E27FC236}">
                    <a16:creationId xmlns:a16="http://schemas.microsoft.com/office/drawing/2014/main" id="{97461F15-C905-3C70-5EB3-1BAB03CED7A8}"/>
                  </a:ext>
                </a:extLst>
              </p:cNvPr>
              <p:cNvSpPr txBox="1"/>
              <p:nvPr/>
            </p:nvSpPr>
            <p:spPr>
              <a:xfrm>
                <a:off x="1532368" y="2463385"/>
                <a:ext cx="7945927" cy="368627"/>
              </a:xfrm>
              <a:prstGeom prst="rect">
                <a:avLst/>
              </a:prstGeom>
              <a:noFill/>
            </p:spPr>
            <p:txBody>
              <a:bodyPr wrap="square">
                <a:spAutoFit/>
              </a:bodyPr>
              <a:lstStyle/>
              <a:p>
                <a:pPr>
                  <a:lnSpc>
                    <a:spcPts val="2280"/>
                  </a:lnSpc>
                  <a:defRPr/>
                </a:pPr>
                <a:r>
                  <a:rPr kumimoji="1" lang="ja-JP" altLang="en-US" spc="30">
                    <a:solidFill>
                      <a:srgbClr val="C00000"/>
                    </a:solidFill>
                    <a:latin typeface="源ノ角ゴシック JP" panose="020B0500000000000000" pitchFamily="34" charset="-128"/>
                    <a:ea typeface="源ノ角ゴシック JP" panose="020B0500000000000000" pitchFamily="34" charset="-128"/>
                  </a:rPr>
                  <a:t>→</a:t>
                </a:r>
                <a:r>
                  <a:rPr kumimoji="1" lang="en-US" altLang="ja-JP" spc="30" dirty="0">
                    <a:solidFill>
                      <a:srgbClr val="C00000"/>
                    </a:solidFill>
                    <a:latin typeface="源ノ角ゴシック JP" panose="020B0500000000000000" pitchFamily="34" charset="-128"/>
                    <a:ea typeface="源ノ角ゴシック JP" panose="020B0500000000000000" pitchFamily="34" charset="-128"/>
                  </a:rPr>
                  <a:t> </a:t>
                </a:r>
                <a:r>
                  <a:rPr kumimoji="1" lang="ja-JP" altLang="en-US" spc="30">
                    <a:solidFill>
                      <a:srgbClr val="C00000"/>
                    </a:solidFill>
                    <a:latin typeface="源ノ角ゴシック JP" panose="020B0500000000000000" pitchFamily="34" charset="-128"/>
                    <a:ea typeface="源ノ角ゴシック JP" panose="020B0500000000000000" pitchFamily="34" charset="-128"/>
                  </a:rPr>
                  <a:t>「対応」の適切さを改善し、他社と同程度の水準に追いつく必要がある</a:t>
                </a:r>
                <a:endParaRPr kumimoji="1" lang="en-US" altLang="ja-JP" spc="30" dirty="0">
                  <a:solidFill>
                    <a:srgbClr val="C00000"/>
                  </a:solidFill>
                  <a:latin typeface="源ノ角ゴシック JP" panose="020B0500000000000000" pitchFamily="34" charset="-128"/>
                  <a:ea typeface="源ノ角ゴシック JP" panose="020B0500000000000000" pitchFamily="34" charset="-128"/>
                </a:endParaRPr>
              </a:p>
            </p:txBody>
          </p:sp>
        </p:grpSp>
        <p:sp>
          <p:nvSpPr>
            <p:cNvPr id="11" name="テキスト ボックス 10">
              <a:extLst>
                <a:ext uri="{FF2B5EF4-FFF2-40B4-BE49-F238E27FC236}">
                  <a16:creationId xmlns:a16="http://schemas.microsoft.com/office/drawing/2014/main" id="{16323EE7-ADF3-291A-7257-785C1584E240}"/>
                </a:ext>
              </a:extLst>
            </p:cNvPr>
            <p:cNvSpPr txBox="1"/>
            <p:nvPr/>
          </p:nvSpPr>
          <p:spPr>
            <a:xfrm>
              <a:off x="967527" y="1144490"/>
              <a:ext cx="1245586" cy="394019"/>
            </a:xfrm>
            <a:prstGeom prst="rect">
              <a:avLst/>
            </a:prstGeom>
            <a:noFill/>
          </p:spPr>
          <p:txBody>
            <a:bodyPr wrap="square">
              <a:spAutoFit/>
            </a:bodyPr>
            <a:lstStyle/>
            <a:p>
              <a:pPr>
                <a:lnSpc>
                  <a:spcPts val="2480"/>
                </a:lnSpc>
                <a:defRPr/>
              </a:pPr>
              <a:r>
                <a:rPr kumimoji="1" lang="ja-JP" altLang="en-US" sz="2000" b="1" spc="40">
                  <a:solidFill>
                    <a:srgbClr val="DCD8DC">
                      <a:lumMod val="25000"/>
                    </a:srgbClr>
                  </a:solidFill>
                  <a:latin typeface="源ノ角ゴシック JP" panose="020B0500000000000000" pitchFamily="34" charset="-128"/>
                  <a:ea typeface="源ノ角ゴシック JP" panose="020B0500000000000000" pitchFamily="34" charset="-128"/>
                </a:rPr>
                <a:t>問題</a:t>
              </a:r>
              <a:r>
                <a:rPr kumimoji="1" lang="en-US" altLang="ja-JP" sz="2000" b="1" spc="40" dirty="0">
                  <a:solidFill>
                    <a:srgbClr val="DCD8DC">
                      <a:lumMod val="25000"/>
                    </a:srgbClr>
                  </a:solidFill>
                  <a:latin typeface="源ノ角ゴシック JP" panose="020B0500000000000000" pitchFamily="34" charset="-128"/>
                  <a:ea typeface="源ノ角ゴシック JP" panose="020B0500000000000000" pitchFamily="34" charset="-128"/>
                </a:rPr>
                <a:t>①</a:t>
              </a:r>
              <a:r>
                <a:rPr kumimoji="1" lang="ja-JP" altLang="en-US" sz="2000" b="1" spc="4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2000" b="1" spc="4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grpSp>
        <p:nvGrpSpPr>
          <p:cNvPr id="20" name="グループ化 19">
            <a:extLst>
              <a:ext uri="{FF2B5EF4-FFF2-40B4-BE49-F238E27FC236}">
                <a16:creationId xmlns:a16="http://schemas.microsoft.com/office/drawing/2014/main" id="{B79DC190-DF7B-BE1F-2048-55B4AE5AFFD1}"/>
              </a:ext>
            </a:extLst>
          </p:cNvPr>
          <p:cNvGrpSpPr/>
          <p:nvPr/>
        </p:nvGrpSpPr>
        <p:grpSpPr>
          <a:xfrm>
            <a:off x="967527" y="2914036"/>
            <a:ext cx="9937772" cy="1656556"/>
            <a:chOff x="967527" y="3226017"/>
            <a:chExt cx="9937772" cy="1656556"/>
          </a:xfrm>
        </p:grpSpPr>
        <p:sp>
          <p:nvSpPr>
            <p:cNvPr id="12" name="テキスト ボックス 11">
              <a:extLst>
                <a:ext uri="{FF2B5EF4-FFF2-40B4-BE49-F238E27FC236}">
                  <a16:creationId xmlns:a16="http://schemas.microsoft.com/office/drawing/2014/main" id="{07A24E42-9D9B-7400-3B93-C168A07B6AD1}"/>
                </a:ext>
              </a:extLst>
            </p:cNvPr>
            <p:cNvSpPr txBox="1"/>
            <p:nvPr/>
          </p:nvSpPr>
          <p:spPr>
            <a:xfrm>
              <a:off x="967527" y="3226017"/>
              <a:ext cx="1245586" cy="394019"/>
            </a:xfrm>
            <a:prstGeom prst="rect">
              <a:avLst/>
            </a:prstGeom>
            <a:noFill/>
          </p:spPr>
          <p:txBody>
            <a:bodyPr wrap="square">
              <a:spAutoFit/>
            </a:bodyPr>
            <a:lstStyle/>
            <a:p>
              <a:pPr>
                <a:lnSpc>
                  <a:spcPts val="2480"/>
                </a:lnSpc>
                <a:defRPr/>
              </a:pPr>
              <a:r>
                <a:rPr kumimoji="1" lang="ja-JP" altLang="en-US" sz="2000" b="1" spc="40">
                  <a:solidFill>
                    <a:srgbClr val="DCD8DC">
                      <a:lumMod val="25000"/>
                    </a:srgbClr>
                  </a:solidFill>
                  <a:latin typeface="源ノ角ゴシック JP" panose="020B0500000000000000" pitchFamily="34" charset="-128"/>
                  <a:ea typeface="源ノ角ゴシック JP" panose="020B0500000000000000" pitchFamily="34" charset="-128"/>
                </a:rPr>
                <a:t>問題</a:t>
              </a:r>
              <a:r>
                <a:rPr kumimoji="1" lang="en-US" altLang="ja-JP" sz="2000" b="1" spc="40" dirty="0">
                  <a:solidFill>
                    <a:srgbClr val="DCD8DC">
                      <a:lumMod val="25000"/>
                    </a:srgbClr>
                  </a:solidFill>
                  <a:latin typeface="源ノ角ゴシック JP" panose="020B0500000000000000" pitchFamily="34" charset="-128"/>
                  <a:ea typeface="源ノ角ゴシック JP" panose="020B0500000000000000" pitchFamily="34" charset="-128"/>
                </a:rPr>
                <a:t>②</a:t>
              </a:r>
              <a:r>
                <a:rPr kumimoji="1" lang="ja-JP" altLang="en-US" sz="2000" b="1" spc="4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2000" b="1" spc="4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nvGrpSpPr>
            <p:cNvPr id="19" name="グループ化 18">
              <a:extLst>
                <a:ext uri="{FF2B5EF4-FFF2-40B4-BE49-F238E27FC236}">
                  <a16:creationId xmlns:a16="http://schemas.microsoft.com/office/drawing/2014/main" id="{29B3A24D-1AAF-4E2D-B351-217B0458F1AF}"/>
                </a:ext>
              </a:extLst>
            </p:cNvPr>
            <p:cNvGrpSpPr/>
            <p:nvPr/>
          </p:nvGrpSpPr>
          <p:grpSpPr>
            <a:xfrm>
              <a:off x="1286701" y="3620036"/>
              <a:ext cx="9618598" cy="1262537"/>
              <a:chOff x="1286701" y="3502284"/>
              <a:chExt cx="9618598" cy="1262537"/>
            </a:xfrm>
          </p:grpSpPr>
          <p:sp>
            <p:nvSpPr>
              <p:cNvPr id="5" name="テキスト ボックス 4">
                <a:extLst>
                  <a:ext uri="{FF2B5EF4-FFF2-40B4-BE49-F238E27FC236}">
                    <a16:creationId xmlns:a16="http://schemas.microsoft.com/office/drawing/2014/main" id="{6FFECFE2-14CE-7C50-AADB-2AA94C789FF2}"/>
                  </a:ext>
                </a:extLst>
              </p:cNvPr>
              <p:cNvSpPr txBox="1"/>
              <p:nvPr/>
            </p:nvSpPr>
            <p:spPr>
              <a:xfrm>
                <a:off x="1286701" y="3502284"/>
                <a:ext cx="9618598" cy="435953"/>
              </a:xfrm>
              <a:prstGeom prst="rect">
                <a:avLst/>
              </a:prstGeom>
              <a:noFill/>
            </p:spPr>
            <p:txBody>
              <a:bodyPr wrap="square">
                <a:spAutoFit/>
              </a:bodyPr>
              <a:lstStyle/>
              <a:p>
                <a:pPr>
                  <a:lnSpc>
                    <a:spcPts val="2980"/>
                  </a:lnSpc>
                  <a:defRPr/>
                </a:pPr>
                <a:r>
                  <a:rPr kumimoji="1" lang="ja-JP" altLang="en-US" spc="30">
                    <a:solidFill>
                      <a:srgbClr val="DCD8DC">
                        <a:lumMod val="25000"/>
                      </a:srgbClr>
                    </a:solidFill>
                    <a:latin typeface="源ノ角ゴシック JP" panose="020B0500000000000000" pitchFamily="34" charset="-128"/>
                    <a:ea typeface="源ノ角ゴシック JP" panose="020B0500000000000000" pitchFamily="34" charset="-128"/>
                  </a:rPr>
                  <a:t>・若年男性において「エネルギーを</a:t>
                </a:r>
                <a:r>
                  <a:rPr kumimoji="1" lang="ja-JP" altLang="en-US" spc="30">
                    <a:solidFill>
                      <a:srgbClr val="CE4D44"/>
                    </a:solidFill>
                    <a:latin typeface="源ノ角ゴシック JP" panose="020B0500000000000000" pitchFamily="34" charset="-128"/>
                    <a:ea typeface="源ノ角ゴシック JP" panose="020B0500000000000000" pitchFamily="34" charset="-128"/>
                  </a:rPr>
                  <a:t>減らしたい</a:t>
                </a:r>
                <a:r>
                  <a:rPr kumimoji="1" lang="ja-JP" altLang="en-US" spc="30">
                    <a:solidFill>
                      <a:srgbClr val="DCD8DC">
                        <a:lumMod val="25000"/>
                      </a:srgbClr>
                    </a:solidFill>
                    <a:latin typeface="源ノ角ゴシック JP" panose="020B0500000000000000" pitchFamily="34" charset="-128"/>
                    <a:ea typeface="源ノ角ゴシック JP" panose="020B0500000000000000" pitchFamily="34" charset="-128"/>
                  </a:rPr>
                  <a:t>」ニーズに対する「対応」の</a:t>
                </a:r>
                <a:r>
                  <a:rPr kumimoji="1" lang="ja-JP" altLang="en-US" u="sng" spc="30">
                    <a:solidFill>
                      <a:srgbClr val="DCD8DC">
                        <a:lumMod val="25000"/>
                      </a:srgbClr>
                    </a:solidFill>
                    <a:latin typeface="源ノ角ゴシック JP" panose="020B0500000000000000" pitchFamily="34" charset="-128"/>
                    <a:ea typeface="源ノ角ゴシック JP" panose="020B0500000000000000" pitchFamily="34" charset="-128"/>
                  </a:rPr>
                  <a:t>適切さが低い</a:t>
                </a:r>
                <a:endParaRPr kumimoji="1" lang="en-US" altLang="ja-JP" u="sng"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3" name="テキスト ボックス 12">
                <a:extLst>
                  <a:ext uri="{FF2B5EF4-FFF2-40B4-BE49-F238E27FC236}">
                    <a16:creationId xmlns:a16="http://schemas.microsoft.com/office/drawing/2014/main" id="{CE416477-103D-9B4E-060B-2A56AC43521F}"/>
                  </a:ext>
                </a:extLst>
              </p:cNvPr>
              <p:cNvSpPr txBox="1"/>
              <p:nvPr/>
            </p:nvSpPr>
            <p:spPr>
              <a:xfrm>
                <a:off x="1286701" y="3975153"/>
                <a:ext cx="6503522" cy="368627"/>
              </a:xfrm>
              <a:prstGeom prst="rect">
                <a:avLst/>
              </a:prstGeom>
              <a:noFill/>
            </p:spPr>
            <p:txBody>
              <a:bodyPr wrap="square">
                <a:spAutoFit/>
              </a:bodyPr>
              <a:lstStyle/>
              <a:p>
                <a:pPr>
                  <a:lnSpc>
                    <a:spcPts val="2280"/>
                  </a:lnSpc>
                  <a:defRPr/>
                </a:pPr>
                <a:r>
                  <a:rPr kumimoji="1" lang="ja-JP" altLang="en-US"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・同様の問題は、他社でも確認された</a:t>
                </a:r>
                <a:endPar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14" name="テキスト ボックス 13">
                <a:extLst>
                  <a:ext uri="{FF2B5EF4-FFF2-40B4-BE49-F238E27FC236}">
                    <a16:creationId xmlns:a16="http://schemas.microsoft.com/office/drawing/2014/main" id="{AAD59BAD-210F-5681-A5F9-2386137412F4}"/>
                  </a:ext>
                </a:extLst>
              </p:cNvPr>
              <p:cNvSpPr txBox="1"/>
              <p:nvPr/>
            </p:nvSpPr>
            <p:spPr>
              <a:xfrm>
                <a:off x="1532368" y="4396194"/>
                <a:ext cx="8923597" cy="368627"/>
              </a:xfrm>
              <a:prstGeom prst="rect">
                <a:avLst/>
              </a:prstGeom>
              <a:noFill/>
            </p:spPr>
            <p:txBody>
              <a:bodyPr wrap="square">
                <a:spAutoFit/>
              </a:bodyPr>
              <a:lstStyle/>
              <a:p>
                <a:pPr>
                  <a:lnSpc>
                    <a:spcPts val="2280"/>
                  </a:lnSpc>
                  <a:defRPr/>
                </a:pPr>
                <a:r>
                  <a:rPr kumimoji="1" lang="ja-JP" altLang="en-US" spc="30">
                    <a:solidFill>
                      <a:schemeClr val="accent1">
                        <a:lumMod val="75000"/>
                      </a:schemeClr>
                    </a:solidFill>
                    <a:latin typeface="源ノ角ゴシック JP" panose="020B0500000000000000" pitchFamily="34" charset="-128"/>
                    <a:ea typeface="源ノ角ゴシック JP" panose="020B0500000000000000" pitchFamily="34" charset="-128"/>
                  </a:rPr>
                  <a:t>→</a:t>
                </a:r>
                <a:r>
                  <a:rPr kumimoji="1" lang="en-US" altLang="ja-JP" spc="30" dirty="0">
                    <a:solidFill>
                      <a:schemeClr val="accent1">
                        <a:lumMod val="75000"/>
                      </a:schemeClr>
                    </a:solidFill>
                    <a:latin typeface="源ノ角ゴシック JP" panose="020B0500000000000000" pitchFamily="34" charset="-128"/>
                    <a:ea typeface="源ノ角ゴシック JP" panose="020B0500000000000000" pitchFamily="34" charset="-128"/>
                  </a:rPr>
                  <a:t> </a:t>
                </a:r>
                <a:r>
                  <a:rPr kumimoji="1" lang="ja-JP" altLang="en-US" spc="30">
                    <a:solidFill>
                      <a:schemeClr val="accent1">
                        <a:lumMod val="75000"/>
                      </a:schemeClr>
                    </a:solidFill>
                    <a:latin typeface="源ノ角ゴシック JP" panose="020B0500000000000000" pitchFamily="34" charset="-128"/>
                    <a:ea typeface="源ノ角ゴシック JP" panose="020B0500000000000000" pitchFamily="34" charset="-128"/>
                  </a:rPr>
                  <a:t>先駆けて「対応」の適切さを改善することで、他社に一歩先行することができる</a:t>
                </a:r>
                <a:endParaRPr kumimoji="1" lang="en-US" altLang="ja-JP" spc="30" dirty="0">
                  <a:solidFill>
                    <a:schemeClr val="accent1">
                      <a:lumMod val="75000"/>
                    </a:schemeClr>
                  </a:solidFill>
                  <a:latin typeface="源ノ角ゴシック JP" panose="020B0500000000000000" pitchFamily="34" charset="-128"/>
                  <a:ea typeface="源ノ角ゴシック JP" panose="020B0500000000000000" pitchFamily="34" charset="-128"/>
                </a:endParaRPr>
              </a:p>
            </p:txBody>
          </p:sp>
        </p:grpSp>
      </p:grpSp>
      <p:grpSp>
        <p:nvGrpSpPr>
          <p:cNvPr id="23" name="グループ化 22">
            <a:extLst>
              <a:ext uri="{FF2B5EF4-FFF2-40B4-BE49-F238E27FC236}">
                <a16:creationId xmlns:a16="http://schemas.microsoft.com/office/drawing/2014/main" id="{D1024234-AB18-A84B-23C6-ECBF808B465B}"/>
              </a:ext>
            </a:extLst>
          </p:cNvPr>
          <p:cNvGrpSpPr/>
          <p:nvPr/>
        </p:nvGrpSpPr>
        <p:grpSpPr>
          <a:xfrm>
            <a:off x="967527" y="4805720"/>
            <a:ext cx="9937772" cy="1656556"/>
            <a:chOff x="967527" y="5242152"/>
            <a:chExt cx="9937772" cy="1656556"/>
          </a:xfrm>
        </p:grpSpPr>
        <p:sp>
          <p:nvSpPr>
            <p:cNvPr id="15" name="テキスト ボックス 14">
              <a:extLst>
                <a:ext uri="{FF2B5EF4-FFF2-40B4-BE49-F238E27FC236}">
                  <a16:creationId xmlns:a16="http://schemas.microsoft.com/office/drawing/2014/main" id="{402A823C-6D2C-4797-4396-2D38D6FE35B0}"/>
                </a:ext>
              </a:extLst>
            </p:cNvPr>
            <p:cNvSpPr txBox="1"/>
            <p:nvPr/>
          </p:nvSpPr>
          <p:spPr>
            <a:xfrm>
              <a:off x="967527" y="5242152"/>
              <a:ext cx="1245586" cy="394019"/>
            </a:xfrm>
            <a:prstGeom prst="rect">
              <a:avLst/>
            </a:prstGeom>
            <a:noFill/>
          </p:spPr>
          <p:txBody>
            <a:bodyPr wrap="square">
              <a:spAutoFit/>
            </a:bodyPr>
            <a:lstStyle/>
            <a:p>
              <a:pPr>
                <a:lnSpc>
                  <a:spcPts val="2480"/>
                </a:lnSpc>
                <a:defRPr/>
              </a:pPr>
              <a:r>
                <a:rPr kumimoji="1" lang="ja-JP" altLang="en-US" sz="2000" b="1" spc="40">
                  <a:solidFill>
                    <a:srgbClr val="DCD8DC">
                      <a:lumMod val="25000"/>
                    </a:srgbClr>
                  </a:solidFill>
                  <a:latin typeface="源ノ角ゴシック JP" panose="020B0500000000000000" pitchFamily="34" charset="-128"/>
                  <a:ea typeface="源ノ角ゴシック JP" panose="020B0500000000000000" pitchFamily="34" charset="-128"/>
                </a:rPr>
                <a:t>問題</a:t>
              </a:r>
              <a:r>
                <a:rPr kumimoji="1" lang="en-US" altLang="ja-JP" sz="2000" b="1" spc="40" dirty="0">
                  <a:solidFill>
                    <a:srgbClr val="DCD8DC">
                      <a:lumMod val="25000"/>
                    </a:srgbClr>
                  </a:solidFill>
                  <a:latin typeface="源ノ角ゴシック JP" panose="020B0500000000000000" pitchFamily="34" charset="-128"/>
                  <a:ea typeface="源ノ角ゴシック JP" panose="020B0500000000000000" pitchFamily="34" charset="-128"/>
                </a:rPr>
                <a:t>③</a:t>
              </a:r>
              <a:r>
                <a:rPr kumimoji="1" lang="ja-JP" altLang="en-US" sz="2000" b="1" spc="4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2000" b="1" spc="4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nvGrpSpPr>
            <p:cNvPr id="22" name="グループ化 21">
              <a:extLst>
                <a:ext uri="{FF2B5EF4-FFF2-40B4-BE49-F238E27FC236}">
                  <a16:creationId xmlns:a16="http://schemas.microsoft.com/office/drawing/2014/main" id="{23BA5A20-CB45-651D-3B34-66683CB1BB50}"/>
                </a:ext>
              </a:extLst>
            </p:cNvPr>
            <p:cNvGrpSpPr/>
            <p:nvPr/>
          </p:nvGrpSpPr>
          <p:grpSpPr>
            <a:xfrm>
              <a:off x="1286701" y="5636171"/>
              <a:ext cx="9618598" cy="1262537"/>
              <a:chOff x="1286701" y="5672132"/>
              <a:chExt cx="9618598" cy="1262537"/>
            </a:xfrm>
          </p:grpSpPr>
          <p:sp>
            <p:nvSpPr>
              <p:cNvPr id="6" name="テキスト ボックス 5">
                <a:extLst>
                  <a:ext uri="{FF2B5EF4-FFF2-40B4-BE49-F238E27FC236}">
                    <a16:creationId xmlns:a16="http://schemas.microsoft.com/office/drawing/2014/main" id="{C4CBA6AF-F184-C66E-4542-D1DBAEF3E499}"/>
                  </a:ext>
                </a:extLst>
              </p:cNvPr>
              <p:cNvSpPr txBox="1"/>
              <p:nvPr/>
            </p:nvSpPr>
            <p:spPr>
              <a:xfrm>
                <a:off x="1286701" y="5672132"/>
                <a:ext cx="9618598" cy="435953"/>
              </a:xfrm>
              <a:prstGeom prst="rect">
                <a:avLst/>
              </a:prstGeom>
              <a:noFill/>
            </p:spPr>
            <p:txBody>
              <a:bodyPr wrap="square">
                <a:spAutoFit/>
              </a:bodyPr>
              <a:lstStyle/>
              <a:p>
                <a:pPr>
                  <a:lnSpc>
                    <a:spcPts val="2980"/>
                  </a:lnSpc>
                  <a:defRPr/>
                </a:pPr>
                <a:r>
                  <a:rPr kumimoji="1" lang="ja-JP" altLang="en-US" spc="30">
                    <a:solidFill>
                      <a:srgbClr val="DCD8DC">
                        <a:lumMod val="25000"/>
                      </a:srgbClr>
                    </a:solidFill>
                    <a:latin typeface="源ノ角ゴシック JP" panose="020B0500000000000000" pitchFamily="34" charset="-128"/>
                    <a:ea typeface="源ノ角ゴシック JP" panose="020B0500000000000000" pitchFamily="34" charset="-128"/>
                  </a:rPr>
                  <a:t>・属性を問わず「脂質を</a:t>
                </a:r>
                <a:r>
                  <a:rPr kumimoji="1" lang="ja-JP" altLang="en-US" spc="30">
                    <a:solidFill>
                      <a:srgbClr val="CE4D44"/>
                    </a:solidFill>
                    <a:latin typeface="源ノ角ゴシック JP" panose="020B0500000000000000" pitchFamily="34" charset="-128"/>
                    <a:ea typeface="源ノ角ゴシック JP" panose="020B0500000000000000" pitchFamily="34" charset="-128"/>
                  </a:rPr>
                  <a:t>減らしたい</a:t>
                </a:r>
                <a:r>
                  <a:rPr kumimoji="1" lang="ja-JP" altLang="en-US" spc="30">
                    <a:solidFill>
                      <a:srgbClr val="DCD8DC">
                        <a:lumMod val="25000"/>
                      </a:srgbClr>
                    </a:solidFill>
                    <a:latin typeface="源ノ角ゴシック JP" panose="020B0500000000000000" pitchFamily="34" charset="-128"/>
                    <a:ea typeface="源ノ角ゴシック JP" panose="020B0500000000000000" pitchFamily="34" charset="-128"/>
                  </a:rPr>
                  <a:t>」ニーズに対する「対応」の</a:t>
                </a:r>
                <a:r>
                  <a:rPr kumimoji="1" lang="ja-JP" altLang="en-US" u="sng" spc="30">
                    <a:solidFill>
                      <a:srgbClr val="DCD8DC">
                        <a:lumMod val="25000"/>
                      </a:srgbClr>
                    </a:solidFill>
                    <a:latin typeface="源ノ角ゴシック JP" panose="020B0500000000000000" pitchFamily="34" charset="-128"/>
                    <a:ea typeface="源ノ角ゴシック JP" panose="020B0500000000000000" pitchFamily="34" charset="-128"/>
                  </a:rPr>
                  <a:t>実施量が不十分である</a:t>
                </a:r>
                <a:endParaRPr kumimoji="1" lang="en-US" altLang="ja-JP" u="sng"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6" name="テキスト ボックス 15">
                <a:extLst>
                  <a:ext uri="{FF2B5EF4-FFF2-40B4-BE49-F238E27FC236}">
                    <a16:creationId xmlns:a16="http://schemas.microsoft.com/office/drawing/2014/main" id="{F1079343-EF4E-FB58-9842-6EEE00189DDB}"/>
                  </a:ext>
                </a:extLst>
              </p:cNvPr>
              <p:cNvSpPr txBox="1"/>
              <p:nvPr/>
            </p:nvSpPr>
            <p:spPr>
              <a:xfrm>
                <a:off x="1286701" y="6145001"/>
                <a:ext cx="6503522" cy="368627"/>
              </a:xfrm>
              <a:prstGeom prst="rect">
                <a:avLst/>
              </a:prstGeom>
              <a:noFill/>
            </p:spPr>
            <p:txBody>
              <a:bodyPr wrap="square">
                <a:spAutoFit/>
              </a:bodyPr>
              <a:lstStyle/>
              <a:p>
                <a:pPr>
                  <a:lnSpc>
                    <a:spcPts val="2280"/>
                  </a:lnSpc>
                  <a:defRPr/>
                </a:pPr>
                <a:r>
                  <a:rPr kumimoji="1" lang="ja-JP" altLang="en-US"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・同様の問題は、他社でも確認された</a:t>
                </a:r>
                <a:endPar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17" name="テキスト ボックス 16">
                <a:extLst>
                  <a:ext uri="{FF2B5EF4-FFF2-40B4-BE49-F238E27FC236}">
                    <a16:creationId xmlns:a16="http://schemas.microsoft.com/office/drawing/2014/main" id="{981160EA-9B64-8340-EC55-BC4411BE1CE9}"/>
                  </a:ext>
                </a:extLst>
              </p:cNvPr>
              <p:cNvSpPr txBox="1"/>
              <p:nvPr/>
            </p:nvSpPr>
            <p:spPr>
              <a:xfrm>
                <a:off x="1532368" y="6566042"/>
                <a:ext cx="8923597" cy="368627"/>
              </a:xfrm>
              <a:prstGeom prst="rect">
                <a:avLst/>
              </a:prstGeom>
              <a:noFill/>
            </p:spPr>
            <p:txBody>
              <a:bodyPr wrap="square">
                <a:spAutoFit/>
              </a:bodyPr>
              <a:lstStyle/>
              <a:p>
                <a:pPr>
                  <a:lnSpc>
                    <a:spcPts val="2280"/>
                  </a:lnSpc>
                  <a:defRPr/>
                </a:pPr>
                <a:r>
                  <a:rPr kumimoji="1" lang="ja-JP" altLang="en-US" spc="30">
                    <a:solidFill>
                      <a:schemeClr val="accent1">
                        <a:lumMod val="75000"/>
                      </a:schemeClr>
                    </a:solidFill>
                    <a:latin typeface="源ノ角ゴシック JP" panose="020B0500000000000000" pitchFamily="34" charset="-128"/>
                    <a:ea typeface="源ノ角ゴシック JP" panose="020B0500000000000000" pitchFamily="34" charset="-128"/>
                  </a:rPr>
                  <a:t>→</a:t>
                </a:r>
                <a:r>
                  <a:rPr kumimoji="1" lang="en-US" altLang="ja-JP" spc="30" dirty="0">
                    <a:solidFill>
                      <a:schemeClr val="accent1">
                        <a:lumMod val="75000"/>
                      </a:schemeClr>
                    </a:solidFill>
                    <a:latin typeface="源ノ角ゴシック JP" panose="020B0500000000000000" pitchFamily="34" charset="-128"/>
                    <a:ea typeface="源ノ角ゴシック JP" panose="020B0500000000000000" pitchFamily="34" charset="-128"/>
                  </a:rPr>
                  <a:t> </a:t>
                </a:r>
                <a:r>
                  <a:rPr kumimoji="1" lang="ja-JP" altLang="en-US" spc="30">
                    <a:solidFill>
                      <a:schemeClr val="accent1">
                        <a:lumMod val="75000"/>
                      </a:schemeClr>
                    </a:solidFill>
                    <a:latin typeface="源ノ角ゴシック JP" panose="020B0500000000000000" pitchFamily="34" charset="-128"/>
                    <a:ea typeface="源ノ角ゴシック JP" panose="020B0500000000000000" pitchFamily="34" charset="-128"/>
                  </a:rPr>
                  <a:t>先駆けて「対応」の適切さを改善することで、他社に一歩先行することができる</a:t>
                </a:r>
                <a:endParaRPr kumimoji="1" lang="en-US" altLang="ja-JP" spc="30" dirty="0">
                  <a:solidFill>
                    <a:schemeClr val="accent1">
                      <a:lumMod val="75000"/>
                    </a:schemeClr>
                  </a:solidFill>
                  <a:latin typeface="源ノ角ゴシック JP" panose="020B0500000000000000" pitchFamily="34" charset="-128"/>
                  <a:ea typeface="源ノ角ゴシック JP" panose="020B0500000000000000" pitchFamily="34" charset="-128"/>
                </a:endParaRPr>
              </a:p>
            </p:txBody>
          </p:sp>
        </p:grpSp>
      </p:grpSp>
      <p:sp>
        <p:nvSpPr>
          <p:cNvPr id="25" name="正方形/長方形 24">
            <a:extLst>
              <a:ext uri="{FF2B5EF4-FFF2-40B4-BE49-F238E27FC236}">
                <a16:creationId xmlns:a16="http://schemas.microsoft.com/office/drawing/2014/main" id="{F48BA646-F454-232D-4F71-AC1C77EE1F5A}"/>
              </a:ext>
            </a:extLst>
          </p:cNvPr>
          <p:cNvSpPr/>
          <p:nvPr/>
        </p:nvSpPr>
        <p:spPr>
          <a:xfrm>
            <a:off x="728870" y="2754808"/>
            <a:ext cx="10349947" cy="3844775"/>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7603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C296F68-BB08-57C7-579B-27A3C187EE5A}"/>
              </a:ext>
            </a:extLst>
          </p:cNvPr>
          <p:cNvSpPr txBox="1"/>
          <p:nvPr/>
        </p:nvSpPr>
        <p:spPr>
          <a:xfrm>
            <a:off x="223842" y="485067"/>
            <a:ext cx="10624972"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「対応」商品を購入した経験のある人が少ないことが、ボトルネックである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sp>
        <p:nvSpPr>
          <p:cNvPr id="3" name="テキスト ボックス 2">
            <a:extLst>
              <a:ext uri="{FF2B5EF4-FFF2-40B4-BE49-F238E27FC236}">
                <a16:creationId xmlns:a16="http://schemas.microsoft.com/office/drawing/2014/main" id="{39EACB03-8682-9E01-2627-BF70B8FD7854}"/>
              </a:ext>
            </a:extLst>
          </p:cNvPr>
          <p:cNvSpPr txBox="1"/>
          <p:nvPr/>
        </p:nvSpPr>
        <p:spPr>
          <a:xfrm>
            <a:off x="658631" y="1091280"/>
            <a:ext cx="10073557" cy="699294"/>
          </a:xfrm>
          <a:prstGeom prst="rect">
            <a:avLst/>
          </a:prstGeom>
          <a:noFill/>
        </p:spPr>
        <p:txBody>
          <a:bodyPr wrap="square">
            <a:spAutoFit/>
          </a:bodyPr>
          <a:lstStyle/>
          <a:p>
            <a:pPr>
              <a:lnSpc>
                <a:spcPts val="2480"/>
              </a:lnSpc>
              <a:defRPr/>
            </a:pP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なぜ、若年層において「栄養バランスを</a:t>
            </a:r>
            <a:r>
              <a:rPr kumimoji="1" lang="ja-JP" altLang="en-US" sz="1500" spc="30">
                <a:solidFill>
                  <a:srgbClr val="599975"/>
                </a:solidFill>
                <a:latin typeface="源ノ角ゴシック JP" panose="020B0500000000000000" pitchFamily="34" charset="-128"/>
                <a:ea typeface="源ノ角ゴシック JP" panose="020B0500000000000000" pitchFamily="34" charset="-128"/>
              </a:rPr>
              <a:t>調整したい</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」ニーズに対する「対応」の</a:t>
            </a:r>
            <a:r>
              <a:rPr kumimoji="1" lang="ja-JP" altLang="en-US" sz="1500" u="sng" spc="30">
                <a:solidFill>
                  <a:srgbClr val="DCD8DC">
                    <a:lumMod val="25000"/>
                  </a:srgbClr>
                </a:solidFill>
                <a:latin typeface="源ノ角ゴシック JP" panose="020B0500000000000000" pitchFamily="34" charset="-128"/>
                <a:ea typeface="源ノ角ゴシック JP" panose="020B0500000000000000" pitchFamily="34" charset="-128"/>
              </a:rPr>
              <a:t>適切さが低いのか</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480"/>
              </a:lnSpc>
              <a:defRPr/>
            </a:pP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 購買記録数を構成する２つの要素に分けて、ボトルネックを特定する</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nvGrpSpPr>
          <p:cNvPr id="30" name="グループ化 29">
            <a:extLst>
              <a:ext uri="{FF2B5EF4-FFF2-40B4-BE49-F238E27FC236}">
                <a16:creationId xmlns:a16="http://schemas.microsoft.com/office/drawing/2014/main" id="{53278605-6E03-E854-FC8F-73E7CC52B992}"/>
              </a:ext>
            </a:extLst>
          </p:cNvPr>
          <p:cNvGrpSpPr/>
          <p:nvPr/>
        </p:nvGrpSpPr>
        <p:grpSpPr>
          <a:xfrm>
            <a:off x="843324" y="2090614"/>
            <a:ext cx="10505352" cy="2168609"/>
            <a:chOff x="843324" y="2110616"/>
            <a:chExt cx="10505352" cy="2168609"/>
          </a:xfrm>
        </p:grpSpPr>
        <p:sp>
          <p:nvSpPr>
            <p:cNvPr id="25" name="正方形/長方形 24">
              <a:extLst>
                <a:ext uri="{FF2B5EF4-FFF2-40B4-BE49-F238E27FC236}">
                  <a16:creationId xmlns:a16="http://schemas.microsoft.com/office/drawing/2014/main" id="{A76ABE6E-8A32-2CBF-1114-981EB34522E0}"/>
                </a:ext>
              </a:extLst>
            </p:cNvPr>
            <p:cNvSpPr/>
            <p:nvPr/>
          </p:nvSpPr>
          <p:spPr>
            <a:xfrm>
              <a:off x="4439372" y="2110616"/>
              <a:ext cx="2482589" cy="1740947"/>
            </a:xfrm>
            <a:prstGeom prst="rect">
              <a:avLst/>
            </a:prstGeom>
            <a:solidFill>
              <a:srgbClr val="5485C4">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E4600818-35B6-987B-CE79-20BF602A2D90}"/>
                </a:ext>
              </a:extLst>
            </p:cNvPr>
            <p:cNvSpPr/>
            <p:nvPr/>
          </p:nvSpPr>
          <p:spPr>
            <a:xfrm>
              <a:off x="7380100" y="2110616"/>
              <a:ext cx="2482589" cy="1740947"/>
            </a:xfrm>
            <a:prstGeom prst="rect">
              <a:avLst/>
            </a:prstGeom>
            <a:solidFill>
              <a:srgbClr val="C675A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9" name="グループ化 28">
              <a:extLst>
                <a:ext uri="{FF2B5EF4-FFF2-40B4-BE49-F238E27FC236}">
                  <a16:creationId xmlns:a16="http://schemas.microsoft.com/office/drawing/2014/main" id="{8BD53D45-E9FF-F7F6-3BAB-BBFDF0FBD101}"/>
                </a:ext>
              </a:extLst>
            </p:cNvPr>
            <p:cNvGrpSpPr/>
            <p:nvPr/>
          </p:nvGrpSpPr>
          <p:grpSpPr>
            <a:xfrm>
              <a:off x="843324" y="2237984"/>
              <a:ext cx="10505352" cy="2041241"/>
              <a:chOff x="843324" y="2237984"/>
              <a:chExt cx="10505352" cy="2041241"/>
            </a:xfrm>
          </p:grpSpPr>
          <p:grpSp>
            <p:nvGrpSpPr>
              <p:cNvPr id="24" name="グループ化 23">
                <a:extLst>
                  <a:ext uri="{FF2B5EF4-FFF2-40B4-BE49-F238E27FC236}">
                    <a16:creationId xmlns:a16="http://schemas.microsoft.com/office/drawing/2014/main" id="{01C8F9D9-AA4B-6225-53DF-F7499B756F89}"/>
                  </a:ext>
                </a:extLst>
              </p:cNvPr>
              <p:cNvGrpSpPr/>
              <p:nvPr/>
            </p:nvGrpSpPr>
            <p:grpSpPr>
              <a:xfrm>
                <a:off x="843324" y="2237984"/>
                <a:ext cx="10505352" cy="1491377"/>
                <a:chOff x="351256" y="2309236"/>
                <a:chExt cx="10505352" cy="1491377"/>
              </a:xfrm>
            </p:grpSpPr>
            <p:sp>
              <p:nvSpPr>
                <p:cNvPr id="6" name="テキスト ボックス 5">
                  <a:extLst>
                    <a:ext uri="{FF2B5EF4-FFF2-40B4-BE49-F238E27FC236}">
                      <a16:creationId xmlns:a16="http://schemas.microsoft.com/office/drawing/2014/main" id="{BD77A734-2324-5837-76E0-64C72C6CE79E}"/>
                    </a:ext>
                  </a:extLst>
                </p:cNvPr>
                <p:cNvSpPr txBox="1"/>
                <p:nvPr/>
              </p:nvSpPr>
              <p:spPr>
                <a:xfrm>
                  <a:off x="351256" y="2872356"/>
                  <a:ext cx="3596048" cy="352019"/>
                </a:xfrm>
                <a:prstGeom prst="rect">
                  <a:avLst/>
                </a:prstGeom>
                <a:noFill/>
              </p:spPr>
              <p:txBody>
                <a:bodyPr wrap="square">
                  <a:spAutoFit/>
                </a:bodyPr>
                <a:lstStyle/>
                <a:p>
                  <a:pPr>
                    <a:lnSpc>
                      <a:spcPts val="2020"/>
                    </a:lnSpc>
                    <a:defRPr/>
                  </a:pPr>
                  <a:r>
                    <a:rPr kumimoji="1" lang="ja-JP" altLang="en-US" sz="2000" b="1">
                      <a:solidFill>
                        <a:schemeClr val="tx1">
                          <a:lumMod val="65000"/>
                          <a:lumOff val="35000"/>
                        </a:schemeClr>
                      </a:solidFill>
                      <a:latin typeface="源ノ角ゴシック JP" panose="020B0500000000000000" pitchFamily="34" charset="-128"/>
                      <a:ea typeface="源ノ角ゴシック JP" panose="020B0500000000000000" pitchFamily="34" charset="-128"/>
                    </a:rPr>
                    <a:t>購買記録数（件</a:t>
                  </a:r>
                  <a:r>
                    <a:rPr kumimoji="1" lang="en-US" altLang="ja-JP" sz="20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 / 1000</a:t>
                  </a:r>
                  <a:r>
                    <a:rPr kumimoji="1" lang="ja-JP" altLang="en-US" sz="2000" b="1">
                      <a:solidFill>
                        <a:schemeClr val="tx1">
                          <a:lumMod val="65000"/>
                          <a:lumOff val="35000"/>
                        </a:schemeClr>
                      </a:solidFill>
                      <a:latin typeface="源ノ角ゴシック JP" panose="020B0500000000000000" pitchFamily="34" charset="-128"/>
                      <a:ea typeface="源ノ角ゴシック JP" panose="020B0500000000000000" pitchFamily="34" charset="-128"/>
                    </a:rPr>
                    <a:t>人）</a:t>
                  </a:r>
                  <a:endParaRPr kumimoji="1" lang="en-US" altLang="ja-JP" sz="20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9" name="テキスト ボックス 8">
                  <a:extLst>
                    <a:ext uri="{FF2B5EF4-FFF2-40B4-BE49-F238E27FC236}">
                      <a16:creationId xmlns:a16="http://schemas.microsoft.com/office/drawing/2014/main" id="{BCFF2B7A-7D87-224F-8565-8C411B0AB13A}"/>
                    </a:ext>
                  </a:extLst>
                </p:cNvPr>
                <p:cNvSpPr txBox="1"/>
                <p:nvPr/>
              </p:nvSpPr>
              <p:spPr>
                <a:xfrm>
                  <a:off x="3534342" y="2910240"/>
                  <a:ext cx="451562" cy="361189"/>
                </a:xfrm>
                <a:prstGeom prst="rect">
                  <a:avLst/>
                </a:prstGeom>
                <a:noFill/>
              </p:spPr>
              <p:txBody>
                <a:bodyPr wrap="square">
                  <a:spAutoFit/>
                </a:bodyPr>
                <a:lstStyle/>
                <a:p>
                  <a:pPr>
                    <a:lnSpc>
                      <a:spcPts val="2020"/>
                    </a:lnSpc>
                    <a:defRPr/>
                  </a:pPr>
                  <a:r>
                    <a:rPr kumimoji="1" lang="en-US" altLang="ja-JP" sz="22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p>
              </p:txBody>
            </p:sp>
            <p:grpSp>
              <p:nvGrpSpPr>
                <p:cNvPr id="22" name="グループ化 21">
                  <a:extLst>
                    <a:ext uri="{FF2B5EF4-FFF2-40B4-BE49-F238E27FC236}">
                      <a16:creationId xmlns:a16="http://schemas.microsoft.com/office/drawing/2014/main" id="{5F0930C7-77C3-EBA4-8E6F-BCB20E47E4AD}"/>
                    </a:ext>
                  </a:extLst>
                </p:cNvPr>
                <p:cNvGrpSpPr/>
                <p:nvPr/>
              </p:nvGrpSpPr>
              <p:grpSpPr>
                <a:xfrm>
                  <a:off x="3926760" y="2309236"/>
                  <a:ext cx="2546985" cy="1490725"/>
                  <a:chOff x="3974260" y="2309236"/>
                  <a:chExt cx="2546985" cy="1490725"/>
                </a:xfrm>
              </p:grpSpPr>
              <p:sp>
                <p:nvSpPr>
                  <p:cNvPr id="7" name="テキスト ボックス 6">
                    <a:extLst>
                      <a:ext uri="{FF2B5EF4-FFF2-40B4-BE49-F238E27FC236}">
                        <a16:creationId xmlns:a16="http://schemas.microsoft.com/office/drawing/2014/main" id="{693DD059-1E20-7FF6-37AA-1CA6C24F560C}"/>
                      </a:ext>
                    </a:extLst>
                  </p:cNvPr>
                  <p:cNvSpPr txBox="1"/>
                  <p:nvPr/>
                </p:nvSpPr>
                <p:spPr>
                  <a:xfrm>
                    <a:off x="3974260" y="2309236"/>
                    <a:ext cx="2499820" cy="633443"/>
                  </a:xfrm>
                  <a:prstGeom prst="rect">
                    <a:avLst/>
                  </a:prstGeom>
                  <a:noFill/>
                </p:spPr>
                <p:txBody>
                  <a:bodyPr wrap="square">
                    <a:spAutoFit/>
                  </a:bodyPr>
                  <a:lstStyle/>
                  <a:p>
                    <a:pPr>
                      <a:lnSpc>
                        <a:spcPts val="2220"/>
                      </a:lnSpc>
                      <a:defRPr/>
                    </a:pPr>
                    <a:r>
                      <a:rPr kumimoji="1" lang="ja-JP" altLang="en-US" sz="1550" spc="30">
                        <a:solidFill>
                          <a:schemeClr val="tx1">
                            <a:lumMod val="65000"/>
                            <a:lumOff val="35000"/>
                          </a:schemeClr>
                        </a:solidFill>
                        <a:latin typeface="源ノ角ゴシック JP" panose="020B0500000000000000" pitchFamily="34" charset="-128"/>
                        <a:ea typeface="源ノ角ゴシック JP" panose="020B0500000000000000" pitchFamily="34" charset="-128"/>
                      </a:rPr>
                      <a:t>「対応」商品を購入した</a:t>
                    </a:r>
                    <a:br>
                      <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r>
                      <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  </a:t>
                    </a:r>
                    <a:r>
                      <a:rPr kumimoji="1" lang="ja-JP" altLang="en-US" sz="1550" spc="30">
                        <a:solidFill>
                          <a:schemeClr val="tx1">
                            <a:lumMod val="65000"/>
                            <a:lumOff val="35000"/>
                          </a:schemeClr>
                        </a:solidFill>
                        <a:latin typeface="源ノ角ゴシック JP" panose="020B0500000000000000" pitchFamily="34" charset="-128"/>
                        <a:ea typeface="源ノ角ゴシック JP" panose="020B0500000000000000" pitchFamily="34" charset="-128"/>
                      </a:rPr>
                      <a:t>経験のある人の数（人）</a:t>
                    </a:r>
                    <a:endPar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8" name="テキスト ボックス 7">
                    <a:extLst>
                      <a:ext uri="{FF2B5EF4-FFF2-40B4-BE49-F238E27FC236}">
                        <a16:creationId xmlns:a16="http://schemas.microsoft.com/office/drawing/2014/main" id="{8F68096F-6552-6AB2-0BCA-6B13C4819271}"/>
                      </a:ext>
                    </a:extLst>
                  </p:cNvPr>
                  <p:cNvSpPr txBox="1"/>
                  <p:nvPr/>
                </p:nvSpPr>
                <p:spPr>
                  <a:xfrm>
                    <a:off x="4158735" y="3161901"/>
                    <a:ext cx="2362510" cy="638060"/>
                  </a:xfrm>
                  <a:prstGeom prst="rect">
                    <a:avLst/>
                  </a:prstGeom>
                  <a:noFill/>
                </p:spPr>
                <p:txBody>
                  <a:bodyPr wrap="square">
                    <a:spAutoFit/>
                  </a:bodyPr>
                  <a:lstStyle/>
                  <a:p>
                    <a:pPr>
                      <a:lnSpc>
                        <a:spcPts val="2220"/>
                      </a:lnSpc>
                      <a:defRPr/>
                    </a:pPr>
                    <a:r>
                      <a:rPr kumimoji="1" lang="ja-JP" altLang="en-US" sz="1550" spc="30">
                        <a:solidFill>
                          <a:schemeClr val="tx1">
                            <a:lumMod val="65000"/>
                            <a:lumOff val="35000"/>
                          </a:schemeClr>
                        </a:solidFill>
                        <a:latin typeface="源ノ角ゴシック JP" panose="020B0500000000000000" pitchFamily="34" charset="-128"/>
                        <a:ea typeface="源ノ角ゴシック JP" panose="020B0500000000000000" pitchFamily="34" charset="-128"/>
                      </a:rPr>
                      <a:t>対象属性の</a:t>
                    </a:r>
                    <a:br>
                      <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r>
                      <a:rPr kumimoji="1" lang="ja-JP" altLang="en-US" sz="1550" spc="30">
                        <a:solidFill>
                          <a:schemeClr val="tx1">
                            <a:lumMod val="65000"/>
                            <a:lumOff val="35000"/>
                          </a:schemeClr>
                        </a:solidFill>
                        <a:latin typeface="源ノ角ゴシック JP" panose="020B0500000000000000" pitchFamily="34" charset="-128"/>
                        <a:ea typeface="源ノ角ゴシック JP" panose="020B0500000000000000" pitchFamily="34" charset="-128"/>
                      </a:rPr>
                      <a:t>セブン利用者数（人）</a:t>
                    </a:r>
                    <a:endPar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cxnSp>
                <p:nvCxnSpPr>
                  <p:cNvPr id="10" name="直線コネクタ 9">
                    <a:extLst>
                      <a:ext uri="{FF2B5EF4-FFF2-40B4-BE49-F238E27FC236}">
                        <a16:creationId xmlns:a16="http://schemas.microsoft.com/office/drawing/2014/main" id="{20780F4C-F537-1788-C037-EF4A08F8CA95}"/>
                      </a:ext>
                    </a:extLst>
                  </p:cNvPr>
                  <p:cNvCxnSpPr>
                    <a:cxnSpLocks/>
                  </p:cNvCxnSpPr>
                  <p:nvPr/>
                </p:nvCxnSpPr>
                <p:spPr>
                  <a:xfrm>
                    <a:off x="4078417" y="3048365"/>
                    <a:ext cx="2289432" cy="0"/>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11" name="テキスト ボックス 10">
                  <a:extLst>
                    <a:ext uri="{FF2B5EF4-FFF2-40B4-BE49-F238E27FC236}">
                      <a16:creationId xmlns:a16="http://schemas.microsoft.com/office/drawing/2014/main" id="{EC600932-4662-FE95-FDC0-1F2E22202972}"/>
                    </a:ext>
                  </a:extLst>
                </p:cNvPr>
                <p:cNvSpPr txBox="1"/>
                <p:nvPr/>
              </p:nvSpPr>
              <p:spPr>
                <a:xfrm>
                  <a:off x="9417093" y="2910239"/>
                  <a:ext cx="451562" cy="361189"/>
                </a:xfrm>
                <a:prstGeom prst="rect">
                  <a:avLst/>
                </a:prstGeom>
                <a:noFill/>
              </p:spPr>
              <p:txBody>
                <a:bodyPr wrap="square">
                  <a:spAutoFit/>
                </a:bodyPr>
                <a:lstStyle/>
                <a:p>
                  <a:pPr>
                    <a:lnSpc>
                      <a:spcPts val="2020"/>
                    </a:lnSpc>
                    <a:defRPr/>
                  </a:pPr>
                  <a:r>
                    <a:rPr kumimoji="1" lang="en-US" altLang="ja-JP" sz="22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p>
              </p:txBody>
            </p:sp>
            <p:sp>
              <p:nvSpPr>
                <p:cNvPr id="12" name="テキスト ボックス 11">
                  <a:extLst>
                    <a:ext uri="{FF2B5EF4-FFF2-40B4-BE49-F238E27FC236}">
                      <a16:creationId xmlns:a16="http://schemas.microsoft.com/office/drawing/2014/main" id="{6D57B2E8-78A7-6485-F392-65034F967C23}"/>
                    </a:ext>
                  </a:extLst>
                </p:cNvPr>
                <p:cNvSpPr txBox="1"/>
                <p:nvPr/>
              </p:nvSpPr>
              <p:spPr>
                <a:xfrm>
                  <a:off x="9856780" y="2902268"/>
                  <a:ext cx="999828" cy="361189"/>
                </a:xfrm>
                <a:prstGeom prst="rect">
                  <a:avLst/>
                </a:prstGeom>
                <a:noFill/>
              </p:spPr>
              <p:txBody>
                <a:bodyPr wrap="square">
                  <a:spAutoFit/>
                </a:bodyPr>
                <a:lstStyle/>
                <a:p>
                  <a:pPr>
                    <a:lnSpc>
                      <a:spcPts val="2020"/>
                    </a:lnSpc>
                    <a:defRPr/>
                  </a:pPr>
                  <a:r>
                    <a:rPr kumimoji="1" lang="en-US" altLang="ja-JP" sz="22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1000</a:t>
                  </a:r>
                </a:p>
              </p:txBody>
            </p:sp>
            <p:grpSp>
              <p:nvGrpSpPr>
                <p:cNvPr id="23" name="グループ化 22">
                  <a:extLst>
                    <a:ext uri="{FF2B5EF4-FFF2-40B4-BE49-F238E27FC236}">
                      <a16:creationId xmlns:a16="http://schemas.microsoft.com/office/drawing/2014/main" id="{700ADC1B-3C67-05C6-EAEB-A6B3703E6DAC}"/>
                    </a:ext>
                  </a:extLst>
                </p:cNvPr>
                <p:cNvGrpSpPr/>
                <p:nvPr/>
              </p:nvGrpSpPr>
              <p:grpSpPr>
                <a:xfrm>
                  <a:off x="6879000" y="2309236"/>
                  <a:ext cx="2519805" cy="1491377"/>
                  <a:chOff x="6826611" y="2303967"/>
                  <a:chExt cx="2519805" cy="1491377"/>
                </a:xfrm>
              </p:grpSpPr>
              <p:cxnSp>
                <p:nvCxnSpPr>
                  <p:cNvPr id="17" name="直線コネクタ 16">
                    <a:extLst>
                      <a:ext uri="{FF2B5EF4-FFF2-40B4-BE49-F238E27FC236}">
                        <a16:creationId xmlns:a16="http://schemas.microsoft.com/office/drawing/2014/main" id="{72DA5EBD-16F9-D72A-7EE1-BE25CED165AD}"/>
                      </a:ext>
                    </a:extLst>
                  </p:cNvPr>
                  <p:cNvCxnSpPr>
                    <a:cxnSpLocks/>
                  </p:cNvCxnSpPr>
                  <p:nvPr/>
                </p:nvCxnSpPr>
                <p:spPr>
                  <a:xfrm>
                    <a:off x="6936455" y="3048364"/>
                    <a:ext cx="2289432" cy="0"/>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A8333A4-B8B8-D93A-83D7-A2559E486B5D}"/>
                      </a:ext>
                    </a:extLst>
                  </p:cNvPr>
                  <p:cNvSpPr txBox="1"/>
                  <p:nvPr/>
                </p:nvSpPr>
                <p:spPr>
                  <a:xfrm>
                    <a:off x="6826611" y="3161901"/>
                    <a:ext cx="2519805" cy="633443"/>
                  </a:xfrm>
                  <a:prstGeom prst="rect">
                    <a:avLst/>
                  </a:prstGeom>
                  <a:noFill/>
                </p:spPr>
                <p:txBody>
                  <a:bodyPr wrap="square">
                    <a:spAutoFit/>
                  </a:bodyPr>
                  <a:lstStyle/>
                  <a:p>
                    <a:pPr>
                      <a:lnSpc>
                        <a:spcPts val="2220"/>
                      </a:lnSpc>
                      <a:defRPr/>
                    </a:pPr>
                    <a:r>
                      <a:rPr kumimoji="1" lang="ja-JP" altLang="en-US" sz="1550" spc="30">
                        <a:solidFill>
                          <a:schemeClr val="tx1">
                            <a:lumMod val="65000"/>
                            <a:lumOff val="35000"/>
                          </a:schemeClr>
                        </a:solidFill>
                        <a:latin typeface="源ノ角ゴシック JP" panose="020B0500000000000000" pitchFamily="34" charset="-128"/>
                        <a:ea typeface="源ノ角ゴシック JP" panose="020B0500000000000000" pitchFamily="34" charset="-128"/>
                      </a:rPr>
                      <a:t>「対応」商品を購入した</a:t>
                    </a:r>
                    <a:br>
                      <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r>
                      <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  </a:t>
                    </a:r>
                    <a:r>
                      <a:rPr kumimoji="1" lang="ja-JP" altLang="en-US" sz="1550" spc="30">
                        <a:solidFill>
                          <a:schemeClr val="tx1">
                            <a:lumMod val="65000"/>
                            <a:lumOff val="35000"/>
                          </a:schemeClr>
                        </a:solidFill>
                        <a:latin typeface="源ノ角ゴシック JP" panose="020B0500000000000000" pitchFamily="34" charset="-128"/>
                        <a:ea typeface="源ノ角ゴシック JP" panose="020B0500000000000000" pitchFamily="34" charset="-128"/>
                      </a:rPr>
                      <a:t>経験のある人の数（人）</a:t>
                    </a:r>
                    <a:endPar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
                <p:nvSpPr>
                  <p:cNvPr id="20" name="テキスト ボックス 19">
                    <a:extLst>
                      <a:ext uri="{FF2B5EF4-FFF2-40B4-BE49-F238E27FC236}">
                        <a16:creationId xmlns:a16="http://schemas.microsoft.com/office/drawing/2014/main" id="{6DA98066-14CD-0CB4-75EB-2C118171121E}"/>
                      </a:ext>
                    </a:extLst>
                  </p:cNvPr>
                  <p:cNvSpPr txBox="1"/>
                  <p:nvPr/>
                </p:nvSpPr>
                <p:spPr>
                  <a:xfrm>
                    <a:off x="6832199" y="2303967"/>
                    <a:ext cx="2482589" cy="634982"/>
                  </a:xfrm>
                  <a:prstGeom prst="rect">
                    <a:avLst/>
                  </a:prstGeom>
                  <a:noFill/>
                </p:spPr>
                <p:txBody>
                  <a:bodyPr wrap="square">
                    <a:spAutoFit/>
                  </a:bodyPr>
                  <a:lstStyle/>
                  <a:p>
                    <a:pPr>
                      <a:lnSpc>
                        <a:spcPts val="2220"/>
                      </a:lnSpc>
                      <a:defRPr/>
                    </a:pPr>
                    <a:r>
                      <a:rPr kumimoji="1" lang="ja-JP" altLang="en-US" sz="1550" spc="30">
                        <a:solidFill>
                          <a:schemeClr val="tx1">
                            <a:lumMod val="65000"/>
                            <a:lumOff val="35000"/>
                          </a:schemeClr>
                        </a:solidFill>
                        <a:latin typeface="源ノ角ゴシック JP" panose="020B0500000000000000" pitchFamily="34" charset="-128"/>
                        <a:ea typeface="源ノ角ゴシック JP" panose="020B0500000000000000" pitchFamily="34" charset="-128"/>
                      </a:rPr>
                      <a:t>「対応」商品の購買記録</a:t>
                    </a:r>
                    <a:endPar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2220"/>
                      </a:lnSpc>
                      <a:defRPr/>
                    </a:pPr>
                    <a:r>
                      <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  </a:t>
                    </a:r>
                    <a:r>
                      <a:rPr kumimoji="1" lang="ja-JP" altLang="en-US" sz="1550" spc="30">
                        <a:solidFill>
                          <a:schemeClr val="tx1">
                            <a:lumMod val="65000"/>
                            <a:lumOff val="35000"/>
                          </a:schemeClr>
                        </a:solidFill>
                        <a:latin typeface="源ノ角ゴシック JP" panose="020B0500000000000000" pitchFamily="34" charset="-128"/>
                        <a:ea typeface="源ノ角ゴシック JP" panose="020B0500000000000000" pitchFamily="34" charset="-128"/>
                      </a:rPr>
                      <a:t>の総数（件）</a:t>
                    </a:r>
                    <a:endParaRPr kumimoji="1" lang="en-US" altLang="ja-JP" sz="1550" spc="3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grpSp>
            <p:sp>
              <p:nvSpPr>
                <p:cNvPr id="21" name="テキスト ボックス 20">
                  <a:extLst>
                    <a:ext uri="{FF2B5EF4-FFF2-40B4-BE49-F238E27FC236}">
                      <a16:creationId xmlns:a16="http://schemas.microsoft.com/office/drawing/2014/main" id="{EDC65FE8-F026-504F-87BA-BC14B2CE1057}"/>
                    </a:ext>
                  </a:extLst>
                </p:cNvPr>
                <p:cNvSpPr txBox="1"/>
                <p:nvPr/>
              </p:nvSpPr>
              <p:spPr>
                <a:xfrm>
                  <a:off x="6429893" y="2920975"/>
                  <a:ext cx="451562" cy="361189"/>
                </a:xfrm>
                <a:prstGeom prst="rect">
                  <a:avLst/>
                </a:prstGeom>
                <a:noFill/>
              </p:spPr>
              <p:txBody>
                <a:bodyPr wrap="square">
                  <a:spAutoFit/>
                </a:bodyPr>
                <a:lstStyle/>
                <a:p>
                  <a:pPr>
                    <a:lnSpc>
                      <a:spcPts val="2020"/>
                    </a:lnSpc>
                    <a:defRPr/>
                  </a:pPr>
                  <a:r>
                    <a:rPr kumimoji="1" lang="en-US" altLang="ja-JP" sz="2200" b="1"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p>
              </p:txBody>
            </p:sp>
          </p:grpSp>
          <p:sp>
            <p:nvSpPr>
              <p:cNvPr id="27" name="テキスト ボックス 26">
                <a:extLst>
                  <a:ext uri="{FF2B5EF4-FFF2-40B4-BE49-F238E27FC236}">
                    <a16:creationId xmlns:a16="http://schemas.microsoft.com/office/drawing/2014/main" id="{A0BC605B-3069-0F0E-3E40-DF4CD0490AAC}"/>
                  </a:ext>
                </a:extLst>
              </p:cNvPr>
              <p:cNvSpPr txBox="1"/>
              <p:nvPr/>
            </p:nvSpPr>
            <p:spPr>
              <a:xfrm>
                <a:off x="4684822" y="3865586"/>
                <a:ext cx="1991687" cy="413639"/>
              </a:xfrm>
              <a:prstGeom prst="rect">
                <a:avLst/>
              </a:prstGeom>
              <a:noFill/>
            </p:spPr>
            <p:txBody>
              <a:bodyPr wrap="square">
                <a:spAutoFit/>
              </a:bodyPr>
              <a:lstStyle/>
              <a:p>
                <a:pPr algn="ctr">
                  <a:lnSpc>
                    <a:spcPts val="2780"/>
                  </a:lnSpc>
                  <a:defRPr/>
                </a:pPr>
                <a:r>
                  <a:rPr kumimoji="1" lang="ja-JP" altLang="en-US" sz="1600" spc="30">
                    <a:solidFill>
                      <a:srgbClr val="5485C4"/>
                    </a:solidFill>
                    <a:latin typeface="源ノ角ゴシック JP" panose="020B0500000000000000" pitchFamily="34" charset="-128"/>
                    <a:ea typeface="源ノ角ゴシック JP" panose="020B0500000000000000" pitchFamily="34" charset="-128"/>
                  </a:rPr>
                  <a:t>購入経験者の割合</a:t>
                </a:r>
                <a:endParaRPr kumimoji="1" lang="en-US" altLang="ja-JP" sz="1600" spc="30" dirty="0">
                  <a:solidFill>
                    <a:srgbClr val="5485C4"/>
                  </a:solidFill>
                  <a:latin typeface="源ノ角ゴシック JP" panose="020B0500000000000000" pitchFamily="34" charset="-128"/>
                  <a:ea typeface="源ノ角ゴシック JP" panose="020B0500000000000000" pitchFamily="34" charset="-128"/>
                </a:endParaRPr>
              </a:p>
            </p:txBody>
          </p:sp>
          <p:sp>
            <p:nvSpPr>
              <p:cNvPr id="28" name="テキスト ボックス 27">
                <a:extLst>
                  <a:ext uri="{FF2B5EF4-FFF2-40B4-BE49-F238E27FC236}">
                    <a16:creationId xmlns:a16="http://schemas.microsoft.com/office/drawing/2014/main" id="{1833560C-C447-0347-6EA6-072B70B42BB5}"/>
                  </a:ext>
                </a:extLst>
              </p:cNvPr>
              <p:cNvSpPr txBox="1"/>
              <p:nvPr/>
            </p:nvSpPr>
            <p:spPr>
              <a:xfrm>
                <a:off x="7211617" y="3865586"/>
                <a:ext cx="2819554" cy="413639"/>
              </a:xfrm>
              <a:prstGeom prst="rect">
                <a:avLst/>
              </a:prstGeom>
              <a:noFill/>
            </p:spPr>
            <p:txBody>
              <a:bodyPr wrap="square">
                <a:spAutoFit/>
              </a:bodyPr>
              <a:lstStyle/>
              <a:p>
                <a:pPr algn="ctr">
                  <a:lnSpc>
                    <a:spcPts val="2780"/>
                  </a:lnSpc>
                  <a:defRPr/>
                </a:pPr>
                <a:r>
                  <a:rPr kumimoji="1" lang="ja-JP" altLang="en-US" sz="1600" spc="30">
                    <a:solidFill>
                      <a:srgbClr val="C675A6"/>
                    </a:solidFill>
                    <a:latin typeface="源ノ角ゴシック JP" panose="020B0500000000000000" pitchFamily="34" charset="-128"/>
                    <a:ea typeface="源ノ角ゴシック JP" panose="020B0500000000000000" pitchFamily="34" charset="-128"/>
                  </a:rPr>
                  <a:t>購入者</a:t>
                </a:r>
                <a:r>
                  <a:rPr kumimoji="1" lang="en-US" altLang="ja-JP" sz="1600" spc="30" dirty="0">
                    <a:solidFill>
                      <a:srgbClr val="C675A6"/>
                    </a:solidFill>
                    <a:latin typeface="源ノ角ゴシック JP" panose="020B0500000000000000" pitchFamily="34" charset="-128"/>
                    <a:ea typeface="源ノ角ゴシック JP" panose="020B0500000000000000" pitchFamily="34" charset="-128"/>
                  </a:rPr>
                  <a:t>1</a:t>
                </a:r>
                <a:r>
                  <a:rPr kumimoji="1" lang="ja-JP" altLang="en-US" sz="1600" spc="30">
                    <a:solidFill>
                      <a:srgbClr val="C675A6"/>
                    </a:solidFill>
                    <a:latin typeface="源ノ角ゴシック JP" panose="020B0500000000000000" pitchFamily="34" charset="-128"/>
                    <a:ea typeface="源ノ角ゴシック JP" panose="020B0500000000000000" pitchFamily="34" charset="-128"/>
                  </a:rPr>
                  <a:t>人あたりの購入回数</a:t>
                </a:r>
                <a:endParaRPr kumimoji="1" lang="en-US" altLang="ja-JP" sz="1600" spc="30" dirty="0">
                  <a:solidFill>
                    <a:srgbClr val="C675A6"/>
                  </a:solidFill>
                  <a:latin typeface="源ノ角ゴシック JP" panose="020B0500000000000000" pitchFamily="34" charset="-128"/>
                  <a:ea typeface="源ノ角ゴシック JP" panose="020B0500000000000000" pitchFamily="34" charset="-128"/>
                </a:endParaRPr>
              </a:p>
            </p:txBody>
          </p:sp>
        </p:grpSp>
      </p:grpSp>
      <p:grpSp>
        <p:nvGrpSpPr>
          <p:cNvPr id="38" name="グループ化 37">
            <a:extLst>
              <a:ext uri="{FF2B5EF4-FFF2-40B4-BE49-F238E27FC236}">
                <a16:creationId xmlns:a16="http://schemas.microsoft.com/office/drawing/2014/main" id="{A1113CF1-3B1F-7ACD-144D-FF6C54ABAD34}"/>
              </a:ext>
            </a:extLst>
          </p:cNvPr>
          <p:cNvGrpSpPr/>
          <p:nvPr/>
        </p:nvGrpSpPr>
        <p:grpSpPr>
          <a:xfrm>
            <a:off x="6428300" y="4677859"/>
            <a:ext cx="5180867" cy="1700234"/>
            <a:chOff x="6676509" y="4275694"/>
            <a:chExt cx="5180867" cy="1700234"/>
          </a:xfrm>
        </p:grpSpPr>
        <p:sp>
          <p:nvSpPr>
            <p:cNvPr id="32" name="正方形/長方形 31">
              <a:extLst>
                <a:ext uri="{FF2B5EF4-FFF2-40B4-BE49-F238E27FC236}">
                  <a16:creationId xmlns:a16="http://schemas.microsoft.com/office/drawing/2014/main" id="{9286DD98-9853-43BF-8FFE-208E4E4D9C5A}"/>
                </a:ext>
              </a:extLst>
            </p:cNvPr>
            <p:cNvSpPr/>
            <p:nvPr/>
          </p:nvSpPr>
          <p:spPr>
            <a:xfrm>
              <a:off x="6676509" y="4696210"/>
              <a:ext cx="2751496" cy="901026"/>
            </a:xfrm>
            <a:prstGeom prst="rect">
              <a:avLst/>
            </a:prstGeom>
            <a:solidFill>
              <a:srgbClr val="5485C4">
                <a:alpha val="90037"/>
              </a:srgb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7DE72FFE-65DD-CDD8-DA38-F23AE08E61B6}"/>
                </a:ext>
              </a:extLst>
            </p:cNvPr>
            <p:cNvSpPr/>
            <p:nvPr/>
          </p:nvSpPr>
          <p:spPr>
            <a:xfrm>
              <a:off x="9428005" y="4696690"/>
              <a:ext cx="1135736" cy="900545"/>
            </a:xfrm>
            <a:prstGeom prst="rect">
              <a:avLst/>
            </a:prstGeom>
            <a:solidFill>
              <a:srgbClr val="C675A6">
                <a:alpha val="90037"/>
              </a:srgb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0F22BBC9-4A26-2A25-4A0C-3F8921991064}"/>
                </a:ext>
              </a:extLst>
            </p:cNvPr>
            <p:cNvSpPr txBox="1"/>
            <p:nvPr/>
          </p:nvSpPr>
          <p:spPr>
            <a:xfrm>
              <a:off x="6688661" y="5597235"/>
              <a:ext cx="2727191" cy="378693"/>
            </a:xfrm>
            <a:prstGeom prst="rect">
              <a:avLst/>
            </a:prstGeom>
            <a:noFill/>
          </p:spPr>
          <p:txBody>
            <a:bodyPr wrap="square">
              <a:spAutoFit/>
            </a:bodyPr>
            <a:lstStyle/>
            <a:p>
              <a:pPr algn="ctr">
                <a:lnSpc>
                  <a:spcPts val="2480"/>
                </a:lnSpc>
                <a:defRPr/>
              </a:pPr>
              <a:r>
                <a:rPr kumimoji="1" lang="ja-JP" altLang="en-US" sz="1500" spc="30">
                  <a:solidFill>
                    <a:srgbClr val="5485C4"/>
                  </a:solidFill>
                  <a:latin typeface="源ノ角ゴシック JP" panose="020B0500000000000000" pitchFamily="34" charset="-128"/>
                  <a:ea typeface="源ノ角ゴシック JP" panose="020B0500000000000000" pitchFamily="34" charset="-128"/>
                </a:rPr>
                <a:t>購入経験者の割合</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による寄与</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35" name="テキスト ボックス 34">
              <a:extLst>
                <a:ext uri="{FF2B5EF4-FFF2-40B4-BE49-F238E27FC236}">
                  <a16:creationId xmlns:a16="http://schemas.microsoft.com/office/drawing/2014/main" id="{27325B1A-3C88-F957-3180-427896679FB5}"/>
                </a:ext>
              </a:extLst>
            </p:cNvPr>
            <p:cNvSpPr txBox="1"/>
            <p:nvPr/>
          </p:nvSpPr>
          <p:spPr>
            <a:xfrm>
              <a:off x="8134370" y="4275694"/>
              <a:ext cx="3723006" cy="378693"/>
            </a:xfrm>
            <a:prstGeom prst="rect">
              <a:avLst/>
            </a:prstGeom>
            <a:noFill/>
          </p:spPr>
          <p:txBody>
            <a:bodyPr wrap="square">
              <a:spAutoFit/>
            </a:bodyPr>
            <a:lstStyle/>
            <a:p>
              <a:pPr algn="ctr">
                <a:lnSpc>
                  <a:spcPts val="2480"/>
                </a:lnSpc>
                <a:defRPr/>
              </a:pPr>
              <a:r>
                <a:rPr kumimoji="1" lang="ja-JP" altLang="en-US" sz="1500" spc="30">
                  <a:solidFill>
                    <a:srgbClr val="C675A6"/>
                  </a:solidFill>
                  <a:latin typeface="源ノ角ゴシック JP" panose="020B0500000000000000" pitchFamily="34" charset="-128"/>
                  <a:ea typeface="源ノ角ゴシック JP" panose="020B0500000000000000" pitchFamily="34" charset="-128"/>
                </a:rPr>
                <a:t>購入者</a:t>
              </a:r>
              <a:r>
                <a:rPr kumimoji="1" lang="en-US" altLang="ja-JP" sz="1500" spc="30" dirty="0">
                  <a:solidFill>
                    <a:srgbClr val="C675A6"/>
                  </a:solidFill>
                  <a:latin typeface="源ノ角ゴシック JP" panose="020B0500000000000000" pitchFamily="34" charset="-128"/>
                  <a:ea typeface="源ノ角ゴシック JP" panose="020B0500000000000000" pitchFamily="34" charset="-128"/>
                </a:rPr>
                <a:t>1</a:t>
              </a:r>
              <a:r>
                <a:rPr kumimoji="1" lang="ja-JP" altLang="en-US" sz="1500" spc="30">
                  <a:solidFill>
                    <a:srgbClr val="C675A6"/>
                  </a:solidFill>
                  <a:latin typeface="源ノ角ゴシック JP" panose="020B0500000000000000" pitchFamily="34" charset="-128"/>
                  <a:ea typeface="源ノ角ゴシック JP" panose="020B0500000000000000" pitchFamily="34" charset="-128"/>
                </a:rPr>
                <a:t>人あたりの購入回数</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による寄与</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36" name="テキスト ボックス 35">
              <a:extLst>
                <a:ext uri="{FF2B5EF4-FFF2-40B4-BE49-F238E27FC236}">
                  <a16:creationId xmlns:a16="http://schemas.microsoft.com/office/drawing/2014/main" id="{9742110C-7F5E-1E3D-AC26-7128545477B1}"/>
                </a:ext>
              </a:extLst>
            </p:cNvPr>
            <p:cNvSpPr txBox="1"/>
            <p:nvPr/>
          </p:nvSpPr>
          <p:spPr>
            <a:xfrm>
              <a:off x="7656103" y="4954791"/>
              <a:ext cx="950894" cy="378693"/>
            </a:xfrm>
            <a:prstGeom prst="rect">
              <a:avLst/>
            </a:prstGeom>
            <a:noFill/>
          </p:spPr>
          <p:txBody>
            <a:bodyPr wrap="square">
              <a:spAutoFit/>
            </a:bodyPr>
            <a:lstStyle/>
            <a:p>
              <a:pPr algn="ctr">
                <a:lnSpc>
                  <a:spcPts val="2480"/>
                </a:lnSpc>
                <a:defRPr/>
              </a:pPr>
              <a:r>
                <a:rPr kumimoji="1" lang="en-US" altLang="ja-JP" sz="1500" spc="30" dirty="0">
                  <a:solidFill>
                    <a:schemeClr val="bg1"/>
                  </a:solidFill>
                  <a:latin typeface="源ノ角ゴシック JP" panose="020B0500000000000000" pitchFamily="34" charset="-128"/>
                  <a:ea typeface="源ノ角ゴシック JP" panose="020B0500000000000000" pitchFamily="34" charset="-128"/>
                </a:rPr>
                <a:t>66.9 %</a:t>
              </a:r>
            </a:p>
          </p:txBody>
        </p:sp>
        <p:sp>
          <p:nvSpPr>
            <p:cNvPr id="37" name="テキスト ボックス 36">
              <a:extLst>
                <a:ext uri="{FF2B5EF4-FFF2-40B4-BE49-F238E27FC236}">
                  <a16:creationId xmlns:a16="http://schemas.microsoft.com/office/drawing/2014/main" id="{5A1BD439-1EBD-A2F7-34FB-565F7B203E12}"/>
                </a:ext>
              </a:extLst>
            </p:cNvPr>
            <p:cNvSpPr txBox="1"/>
            <p:nvPr/>
          </p:nvSpPr>
          <p:spPr>
            <a:xfrm>
              <a:off x="9555724" y="4954791"/>
              <a:ext cx="950894" cy="378693"/>
            </a:xfrm>
            <a:prstGeom prst="rect">
              <a:avLst/>
            </a:prstGeom>
            <a:noFill/>
          </p:spPr>
          <p:txBody>
            <a:bodyPr wrap="square">
              <a:spAutoFit/>
            </a:bodyPr>
            <a:lstStyle/>
            <a:p>
              <a:pPr algn="ctr">
                <a:lnSpc>
                  <a:spcPts val="2480"/>
                </a:lnSpc>
                <a:defRPr/>
              </a:pPr>
              <a:r>
                <a:rPr kumimoji="1" lang="en-US" altLang="ja-JP" sz="1500" spc="30" dirty="0">
                  <a:solidFill>
                    <a:schemeClr val="bg1"/>
                  </a:solidFill>
                  <a:latin typeface="源ノ角ゴシック JP" panose="020B0500000000000000" pitchFamily="34" charset="-128"/>
                  <a:ea typeface="源ノ角ゴシック JP" panose="020B0500000000000000" pitchFamily="34" charset="-128"/>
                </a:rPr>
                <a:t>33.1 %</a:t>
              </a:r>
            </a:p>
          </p:txBody>
        </p:sp>
      </p:grpSp>
      <p:grpSp>
        <p:nvGrpSpPr>
          <p:cNvPr id="40" name="グループ化 39">
            <a:extLst>
              <a:ext uri="{FF2B5EF4-FFF2-40B4-BE49-F238E27FC236}">
                <a16:creationId xmlns:a16="http://schemas.microsoft.com/office/drawing/2014/main" id="{C4F3D5A7-C0DD-4D0C-6DA4-1DFDFE6C56F0}"/>
              </a:ext>
            </a:extLst>
          </p:cNvPr>
          <p:cNvGrpSpPr/>
          <p:nvPr/>
        </p:nvGrpSpPr>
        <p:grpSpPr>
          <a:xfrm>
            <a:off x="658631" y="4491442"/>
            <a:ext cx="5465079" cy="1865253"/>
            <a:chOff x="630921" y="4452104"/>
            <a:chExt cx="5465079" cy="1865253"/>
          </a:xfrm>
        </p:grpSpPr>
        <p:sp>
          <p:nvSpPr>
            <p:cNvPr id="31" name="テキスト ボックス 30">
              <a:extLst>
                <a:ext uri="{FF2B5EF4-FFF2-40B4-BE49-F238E27FC236}">
                  <a16:creationId xmlns:a16="http://schemas.microsoft.com/office/drawing/2014/main" id="{829290F6-FB8D-CA83-8CDD-1D6631AC91F6}"/>
                </a:ext>
              </a:extLst>
            </p:cNvPr>
            <p:cNvSpPr txBox="1"/>
            <p:nvPr/>
          </p:nvSpPr>
          <p:spPr>
            <a:xfrm>
              <a:off x="630921" y="4452104"/>
              <a:ext cx="5465079" cy="1019895"/>
            </a:xfrm>
            <a:prstGeom prst="rect">
              <a:avLst/>
            </a:prstGeom>
            <a:noFill/>
          </p:spPr>
          <p:txBody>
            <a:bodyPr wrap="square">
              <a:spAutoFit/>
            </a:bodyPr>
            <a:lstStyle/>
            <a:p>
              <a:pPr>
                <a:lnSpc>
                  <a:spcPts val="2480"/>
                </a:lnSpc>
                <a:defRPr/>
              </a:pP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シャープレイ分解の結果、</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480"/>
                </a:lnSpc>
                <a:defRPr/>
              </a:pP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若年層における</a:t>
              </a:r>
              <a:r>
                <a:rPr kumimoji="1" lang="ja-JP" altLang="en-US" sz="1500" b="1" spc="30">
                  <a:solidFill>
                    <a:srgbClr val="DCD8DC">
                      <a:lumMod val="25000"/>
                    </a:srgbClr>
                  </a:solidFill>
                  <a:latin typeface="源ノ角ゴシック JP" panose="020B0500000000000000" pitchFamily="34" charset="-128"/>
                  <a:ea typeface="源ノ角ゴシック JP" panose="020B0500000000000000" pitchFamily="34" charset="-128"/>
                </a:rPr>
                <a:t>購買記録数の少なさ</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は、</a:t>
              </a:r>
              <a:r>
                <a:rPr kumimoji="1" lang="ja-JP" altLang="en-US" sz="1500" spc="30">
                  <a:solidFill>
                    <a:srgbClr val="5485C4"/>
                  </a:solidFill>
                  <a:latin typeface="源ノ角ゴシック JP" panose="020B0500000000000000" pitchFamily="34" charset="-128"/>
                  <a:ea typeface="源ノ角ゴシック JP" panose="020B0500000000000000" pitchFamily="34" charset="-128"/>
                </a:rPr>
                <a:t>購入経験者の割合</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に強く起因することが示された</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39" name="テキスト ボックス 38">
              <a:extLst>
                <a:ext uri="{FF2B5EF4-FFF2-40B4-BE49-F238E27FC236}">
                  <a16:creationId xmlns:a16="http://schemas.microsoft.com/office/drawing/2014/main" id="{44F17ABF-2489-6225-575E-D084151FBFDA}"/>
                </a:ext>
              </a:extLst>
            </p:cNvPr>
            <p:cNvSpPr txBox="1"/>
            <p:nvPr/>
          </p:nvSpPr>
          <p:spPr>
            <a:xfrm>
              <a:off x="630922" y="5618063"/>
              <a:ext cx="5092918" cy="699294"/>
            </a:xfrm>
            <a:prstGeom prst="rect">
              <a:avLst/>
            </a:prstGeom>
            <a:noFill/>
          </p:spPr>
          <p:txBody>
            <a:bodyPr wrap="square">
              <a:spAutoFit/>
            </a:bodyPr>
            <a:lstStyle/>
            <a:p>
              <a:pPr>
                <a:lnSpc>
                  <a:spcPts val="2480"/>
                </a:lnSpc>
                <a:defRPr/>
              </a:pPr>
              <a:r>
                <a:rPr kumimoji="1" lang="ja-JP" altLang="en-US" sz="1500" spc="30">
                  <a:solidFill>
                    <a:srgbClr val="C00000"/>
                  </a:solidFill>
                  <a:latin typeface="源ノ角ゴシック JP" panose="020B0500000000000000" pitchFamily="34" charset="-128"/>
                  <a:ea typeface="源ノ角ゴシック JP" panose="020B0500000000000000" pitchFamily="34" charset="-128"/>
                </a:rPr>
                <a:t>→「対応」商品を購入した経験のある人が少ないことが　　</a:t>
              </a:r>
              <a:endParaRPr kumimoji="1" lang="en-US" altLang="ja-JP" sz="1500" spc="30" dirty="0">
                <a:solidFill>
                  <a:srgbClr val="C00000"/>
                </a:solidFill>
                <a:latin typeface="源ノ角ゴシック JP" panose="020B0500000000000000" pitchFamily="34" charset="-128"/>
                <a:ea typeface="源ノ角ゴシック JP" panose="020B0500000000000000" pitchFamily="34" charset="-128"/>
              </a:endParaRPr>
            </a:p>
            <a:p>
              <a:pPr>
                <a:lnSpc>
                  <a:spcPts val="2480"/>
                </a:lnSpc>
                <a:defRPr/>
              </a:pPr>
              <a:r>
                <a:rPr kumimoji="1" lang="ja-JP" altLang="en-US" sz="1500" spc="30">
                  <a:solidFill>
                    <a:srgbClr val="C00000"/>
                  </a:solidFill>
                  <a:latin typeface="源ノ角ゴシック JP" panose="020B0500000000000000" pitchFamily="34" charset="-128"/>
                  <a:ea typeface="源ノ角ゴシック JP" panose="020B0500000000000000" pitchFamily="34" charset="-128"/>
                </a:rPr>
                <a:t>　</a:t>
              </a:r>
              <a:r>
                <a:rPr kumimoji="1" lang="en-US" altLang="ja-JP" sz="1500" spc="30" dirty="0">
                  <a:solidFill>
                    <a:srgbClr val="C00000"/>
                  </a:solidFill>
                  <a:latin typeface="源ノ角ゴシック JP" panose="020B0500000000000000" pitchFamily="34" charset="-128"/>
                  <a:ea typeface="源ノ角ゴシック JP" panose="020B0500000000000000" pitchFamily="34" charset="-128"/>
                </a:rPr>
                <a:t>  </a:t>
              </a:r>
              <a:r>
                <a:rPr kumimoji="1" lang="ja-JP" altLang="en-US" sz="1500" spc="30">
                  <a:solidFill>
                    <a:srgbClr val="C00000"/>
                  </a:solidFill>
                  <a:latin typeface="源ノ角ゴシック JP" panose="020B0500000000000000" pitchFamily="34" charset="-128"/>
                  <a:ea typeface="源ノ角ゴシック JP" panose="020B0500000000000000" pitchFamily="34" charset="-128"/>
                </a:rPr>
                <a:t>主要なボトルネックである</a:t>
              </a:r>
              <a:endParaRPr kumimoji="1" lang="en-US" altLang="ja-JP" sz="1500" spc="30" dirty="0">
                <a:solidFill>
                  <a:srgbClr val="C00000"/>
                </a:solidFill>
                <a:latin typeface="源ノ角ゴシック JP" panose="020B0500000000000000" pitchFamily="34" charset="-128"/>
                <a:ea typeface="源ノ角ゴシック JP" panose="020B0500000000000000" pitchFamily="34" charset="-128"/>
              </a:endParaRPr>
            </a:p>
          </p:txBody>
        </p:sp>
      </p:grpSp>
      <p:sp>
        <p:nvSpPr>
          <p:cNvPr id="47" name="テキスト ボックス 46">
            <a:extLst>
              <a:ext uri="{FF2B5EF4-FFF2-40B4-BE49-F238E27FC236}">
                <a16:creationId xmlns:a16="http://schemas.microsoft.com/office/drawing/2014/main" id="{A6BF14D8-1E53-2812-1FA1-9D1ECB9CD9F7}"/>
              </a:ext>
            </a:extLst>
          </p:cNvPr>
          <p:cNvSpPr txBox="1"/>
          <p:nvPr/>
        </p:nvSpPr>
        <p:spPr>
          <a:xfrm>
            <a:off x="874034" y="3475175"/>
            <a:ext cx="3113776" cy="651910"/>
          </a:xfrm>
          <a:prstGeom prst="rect">
            <a:avLst/>
          </a:prstGeom>
          <a:noFill/>
        </p:spPr>
        <p:txBody>
          <a:bodyPr wrap="square">
            <a:spAutoFit/>
          </a:bodyPr>
          <a:lstStyle/>
          <a:p>
            <a:pPr>
              <a:lnSpc>
                <a:spcPts val="1480"/>
              </a:lnSpc>
              <a:defRPr/>
            </a:pPr>
            <a: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a:t>
            </a: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「対応」商品とは、</a:t>
            </a:r>
            <a:endPar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「栄養バランスを調整したい」ニーズを満たす</a:t>
            </a:r>
            <a:b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b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セブンイレブンオリジナル商品</a:t>
            </a:r>
            <a: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25</a:t>
            </a: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個を指す</a:t>
            </a:r>
            <a:endPar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endParaRPr>
          </a:p>
        </p:txBody>
      </p:sp>
    </p:spTree>
    <p:extLst>
      <p:ext uri="{BB962C8B-B14F-4D97-AF65-F5344CB8AC3E}">
        <p14:creationId xmlns:p14="http://schemas.microsoft.com/office/powerpoint/2010/main" val="906261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294C5EE-A403-B388-3FD2-C483314F4E88}"/>
              </a:ext>
            </a:extLst>
          </p:cNvPr>
          <p:cNvSpPr txBox="1"/>
          <p:nvPr/>
        </p:nvSpPr>
        <p:spPr>
          <a:xfrm>
            <a:off x="223842" y="485067"/>
            <a:ext cx="10624972"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「対応」商品を購入した経験のある人が少ないことがボトルネックである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grpSp>
        <p:nvGrpSpPr>
          <p:cNvPr id="13" name="グループ化 12">
            <a:extLst>
              <a:ext uri="{FF2B5EF4-FFF2-40B4-BE49-F238E27FC236}">
                <a16:creationId xmlns:a16="http://schemas.microsoft.com/office/drawing/2014/main" id="{99CE572E-1670-BB59-CB3C-88899EDC8DBA}"/>
              </a:ext>
            </a:extLst>
          </p:cNvPr>
          <p:cNvGrpSpPr/>
          <p:nvPr/>
        </p:nvGrpSpPr>
        <p:grpSpPr>
          <a:xfrm>
            <a:off x="710731" y="1161733"/>
            <a:ext cx="8449035" cy="1017623"/>
            <a:chOff x="710731" y="1145967"/>
            <a:chExt cx="8449035" cy="1017623"/>
          </a:xfrm>
        </p:grpSpPr>
        <p:sp>
          <p:nvSpPr>
            <p:cNvPr id="3" name="テキスト ボックス 2">
              <a:extLst>
                <a:ext uri="{FF2B5EF4-FFF2-40B4-BE49-F238E27FC236}">
                  <a16:creationId xmlns:a16="http://schemas.microsoft.com/office/drawing/2014/main" id="{1EE779C9-3058-7995-FDD2-FCB6FFF60CCB}"/>
                </a:ext>
              </a:extLst>
            </p:cNvPr>
            <p:cNvSpPr txBox="1"/>
            <p:nvPr/>
          </p:nvSpPr>
          <p:spPr>
            <a:xfrm>
              <a:off x="710733" y="1145967"/>
              <a:ext cx="4868430" cy="333681"/>
            </a:xfrm>
            <a:prstGeom prst="rect">
              <a:avLst/>
            </a:prstGeom>
            <a:noFill/>
          </p:spPr>
          <p:txBody>
            <a:bodyPr wrap="square">
              <a:spAutoFit/>
            </a:bodyPr>
            <a:lstStyle/>
            <a:p>
              <a:pPr>
                <a:lnSpc>
                  <a:spcPts val="2020"/>
                </a:lnSpc>
                <a:defRPr/>
              </a:pPr>
              <a:r>
                <a:rPr kumimoji="1" lang="ja-JP" altLang="en-US" sz="1600" b="1" spc="30">
                  <a:solidFill>
                    <a:schemeClr val="bg2">
                      <a:lumMod val="25000"/>
                    </a:schemeClr>
                  </a:solidFill>
                  <a:latin typeface="源ノ角ゴシック JP" panose="020B0500000000000000" pitchFamily="34" charset="-128"/>
                  <a:ea typeface="源ノ角ゴシック JP" panose="020B0500000000000000" pitchFamily="34" charset="-128"/>
                </a:rPr>
                <a:t>シャープレイ分解の計算方法</a:t>
              </a:r>
              <a:endParaRPr kumimoji="1" lang="en-US" altLang="ja-JP" sz="1600" b="1" spc="30" dirty="0">
                <a:solidFill>
                  <a:schemeClr val="bg2">
                    <a:lumMod val="25000"/>
                  </a:schemeClr>
                </a:solidFill>
                <a:latin typeface="源ノ角ゴシック JP" panose="020B0500000000000000" pitchFamily="34" charset="-128"/>
                <a:ea typeface="源ノ角ゴシック JP" panose="020B0500000000000000" pitchFamily="34" charset="-128"/>
              </a:endParaRPr>
            </a:p>
          </p:txBody>
        </p:sp>
        <p:sp>
          <p:nvSpPr>
            <p:cNvPr id="4" name="テキスト ボックス 3">
              <a:extLst>
                <a:ext uri="{FF2B5EF4-FFF2-40B4-BE49-F238E27FC236}">
                  <a16:creationId xmlns:a16="http://schemas.microsoft.com/office/drawing/2014/main" id="{62E72817-0727-A600-6A35-D279BEDEFD79}"/>
                </a:ext>
              </a:extLst>
            </p:cNvPr>
            <p:cNvSpPr txBox="1"/>
            <p:nvPr/>
          </p:nvSpPr>
          <p:spPr>
            <a:xfrm>
              <a:off x="710731" y="1531622"/>
              <a:ext cx="8449035" cy="631968"/>
            </a:xfrm>
            <a:prstGeom prst="rect">
              <a:avLst/>
            </a:prstGeom>
            <a:noFill/>
          </p:spPr>
          <p:txBody>
            <a:bodyPr wrap="square">
              <a:spAutoFit/>
            </a:bodyPr>
            <a:lstStyle/>
            <a:p>
              <a:pPr>
                <a:lnSpc>
                  <a:spcPts val="2180"/>
                </a:lnSpc>
                <a:defRPr/>
              </a:pP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 若年層（男女</a:t>
              </a:r>
              <a:r>
                <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rPr>
                <a:t>20–30</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代）と中高年層（男女</a:t>
              </a:r>
              <a:r>
                <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rPr>
                <a:t>40–50</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代）の二群比較をベースに、</a:t>
              </a:r>
              <a:endPar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180"/>
                </a:lnSpc>
                <a:defRPr/>
              </a:pP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500" u="sng" spc="50">
                  <a:solidFill>
                    <a:srgbClr val="DCD8DC">
                      <a:lumMod val="25000"/>
                    </a:srgbClr>
                  </a:solidFill>
                  <a:latin typeface="源ノ角ゴシック JP" panose="020B0500000000000000" pitchFamily="34" charset="-128"/>
                  <a:ea typeface="源ノ角ゴシック JP" panose="020B0500000000000000" pitchFamily="34" charset="-128"/>
                </a:rPr>
                <a:t>購買記録数への寄与量</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をそれぞれ以下の式に基づいて計算する</a:t>
              </a:r>
              <a:endPar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grpSp>
        <p:nvGrpSpPr>
          <p:cNvPr id="12" name="グループ化 11">
            <a:extLst>
              <a:ext uri="{FF2B5EF4-FFF2-40B4-BE49-F238E27FC236}">
                <a16:creationId xmlns:a16="http://schemas.microsoft.com/office/drawing/2014/main" id="{4A3D4CF4-3F87-F64F-7E05-D3868E31E0E8}"/>
              </a:ext>
            </a:extLst>
          </p:cNvPr>
          <p:cNvGrpSpPr/>
          <p:nvPr/>
        </p:nvGrpSpPr>
        <p:grpSpPr>
          <a:xfrm>
            <a:off x="348635" y="2603992"/>
            <a:ext cx="11289818" cy="1915459"/>
            <a:chOff x="348635" y="2430566"/>
            <a:chExt cx="11289818" cy="1915459"/>
          </a:xfrm>
        </p:grpSpPr>
        <p:sp>
          <p:nvSpPr>
            <p:cNvPr id="6" name="テキスト ボックス 5">
              <a:extLst>
                <a:ext uri="{FF2B5EF4-FFF2-40B4-BE49-F238E27FC236}">
                  <a16:creationId xmlns:a16="http://schemas.microsoft.com/office/drawing/2014/main" id="{32FF6AFD-2DF9-B870-FD1E-411CDCCFDA0C}"/>
                </a:ext>
              </a:extLst>
            </p:cNvPr>
            <p:cNvSpPr txBox="1"/>
            <p:nvPr/>
          </p:nvSpPr>
          <p:spPr>
            <a:xfrm>
              <a:off x="734107" y="2430567"/>
              <a:ext cx="3371412" cy="333617"/>
            </a:xfrm>
            <a:prstGeom prst="rect">
              <a:avLst/>
            </a:prstGeom>
            <a:noFill/>
          </p:spPr>
          <p:txBody>
            <a:bodyPr wrap="square">
              <a:spAutoFit/>
            </a:bodyPr>
            <a:lstStyle/>
            <a:p>
              <a:pPr>
                <a:lnSpc>
                  <a:spcPts val="1980"/>
                </a:lnSpc>
                <a:defRPr/>
              </a:pPr>
              <a:r>
                <a:rPr kumimoji="1" lang="ja-JP" altLang="en-US" sz="1600" spc="30">
                  <a:solidFill>
                    <a:srgbClr val="5485C4"/>
                  </a:solidFill>
                  <a:latin typeface="源ノ角ゴシック JP" panose="020B0500000000000000" pitchFamily="34" charset="-128"/>
                  <a:ea typeface="源ノ角ゴシック JP" panose="020B0500000000000000" pitchFamily="34" charset="-128"/>
                </a:rPr>
                <a:t>購入経験者の割合</a:t>
              </a:r>
              <a:r>
                <a:rPr kumimoji="1" lang="ja-JP" altLang="en-US" sz="1600" spc="30">
                  <a:solidFill>
                    <a:srgbClr val="DCD8DC">
                      <a:lumMod val="25000"/>
                    </a:srgbClr>
                  </a:solidFill>
                  <a:latin typeface="源ノ角ゴシック JP" panose="020B0500000000000000" pitchFamily="34" charset="-128"/>
                  <a:ea typeface="源ノ角ゴシック JP" panose="020B0500000000000000" pitchFamily="34" charset="-128"/>
                </a:rPr>
                <a:t>による寄与量：</a:t>
              </a:r>
              <a:endParaRPr kumimoji="1" lang="en-US" altLang="ja-JP" sz="16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B76C2F7-51BB-2D10-5CEA-57DED7D62F49}"/>
                    </a:ext>
                  </a:extLst>
                </p:cNvPr>
                <p:cNvSpPr txBox="1"/>
                <p:nvPr/>
              </p:nvSpPr>
              <p:spPr>
                <a:xfrm>
                  <a:off x="348635" y="2949635"/>
                  <a:ext cx="5825067" cy="803810"/>
                </a:xfrm>
                <a:prstGeom prst="rect">
                  <a:avLst/>
                </a:prstGeom>
                <a:noFill/>
              </p:spPr>
              <p:txBody>
                <a:bodyPr wrap="square" lIns="0" tIns="0" rIns="0" bIns="0" rtlCol="0">
                  <a:spAutoFit/>
                </a:bodyPr>
                <a:lstStyle/>
                <a:p>
                  <a:pPr/>
                  <a14:m>
                    <m:oMathPara xmlns:m="http://schemas.openxmlformats.org/officeDocument/2006/math">
                      <m:oMath>
                        <m:sSub>
                          <m:sSubPr>
                            <m:ctrlPr>
                              <a:rPr kumimoji="1" lang="ja-JP" altLang="en-US" sz="2800" i="1" smtClean="0">
                                <a:latin typeface="Cambria Math" panose="02040503050406030204" pitchFamily="18" charset="0"/>
                              </a:rPr>
                            </m:ctrlPr>
                          </m:sSubPr>
                          <m:e>
                            <m:r>
                              <a:rPr kumimoji="1" lang="ja-JP" altLang="en-US" sz="2800" i="1" smtClean="0">
                                <a:latin typeface="Cambria Math" panose="02040503050406030204" pitchFamily="18" charset="0"/>
                              </a:rPr>
                              <m:t>𝜑</m:t>
                            </m:r>
                          </m:e>
                          <m:sub>
                            <m:r>
                              <a:rPr kumimoji="1" lang="el-GR" altLang="ja-JP" sz="2800" i="1" smtClean="0">
                                <a:latin typeface="Cambria Math" panose="02040503050406030204" pitchFamily="18" charset="0"/>
                                <a:ea typeface="Cambria Math" panose="02040503050406030204" pitchFamily="18" charset="0"/>
                              </a:rPr>
                              <m:t>𝛲</m:t>
                            </m:r>
                          </m:sub>
                        </m:sSub>
                        <m:r>
                          <a:rPr kumimoji="1" lang="en-US" altLang="ja-JP" sz="2800" i="1" smtClean="0">
                            <a:latin typeface="Cambria Math" panose="02040503050406030204" pitchFamily="18" charset="0"/>
                            <a:ea typeface="Cambria Math" panose="02040503050406030204" pitchFamily="18" charset="0"/>
                          </a:rPr>
                          <m:t>=</m:t>
                        </m:r>
                        <m:r>
                          <a:rPr kumimoji="1" lang="en-US" altLang="ja-JP" sz="2800" b="0" i="0" smtClean="0">
                            <a:latin typeface="Cambria Math" panose="02040503050406030204" pitchFamily="18" charset="0"/>
                            <a:ea typeface="Cambria Math" panose="02040503050406030204" pitchFamily="18" charset="0"/>
                          </a:rPr>
                          <m:t>1000 </m:t>
                        </m:r>
                        <m:d>
                          <m:dPr>
                            <m:ctrlPr>
                              <a:rPr kumimoji="1" lang="el-GR" altLang="ja-JP" sz="2800" b="0" i="1" smtClean="0">
                                <a:latin typeface="Cambria Math" panose="02040503050406030204" pitchFamily="18" charset="0"/>
                                <a:ea typeface="Cambria Math" panose="02040503050406030204" pitchFamily="18" charset="0"/>
                              </a:rPr>
                            </m:ctrlPr>
                          </m:dPr>
                          <m:e>
                            <m:sSub>
                              <m:sSubPr>
                                <m:ctrlPr>
                                  <a:rPr kumimoji="1" lang="el-GR" altLang="ja-JP" sz="2800" b="0" i="1" smtClean="0">
                                    <a:latin typeface="Cambria Math" panose="02040503050406030204" pitchFamily="18" charset="0"/>
                                    <a:ea typeface="Cambria Math" panose="02040503050406030204" pitchFamily="18" charset="0"/>
                                  </a:rPr>
                                </m:ctrlPr>
                              </m:sSubPr>
                              <m:e>
                                <m:r>
                                  <a:rPr kumimoji="1" lang="el-GR" altLang="ja-JP" sz="2800" b="0" i="1" smtClean="0">
                                    <a:latin typeface="Cambria Math" panose="02040503050406030204" pitchFamily="18" charset="0"/>
                                    <a:ea typeface="Cambria Math" panose="02040503050406030204" pitchFamily="18" charset="0"/>
                                  </a:rPr>
                                  <m:t>𝛲</m:t>
                                </m:r>
                              </m:e>
                              <m:sub>
                                <m:r>
                                  <a:rPr kumimoji="1" lang="en-US" altLang="ja-JP" sz="2800" b="0" i="1" smtClean="0">
                                    <a:latin typeface="Cambria Math" panose="02040503050406030204" pitchFamily="18" charset="0"/>
                                    <a:ea typeface="Cambria Math" panose="02040503050406030204" pitchFamily="18" charset="0"/>
                                  </a:rPr>
                                  <m:t>𝐶</m:t>
                                </m:r>
                              </m:sub>
                            </m:sSub>
                            <m:r>
                              <a:rPr kumimoji="1" lang="ja-JP" altLang="en-US" sz="2800" b="0" i="1" smtClean="0">
                                <a:latin typeface="Cambria Math" panose="02040503050406030204" pitchFamily="18" charset="0"/>
                                <a:ea typeface="Cambria Math" panose="02040503050406030204" pitchFamily="18" charset="0"/>
                              </a:rPr>
                              <m:t>−</m:t>
                            </m:r>
                            <m:sSub>
                              <m:sSubPr>
                                <m:ctrlPr>
                                  <a:rPr kumimoji="1" lang="el-GR" altLang="ja-JP" sz="2800" b="0" i="1" smtClean="0">
                                    <a:latin typeface="Cambria Math" panose="02040503050406030204" pitchFamily="18" charset="0"/>
                                    <a:ea typeface="Cambria Math" panose="02040503050406030204" pitchFamily="18" charset="0"/>
                                  </a:rPr>
                                </m:ctrlPr>
                              </m:sSubPr>
                              <m:e>
                                <m:r>
                                  <a:rPr kumimoji="1" lang="el-GR" altLang="ja-JP" sz="2800" b="0" i="1" smtClean="0">
                                    <a:latin typeface="Cambria Math" panose="02040503050406030204" pitchFamily="18" charset="0"/>
                                    <a:ea typeface="Cambria Math" panose="02040503050406030204" pitchFamily="18" charset="0"/>
                                  </a:rPr>
                                  <m:t>𝛲</m:t>
                                </m:r>
                              </m:e>
                              <m:sub>
                                <m:r>
                                  <a:rPr kumimoji="1" lang="en-US" altLang="ja-JP" sz="2800" b="0" i="1" smtClean="0">
                                    <a:latin typeface="Cambria Math" panose="02040503050406030204" pitchFamily="18" charset="0"/>
                                    <a:ea typeface="Cambria Math" panose="02040503050406030204" pitchFamily="18" charset="0"/>
                                  </a:rPr>
                                  <m:t>𝑌</m:t>
                                </m:r>
                              </m:sub>
                            </m:sSub>
                          </m:e>
                        </m:d>
                        <m:f>
                          <m:fPr>
                            <m:ctrlPr>
                              <a:rPr kumimoji="1" lang="el-GR" altLang="ja-JP" sz="2800" b="0" i="1" smtClean="0">
                                <a:latin typeface="Cambria Math" panose="02040503050406030204" pitchFamily="18" charset="0"/>
                                <a:ea typeface="Cambria Math" panose="02040503050406030204" pitchFamily="18" charset="0"/>
                              </a:rPr>
                            </m:ctrlPr>
                          </m:fPr>
                          <m:num>
                            <m:sSub>
                              <m:sSubPr>
                                <m:ctrlPr>
                                  <a:rPr kumimoji="1" lang="el-GR" altLang="ja-JP" sz="2800" b="0" i="1" smtClean="0">
                                    <a:latin typeface="Cambria Math" panose="02040503050406030204" pitchFamily="18" charset="0"/>
                                    <a:ea typeface="Cambria Math" panose="02040503050406030204" pitchFamily="18" charset="0"/>
                                  </a:rPr>
                                </m:ctrlPr>
                              </m:sSubPr>
                              <m:e>
                                <m:r>
                                  <a:rPr kumimoji="1" lang="el-GR" altLang="ja-JP" sz="2800" b="0" i="1" smtClean="0">
                                    <a:latin typeface="Cambria Math" panose="02040503050406030204" pitchFamily="18" charset="0"/>
                                    <a:ea typeface="Cambria Math" panose="02040503050406030204" pitchFamily="18" charset="0"/>
                                  </a:rPr>
                                  <m:t>𝛵</m:t>
                                </m:r>
                              </m:e>
                              <m:sub>
                                <m:r>
                                  <a:rPr kumimoji="1" lang="en-US" altLang="ja-JP" sz="2800" b="0" i="1" smtClean="0">
                                    <a:latin typeface="Cambria Math" panose="02040503050406030204" pitchFamily="18" charset="0"/>
                                    <a:ea typeface="Cambria Math" panose="02040503050406030204" pitchFamily="18" charset="0"/>
                                  </a:rPr>
                                  <m:t>𝐶</m:t>
                                </m:r>
                              </m:sub>
                            </m:sSub>
                            <m:r>
                              <a:rPr kumimoji="1" lang="en-US" altLang="ja-JP" sz="2800" b="0" i="1" smtClean="0">
                                <a:latin typeface="Cambria Math" panose="02040503050406030204" pitchFamily="18" charset="0"/>
                                <a:ea typeface="Cambria Math" panose="02040503050406030204" pitchFamily="18" charset="0"/>
                              </a:rPr>
                              <m:t>+</m:t>
                            </m:r>
                            <m:sSub>
                              <m:sSubPr>
                                <m:ctrlPr>
                                  <a:rPr kumimoji="1" lang="el-GR" altLang="ja-JP" sz="2800" b="0" i="1" smtClean="0">
                                    <a:latin typeface="Cambria Math" panose="02040503050406030204" pitchFamily="18" charset="0"/>
                                    <a:ea typeface="Cambria Math" panose="02040503050406030204" pitchFamily="18" charset="0"/>
                                  </a:rPr>
                                </m:ctrlPr>
                              </m:sSubPr>
                              <m:e>
                                <m:r>
                                  <a:rPr kumimoji="1" lang="el-GR" altLang="ja-JP" sz="2800" b="0" i="1" smtClean="0">
                                    <a:latin typeface="Cambria Math" panose="02040503050406030204" pitchFamily="18" charset="0"/>
                                    <a:ea typeface="Cambria Math" panose="02040503050406030204" pitchFamily="18" charset="0"/>
                                  </a:rPr>
                                  <m:t>𝛵</m:t>
                                </m:r>
                              </m:e>
                              <m:sub>
                                <m:r>
                                  <a:rPr kumimoji="1" lang="en-US" altLang="ja-JP" sz="2800" b="0" i="1" smtClean="0">
                                    <a:latin typeface="Cambria Math" panose="02040503050406030204" pitchFamily="18" charset="0"/>
                                    <a:ea typeface="Cambria Math" panose="02040503050406030204" pitchFamily="18" charset="0"/>
                                  </a:rPr>
                                  <m:t>𝑌</m:t>
                                </m:r>
                              </m:sub>
                            </m:sSub>
                          </m:num>
                          <m:den>
                            <m:r>
                              <a:rPr kumimoji="1" lang="en-US" altLang="ja-JP" sz="2800" b="0" i="1" smtClean="0">
                                <a:latin typeface="Cambria Math" panose="02040503050406030204" pitchFamily="18" charset="0"/>
                                <a:ea typeface="Cambria Math" panose="02040503050406030204" pitchFamily="18" charset="0"/>
                              </a:rPr>
                              <m:t>2</m:t>
                            </m:r>
                          </m:den>
                        </m:f>
                      </m:oMath>
                    </m:oMathPara>
                  </a14:m>
                  <a:endParaRPr kumimoji="1" lang="ja-JP" altLang="en-US" sz="2800"/>
                </a:p>
              </p:txBody>
            </p:sp>
          </mc:Choice>
          <mc:Fallback xmlns="">
            <p:sp>
              <p:nvSpPr>
                <p:cNvPr id="8" name="テキスト ボックス 7">
                  <a:extLst>
                    <a:ext uri="{FF2B5EF4-FFF2-40B4-BE49-F238E27FC236}">
                      <a16:creationId xmlns:a16="http://schemas.microsoft.com/office/drawing/2014/main" id="{CB76C2F7-51BB-2D10-5CEA-57DED7D62F49}"/>
                    </a:ext>
                  </a:extLst>
                </p:cNvPr>
                <p:cNvSpPr txBox="1">
                  <a:spLocks noRot="1" noChangeAspect="1" noMove="1" noResize="1" noEditPoints="1" noAdjustHandles="1" noChangeArrowheads="1" noChangeShapeType="1" noTextEdit="1"/>
                </p:cNvSpPr>
                <p:nvPr/>
              </p:nvSpPr>
              <p:spPr>
                <a:xfrm>
                  <a:off x="348635" y="2949635"/>
                  <a:ext cx="5825067" cy="803810"/>
                </a:xfrm>
                <a:prstGeom prst="rect">
                  <a:avLst/>
                </a:prstGeom>
                <a:blipFill>
                  <a:blip r:embed="rId3"/>
                  <a:stretch>
                    <a:fillRect b="-1384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605A1D83-2F2D-7F1E-16B2-6D8D5B83ABE4}"/>
                    </a:ext>
                  </a:extLst>
                </p:cNvPr>
                <p:cNvSpPr txBox="1"/>
                <p:nvPr/>
              </p:nvSpPr>
              <p:spPr>
                <a:xfrm>
                  <a:off x="5813386" y="2949635"/>
                  <a:ext cx="5825067" cy="803810"/>
                </a:xfrm>
                <a:prstGeom prst="rect">
                  <a:avLst/>
                </a:prstGeom>
                <a:noFill/>
              </p:spPr>
              <p:txBody>
                <a:bodyPr wrap="square" lIns="0" tIns="0" rIns="0" bIns="0" rtlCol="0">
                  <a:spAutoFit/>
                </a:bodyPr>
                <a:lstStyle/>
                <a:p>
                  <a:pPr/>
                  <a14:m>
                    <m:oMathPara xmlns:m="http://schemas.openxmlformats.org/officeDocument/2006/math">
                      <m:oMath>
                        <m:sSub>
                          <m:sSubPr>
                            <m:ctrlPr>
                              <a:rPr kumimoji="1" lang="ja-JP" altLang="en-US" sz="2800" i="1" smtClean="0">
                                <a:latin typeface="Cambria Math" panose="02040503050406030204" pitchFamily="18" charset="0"/>
                              </a:rPr>
                            </m:ctrlPr>
                          </m:sSubPr>
                          <m:e>
                            <m:r>
                              <a:rPr kumimoji="1" lang="ja-JP" altLang="en-US" sz="2800" i="1" smtClean="0">
                                <a:latin typeface="Cambria Math" panose="02040503050406030204" pitchFamily="18" charset="0"/>
                              </a:rPr>
                              <m:t>𝜑</m:t>
                            </m:r>
                          </m:e>
                          <m:sub>
                            <m:r>
                              <a:rPr kumimoji="1" lang="en-US" altLang="ja-JP" sz="2800" b="0" i="1" smtClean="0">
                                <a:latin typeface="Cambria Math" panose="02040503050406030204" pitchFamily="18" charset="0"/>
                              </a:rPr>
                              <m:t>𝑇</m:t>
                            </m:r>
                          </m:sub>
                        </m:sSub>
                        <m:r>
                          <a:rPr kumimoji="1" lang="en-US" altLang="ja-JP" sz="2800" i="1" smtClean="0">
                            <a:latin typeface="Cambria Math" panose="02040503050406030204" pitchFamily="18" charset="0"/>
                            <a:ea typeface="Cambria Math" panose="02040503050406030204" pitchFamily="18" charset="0"/>
                          </a:rPr>
                          <m:t>=</m:t>
                        </m:r>
                        <m:r>
                          <a:rPr kumimoji="1" lang="en-US" altLang="ja-JP" sz="2800" b="0" i="0" smtClean="0">
                            <a:latin typeface="Cambria Math" panose="02040503050406030204" pitchFamily="18" charset="0"/>
                            <a:ea typeface="Cambria Math" panose="02040503050406030204" pitchFamily="18" charset="0"/>
                          </a:rPr>
                          <m:t>1000 </m:t>
                        </m:r>
                        <m:d>
                          <m:dPr>
                            <m:ctrlPr>
                              <a:rPr kumimoji="1" lang="en-US" altLang="ja-JP" sz="2800" b="0" i="1" smtClean="0">
                                <a:latin typeface="Cambria Math" panose="02040503050406030204" pitchFamily="18" charset="0"/>
                                <a:ea typeface="Cambria Math" panose="02040503050406030204" pitchFamily="18" charset="0"/>
                              </a:rPr>
                            </m:ctrlPr>
                          </m:dPr>
                          <m:e>
                            <m:sSub>
                              <m:sSubPr>
                                <m:ctrlPr>
                                  <a:rPr kumimoji="1" lang="en-US" altLang="ja-JP" sz="2800" b="0" i="1" smtClean="0">
                                    <a:latin typeface="Cambria Math" panose="02040503050406030204" pitchFamily="18" charset="0"/>
                                    <a:ea typeface="Cambria Math" panose="02040503050406030204" pitchFamily="18" charset="0"/>
                                  </a:rPr>
                                </m:ctrlPr>
                              </m:sSubPr>
                              <m:e>
                                <m:r>
                                  <a:rPr kumimoji="1" lang="en-US" altLang="ja-JP" sz="2800" b="0" i="1" smtClean="0">
                                    <a:latin typeface="Cambria Math" panose="02040503050406030204" pitchFamily="18" charset="0"/>
                                    <a:ea typeface="Cambria Math" panose="02040503050406030204" pitchFamily="18" charset="0"/>
                                  </a:rPr>
                                  <m:t>𝑇</m:t>
                                </m:r>
                              </m:e>
                              <m:sub>
                                <m:r>
                                  <a:rPr kumimoji="1" lang="en-US" altLang="ja-JP" sz="2800" b="0" i="1" smtClean="0">
                                    <a:latin typeface="Cambria Math" panose="02040503050406030204" pitchFamily="18" charset="0"/>
                                    <a:ea typeface="Cambria Math" panose="02040503050406030204" pitchFamily="18" charset="0"/>
                                  </a:rPr>
                                  <m:t>𝐶</m:t>
                                </m:r>
                              </m:sub>
                            </m:sSub>
                            <m:r>
                              <a:rPr kumimoji="1" lang="ja-JP" altLang="en-US" sz="2800" b="0" i="1" smtClean="0">
                                <a:latin typeface="Cambria Math" panose="02040503050406030204" pitchFamily="18" charset="0"/>
                                <a:ea typeface="Cambria Math" panose="02040503050406030204" pitchFamily="18" charset="0"/>
                              </a:rPr>
                              <m:t>−</m:t>
                            </m:r>
                            <m:sSub>
                              <m:sSubPr>
                                <m:ctrlPr>
                                  <a:rPr kumimoji="1" lang="en-US" altLang="ja-JP" sz="2800" b="0" i="1" smtClean="0">
                                    <a:latin typeface="Cambria Math" panose="02040503050406030204" pitchFamily="18" charset="0"/>
                                    <a:ea typeface="Cambria Math" panose="02040503050406030204" pitchFamily="18" charset="0"/>
                                  </a:rPr>
                                </m:ctrlPr>
                              </m:sSubPr>
                              <m:e>
                                <m:r>
                                  <a:rPr kumimoji="1" lang="en-US" altLang="ja-JP" sz="2800" b="0" i="1" smtClean="0">
                                    <a:latin typeface="Cambria Math" panose="02040503050406030204" pitchFamily="18" charset="0"/>
                                    <a:ea typeface="Cambria Math" panose="02040503050406030204" pitchFamily="18" charset="0"/>
                                  </a:rPr>
                                  <m:t>𝑇</m:t>
                                </m:r>
                              </m:e>
                              <m:sub>
                                <m:r>
                                  <a:rPr kumimoji="1" lang="en-US" altLang="ja-JP" sz="2800" b="0" i="1" smtClean="0">
                                    <a:latin typeface="Cambria Math" panose="02040503050406030204" pitchFamily="18" charset="0"/>
                                    <a:ea typeface="Cambria Math" panose="02040503050406030204" pitchFamily="18" charset="0"/>
                                  </a:rPr>
                                  <m:t>𝑌</m:t>
                                </m:r>
                              </m:sub>
                            </m:sSub>
                          </m:e>
                        </m:d>
                        <m:f>
                          <m:fPr>
                            <m:ctrlPr>
                              <a:rPr kumimoji="1" lang="en-US" altLang="ja-JP" sz="2800" b="0" i="1" smtClean="0">
                                <a:latin typeface="Cambria Math" panose="02040503050406030204" pitchFamily="18" charset="0"/>
                                <a:ea typeface="Cambria Math" panose="02040503050406030204" pitchFamily="18" charset="0"/>
                              </a:rPr>
                            </m:ctrlPr>
                          </m:fPr>
                          <m:num>
                            <m:sSub>
                              <m:sSubPr>
                                <m:ctrlPr>
                                  <a:rPr kumimoji="1" lang="en-US" altLang="ja-JP" sz="2800" b="0" i="1" smtClean="0">
                                    <a:latin typeface="Cambria Math" panose="02040503050406030204" pitchFamily="18" charset="0"/>
                                    <a:ea typeface="Cambria Math" panose="02040503050406030204" pitchFamily="18" charset="0"/>
                                  </a:rPr>
                                </m:ctrlPr>
                              </m:sSubPr>
                              <m:e>
                                <m:r>
                                  <a:rPr kumimoji="1" lang="en-US" altLang="ja-JP" sz="2800" b="0" i="1" smtClean="0">
                                    <a:latin typeface="Cambria Math" panose="02040503050406030204" pitchFamily="18" charset="0"/>
                                    <a:ea typeface="Cambria Math" panose="02040503050406030204" pitchFamily="18" charset="0"/>
                                  </a:rPr>
                                  <m:t>𝑃</m:t>
                                </m:r>
                              </m:e>
                              <m:sub>
                                <m:r>
                                  <a:rPr kumimoji="1" lang="en-US" altLang="ja-JP" sz="2800" b="0" i="1" smtClean="0">
                                    <a:latin typeface="Cambria Math" panose="02040503050406030204" pitchFamily="18" charset="0"/>
                                    <a:ea typeface="Cambria Math" panose="02040503050406030204" pitchFamily="18" charset="0"/>
                                  </a:rPr>
                                  <m:t>𝐶</m:t>
                                </m:r>
                              </m:sub>
                            </m:sSub>
                            <m:r>
                              <a:rPr kumimoji="1" lang="en-US" altLang="ja-JP" sz="2800" b="0" i="1" smtClean="0">
                                <a:latin typeface="Cambria Math" panose="02040503050406030204" pitchFamily="18" charset="0"/>
                                <a:ea typeface="Cambria Math" panose="02040503050406030204" pitchFamily="18" charset="0"/>
                              </a:rPr>
                              <m:t>+</m:t>
                            </m:r>
                            <m:sSub>
                              <m:sSubPr>
                                <m:ctrlPr>
                                  <a:rPr kumimoji="1" lang="en-US" altLang="ja-JP" sz="2800" b="0" i="1" smtClean="0">
                                    <a:latin typeface="Cambria Math" panose="02040503050406030204" pitchFamily="18" charset="0"/>
                                    <a:ea typeface="Cambria Math" panose="02040503050406030204" pitchFamily="18" charset="0"/>
                                  </a:rPr>
                                </m:ctrlPr>
                              </m:sSubPr>
                              <m:e>
                                <m:r>
                                  <a:rPr kumimoji="1" lang="en-US" altLang="ja-JP" sz="2800" b="0" i="1" smtClean="0">
                                    <a:latin typeface="Cambria Math" panose="02040503050406030204" pitchFamily="18" charset="0"/>
                                    <a:ea typeface="Cambria Math" panose="02040503050406030204" pitchFamily="18" charset="0"/>
                                  </a:rPr>
                                  <m:t>𝑃</m:t>
                                </m:r>
                              </m:e>
                              <m:sub>
                                <m:r>
                                  <a:rPr kumimoji="1" lang="en-US" altLang="ja-JP" sz="2800" b="0" i="1" smtClean="0">
                                    <a:latin typeface="Cambria Math" panose="02040503050406030204" pitchFamily="18" charset="0"/>
                                    <a:ea typeface="Cambria Math" panose="02040503050406030204" pitchFamily="18" charset="0"/>
                                  </a:rPr>
                                  <m:t>𝑌</m:t>
                                </m:r>
                              </m:sub>
                            </m:sSub>
                          </m:num>
                          <m:den>
                            <m:r>
                              <a:rPr kumimoji="1" lang="en-US" altLang="ja-JP" sz="2800" b="0" i="1" smtClean="0">
                                <a:latin typeface="Cambria Math" panose="02040503050406030204" pitchFamily="18" charset="0"/>
                                <a:ea typeface="Cambria Math" panose="02040503050406030204" pitchFamily="18" charset="0"/>
                              </a:rPr>
                              <m:t>2</m:t>
                            </m:r>
                          </m:den>
                        </m:f>
                      </m:oMath>
                    </m:oMathPara>
                  </a14:m>
                  <a:endParaRPr kumimoji="1" lang="ja-JP" altLang="en-US" sz="2800"/>
                </a:p>
              </p:txBody>
            </p:sp>
          </mc:Choice>
          <mc:Fallback xmlns="">
            <p:sp>
              <p:nvSpPr>
                <p:cNvPr id="9" name="テキスト ボックス 8">
                  <a:extLst>
                    <a:ext uri="{FF2B5EF4-FFF2-40B4-BE49-F238E27FC236}">
                      <a16:creationId xmlns:a16="http://schemas.microsoft.com/office/drawing/2014/main" id="{605A1D83-2F2D-7F1E-16B2-6D8D5B83ABE4}"/>
                    </a:ext>
                  </a:extLst>
                </p:cNvPr>
                <p:cNvSpPr txBox="1">
                  <a:spLocks noRot="1" noChangeAspect="1" noMove="1" noResize="1" noEditPoints="1" noAdjustHandles="1" noChangeArrowheads="1" noChangeShapeType="1" noTextEdit="1"/>
                </p:cNvSpPr>
                <p:nvPr/>
              </p:nvSpPr>
              <p:spPr>
                <a:xfrm>
                  <a:off x="5813386" y="2949635"/>
                  <a:ext cx="5825067" cy="803810"/>
                </a:xfrm>
                <a:prstGeom prst="rect">
                  <a:avLst/>
                </a:prstGeom>
                <a:blipFill>
                  <a:blip r:embed="rId4"/>
                  <a:stretch>
                    <a:fillRect b="-13846"/>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2AE33F40-9969-E5C0-6599-470B5DAF6239}"/>
                </a:ext>
              </a:extLst>
            </p:cNvPr>
            <p:cNvSpPr txBox="1"/>
            <p:nvPr/>
          </p:nvSpPr>
          <p:spPr>
            <a:xfrm>
              <a:off x="6173701" y="2430566"/>
              <a:ext cx="4294601" cy="333617"/>
            </a:xfrm>
            <a:prstGeom prst="rect">
              <a:avLst/>
            </a:prstGeom>
            <a:noFill/>
          </p:spPr>
          <p:txBody>
            <a:bodyPr wrap="square">
              <a:spAutoFit/>
            </a:bodyPr>
            <a:lstStyle/>
            <a:p>
              <a:pPr>
                <a:lnSpc>
                  <a:spcPts val="1980"/>
                </a:lnSpc>
                <a:defRPr/>
              </a:pPr>
              <a:r>
                <a:rPr kumimoji="1" lang="ja-JP" altLang="en-US" sz="1600" spc="30">
                  <a:solidFill>
                    <a:srgbClr val="C675A6"/>
                  </a:solidFill>
                  <a:latin typeface="源ノ角ゴシック JP" panose="020B0500000000000000" pitchFamily="34" charset="-128"/>
                  <a:ea typeface="源ノ角ゴシック JP" panose="020B0500000000000000" pitchFamily="34" charset="-128"/>
                </a:rPr>
                <a:t>購入者</a:t>
              </a:r>
              <a:r>
                <a:rPr kumimoji="1" lang="en-US" altLang="ja-JP" sz="1600" spc="30" dirty="0">
                  <a:solidFill>
                    <a:srgbClr val="C675A6"/>
                  </a:solidFill>
                  <a:latin typeface="源ノ角ゴシック JP" panose="020B0500000000000000" pitchFamily="34" charset="-128"/>
                  <a:ea typeface="源ノ角ゴシック JP" panose="020B0500000000000000" pitchFamily="34" charset="-128"/>
                </a:rPr>
                <a:t>1</a:t>
              </a:r>
              <a:r>
                <a:rPr kumimoji="1" lang="ja-JP" altLang="en-US" sz="1600" spc="30">
                  <a:solidFill>
                    <a:srgbClr val="C675A6"/>
                  </a:solidFill>
                  <a:latin typeface="源ノ角ゴシック JP" panose="020B0500000000000000" pitchFamily="34" charset="-128"/>
                  <a:ea typeface="源ノ角ゴシック JP" panose="020B0500000000000000" pitchFamily="34" charset="-128"/>
                </a:rPr>
                <a:t>人あたりの購入回数</a:t>
              </a:r>
              <a:r>
                <a:rPr kumimoji="1" lang="ja-JP" altLang="en-US" sz="1600" spc="30">
                  <a:solidFill>
                    <a:srgbClr val="DCD8DC">
                      <a:lumMod val="25000"/>
                    </a:srgbClr>
                  </a:solidFill>
                  <a:latin typeface="源ノ角ゴシック JP" panose="020B0500000000000000" pitchFamily="34" charset="-128"/>
                  <a:ea typeface="源ノ角ゴシック JP" panose="020B0500000000000000" pitchFamily="34" charset="-128"/>
                </a:rPr>
                <a:t>による寄与量：</a:t>
              </a:r>
              <a:endParaRPr kumimoji="1" lang="en-US" altLang="ja-JP" sz="16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1" name="テキスト ボックス 10">
              <a:extLst>
                <a:ext uri="{FF2B5EF4-FFF2-40B4-BE49-F238E27FC236}">
                  <a16:creationId xmlns:a16="http://schemas.microsoft.com/office/drawing/2014/main" id="{C0E07043-44B7-27B5-F652-FF9CD290B3FA}"/>
                </a:ext>
              </a:extLst>
            </p:cNvPr>
            <p:cNvSpPr txBox="1"/>
            <p:nvPr/>
          </p:nvSpPr>
          <p:spPr>
            <a:xfrm>
              <a:off x="962978" y="3996186"/>
              <a:ext cx="8449035" cy="349839"/>
            </a:xfrm>
            <a:prstGeom prst="rect">
              <a:avLst/>
            </a:prstGeom>
            <a:noFill/>
          </p:spPr>
          <p:txBody>
            <a:bodyPr wrap="square">
              <a:spAutoFit/>
            </a:bodyPr>
            <a:lstStyle/>
            <a:p>
              <a:pPr>
                <a:lnSpc>
                  <a:spcPts val="2180"/>
                </a:lnSpc>
                <a:defRPr/>
              </a:pPr>
              <a:r>
                <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 若年層を</a:t>
              </a:r>
              <a:r>
                <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rPr>
                <a:t>Y</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、中高年層を</a:t>
              </a:r>
              <a:r>
                <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rPr>
                <a:t>C</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500" spc="50">
                  <a:solidFill>
                    <a:srgbClr val="5485C4"/>
                  </a:solidFill>
                  <a:latin typeface="源ノ角ゴシック JP" panose="020B0500000000000000" pitchFamily="34" charset="-128"/>
                  <a:ea typeface="源ノ角ゴシック JP" panose="020B0500000000000000" pitchFamily="34" charset="-128"/>
                </a:rPr>
                <a:t>購入経験者の割合</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を</a:t>
              </a:r>
              <a:r>
                <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rPr>
                <a:t>P</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500" spc="50">
                  <a:solidFill>
                    <a:srgbClr val="C675A6"/>
                  </a:solidFill>
                  <a:latin typeface="源ノ角ゴシック JP" panose="020B0500000000000000" pitchFamily="34" charset="-128"/>
                  <a:ea typeface="源ノ角ゴシック JP" panose="020B0500000000000000" pitchFamily="34" charset="-128"/>
                </a:rPr>
                <a:t>購入者</a:t>
              </a:r>
              <a:r>
                <a:rPr kumimoji="1" lang="en-US" altLang="ja-JP" sz="1500" spc="50" dirty="0">
                  <a:solidFill>
                    <a:srgbClr val="C675A6"/>
                  </a:solidFill>
                  <a:latin typeface="源ノ角ゴシック JP" panose="020B0500000000000000" pitchFamily="34" charset="-128"/>
                  <a:ea typeface="源ノ角ゴシック JP" panose="020B0500000000000000" pitchFamily="34" charset="-128"/>
                </a:rPr>
                <a:t>1</a:t>
              </a:r>
              <a:r>
                <a:rPr kumimoji="1" lang="ja-JP" altLang="en-US" sz="1500" spc="50">
                  <a:solidFill>
                    <a:srgbClr val="C675A6"/>
                  </a:solidFill>
                  <a:latin typeface="源ノ角ゴシック JP" panose="020B0500000000000000" pitchFamily="34" charset="-128"/>
                  <a:ea typeface="源ノ角ゴシック JP" panose="020B0500000000000000" pitchFamily="34" charset="-128"/>
                </a:rPr>
                <a:t>人あたりの購入回数</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を</a:t>
              </a:r>
              <a:r>
                <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rPr>
                <a:t>T</a:t>
              </a: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とする</a:t>
              </a:r>
              <a:endPar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grpSp>
        <p:nvGrpSpPr>
          <p:cNvPr id="20" name="グループ化 19">
            <a:extLst>
              <a:ext uri="{FF2B5EF4-FFF2-40B4-BE49-F238E27FC236}">
                <a16:creationId xmlns:a16="http://schemas.microsoft.com/office/drawing/2014/main" id="{E2F43ADA-7F8F-4CA4-54D5-F0C5E6B77778}"/>
              </a:ext>
            </a:extLst>
          </p:cNvPr>
          <p:cNvGrpSpPr/>
          <p:nvPr/>
        </p:nvGrpSpPr>
        <p:grpSpPr>
          <a:xfrm>
            <a:off x="694965" y="5008254"/>
            <a:ext cx="11184571" cy="1309844"/>
            <a:chOff x="694965" y="4913660"/>
            <a:chExt cx="11184571" cy="1309844"/>
          </a:xfrm>
        </p:grpSpPr>
        <p:sp>
          <p:nvSpPr>
            <p:cNvPr id="15" name="テキスト ボックス 14">
              <a:extLst>
                <a:ext uri="{FF2B5EF4-FFF2-40B4-BE49-F238E27FC236}">
                  <a16:creationId xmlns:a16="http://schemas.microsoft.com/office/drawing/2014/main" id="{57860C3A-15F0-D9F8-6761-A253900CD581}"/>
                </a:ext>
              </a:extLst>
            </p:cNvPr>
            <p:cNvSpPr txBox="1"/>
            <p:nvPr/>
          </p:nvSpPr>
          <p:spPr>
            <a:xfrm>
              <a:off x="734107" y="4913660"/>
              <a:ext cx="4345893" cy="333617"/>
            </a:xfrm>
            <a:prstGeom prst="rect">
              <a:avLst/>
            </a:prstGeom>
            <a:noFill/>
          </p:spPr>
          <p:txBody>
            <a:bodyPr wrap="square">
              <a:spAutoFit/>
            </a:bodyPr>
            <a:lstStyle/>
            <a:p>
              <a:pPr>
                <a:lnSpc>
                  <a:spcPts val="1980"/>
                </a:lnSpc>
                <a:defRPr/>
              </a:pPr>
              <a:r>
                <a:rPr kumimoji="1" lang="ja-JP" altLang="en-US" sz="16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実際の計算では、以下のような結果となった</a:t>
              </a:r>
              <a:endPar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nvGrpSpPr>
            <p:cNvPr id="19" name="グループ化 18">
              <a:extLst>
                <a:ext uri="{FF2B5EF4-FFF2-40B4-BE49-F238E27FC236}">
                  <a16:creationId xmlns:a16="http://schemas.microsoft.com/office/drawing/2014/main" id="{746D8DEF-4FF9-0881-3180-B05315D5D5F3}"/>
                </a:ext>
              </a:extLst>
            </p:cNvPr>
            <p:cNvGrpSpPr/>
            <p:nvPr/>
          </p:nvGrpSpPr>
          <p:grpSpPr>
            <a:xfrm>
              <a:off x="694965" y="5377760"/>
              <a:ext cx="11184571" cy="845744"/>
              <a:chOff x="694965" y="5377760"/>
              <a:chExt cx="11184571" cy="845744"/>
            </a:xfrm>
          </p:grpSpPr>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16A385A5-9380-84A5-37C3-3AD18399E79C}"/>
                      </a:ext>
                    </a:extLst>
                  </p:cNvPr>
                  <p:cNvSpPr txBox="1"/>
                  <p:nvPr/>
                </p:nvSpPr>
                <p:spPr>
                  <a:xfrm>
                    <a:off x="710731" y="5377761"/>
                    <a:ext cx="5705835" cy="553357"/>
                  </a:xfrm>
                  <a:prstGeom prst="rect">
                    <a:avLst/>
                  </a:prstGeom>
                  <a:noFill/>
                </p:spPr>
                <p:txBody>
                  <a:bodyPr wrap="square" lIns="0" tIns="0" rIns="0" bIns="0" rtlCol="0">
                    <a:spAutoFit/>
                  </a:bodyPr>
                  <a:lstStyle/>
                  <a:p>
                    <a:pPr/>
                    <a14:m>
                      <m:oMathPara xmlns:m="http://schemas.openxmlformats.org/officeDocument/2006/math">
                        <m:oMath>
                          <m:sSub>
                            <m:sSubPr>
                              <m:ctrlPr>
                                <a:rPr kumimoji="1" lang="ja-JP" altLang="en-US" sz="1900" i="1" smtClean="0">
                                  <a:latin typeface="Cambria Math" panose="02040503050406030204" pitchFamily="18" charset="0"/>
                                </a:rPr>
                              </m:ctrlPr>
                            </m:sSubPr>
                            <m:e>
                              <m:r>
                                <a:rPr kumimoji="1" lang="ja-JP" altLang="en-US" sz="1900" i="1" smtClean="0">
                                  <a:latin typeface="Cambria Math" panose="02040503050406030204" pitchFamily="18" charset="0"/>
                                </a:rPr>
                                <m:t>𝜑</m:t>
                              </m:r>
                            </m:e>
                            <m:sub>
                              <m:r>
                                <a:rPr kumimoji="1" lang="el-GR" altLang="ja-JP" sz="1900" i="1" smtClean="0">
                                  <a:latin typeface="Cambria Math" panose="02040503050406030204" pitchFamily="18" charset="0"/>
                                  <a:ea typeface="Cambria Math" panose="02040503050406030204" pitchFamily="18" charset="0"/>
                                </a:rPr>
                                <m:t>𝛲</m:t>
                              </m:r>
                            </m:sub>
                          </m:sSub>
                          <m:r>
                            <a:rPr kumimoji="1" lang="en-US" altLang="ja-JP" sz="1900" i="1" smtClean="0">
                              <a:latin typeface="Cambria Math" panose="02040503050406030204" pitchFamily="18" charset="0"/>
                              <a:ea typeface="Cambria Math" panose="02040503050406030204" pitchFamily="18" charset="0"/>
                            </a:rPr>
                            <m:t>=</m:t>
                          </m:r>
                          <m:r>
                            <a:rPr kumimoji="1" lang="en-US" altLang="ja-JP" sz="1900" b="0" i="0" smtClean="0">
                              <a:latin typeface="Cambria Math" panose="02040503050406030204" pitchFamily="18" charset="0"/>
                              <a:ea typeface="Cambria Math" panose="02040503050406030204" pitchFamily="18" charset="0"/>
                            </a:rPr>
                            <m:t>1000 </m:t>
                          </m:r>
                          <m:d>
                            <m:dPr>
                              <m:ctrlPr>
                                <a:rPr kumimoji="1" lang="en-US" altLang="ja-JP" sz="1900" b="0" i="1" smtClean="0">
                                  <a:latin typeface="Cambria Math" panose="02040503050406030204" pitchFamily="18" charset="0"/>
                                  <a:ea typeface="Cambria Math" panose="02040503050406030204" pitchFamily="18" charset="0"/>
                                </a:rPr>
                              </m:ctrlPr>
                            </m:dPr>
                            <m:e>
                              <m:r>
                                <a:rPr kumimoji="1" lang="en-US" altLang="ja-JP" sz="1900" b="0" i="1" smtClean="0">
                                  <a:latin typeface="Cambria Math" panose="02040503050406030204" pitchFamily="18" charset="0"/>
                                  <a:ea typeface="Cambria Math" panose="02040503050406030204" pitchFamily="18" charset="0"/>
                                </a:rPr>
                                <m:t>0.00133</m:t>
                              </m:r>
                              <m:r>
                                <a:rPr kumimoji="1" lang="ja-JP" altLang="en-US" sz="1900" b="0" i="1" smtClean="0">
                                  <a:latin typeface="Cambria Math" panose="02040503050406030204" pitchFamily="18" charset="0"/>
                                  <a:ea typeface="Cambria Math" panose="02040503050406030204" pitchFamily="18" charset="0"/>
                                </a:rPr>
                                <m:t>−</m:t>
                              </m:r>
                              <m:r>
                                <a:rPr kumimoji="1" lang="en-US" altLang="ja-JP" sz="1900" b="0" i="1" smtClean="0">
                                  <a:latin typeface="Cambria Math" panose="02040503050406030204" pitchFamily="18" charset="0"/>
                                  <a:ea typeface="Cambria Math" panose="02040503050406030204" pitchFamily="18" charset="0"/>
                                </a:rPr>
                                <m:t>0.00096</m:t>
                              </m:r>
                            </m:e>
                          </m:d>
                          <m:f>
                            <m:fPr>
                              <m:ctrlPr>
                                <a:rPr kumimoji="1" lang="en-US" altLang="ja-JP" sz="1900" b="0" i="1" smtClean="0">
                                  <a:latin typeface="Cambria Math" panose="02040503050406030204" pitchFamily="18" charset="0"/>
                                  <a:ea typeface="Cambria Math" panose="02040503050406030204" pitchFamily="18" charset="0"/>
                                </a:rPr>
                              </m:ctrlPr>
                            </m:fPr>
                            <m:num>
                              <m:r>
                                <a:rPr kumimoji="1" lang="en-US" altLang="ja-JP" sz="1900" b="0" i="1" smtClean="0">
                                  <a:latin typeface="Cambria Math" panose="02040503050406030204" pitchFamily="18" charset="0"/>
                                  <a:ea typeface="Cambria Math" panose="02040503050406030204" pitchFamily="18" charset="0"/>
                                </a:rPr>
                                <m:t>1.466+1.251</m:t>
                              </m:r>
                            </m:num>
                            <m:den>
                              <m:r>
                                <a:rPr kumimoji="1" lang="en-US" altLang="ja-JP" sz="1900" b="0" i="1" smtClean="0">
                                  <a:latin typeface="Cambria Math" panose="02040503050406030204" pitchFamily="18" charset="0"/>
                                  <a:ea typeface="Cambria Math" panose="02040503050406030204" pitchFamily="18" charset="0"/>
                                </a:rPr>
                                <m:t>2</m:t>
                              </m:r>
                            </m:den>
                          </m:f>
                        </m:oMath>
                      </m:oMathPara>
                    </a14:m>
                    <a:endParaRPr kumimoji="1" lang="en-US" altLang="ja-JP" sz="1900" dirty="0"/>
                  </a:p>
                </p:txBody>
              </p:sp>
            </mc:Choice>
            <mc:Fallback xmlns="">
              <p:sp>
                <p:nvSpPr>
                  <p:cNvPr id="14" name="テキスト ボックス 13">
                    <a:extLst>
                      <a:ext uri="{FF2B5EF4-FFF2-40B4-BE49-F238E27FC236}">
                        <a16:creationId xmlns:a16="http://schemas.microsoft.com/office/drawing/2014/main" id="{16A385A5-9380-84A5-37C3-3AD18399E79C}"/>
                      </a:ext>
                    </a:extLst>
                  </p:cNvPr>
                  <p:cNvSpPr txBox="1">
                    <a:spLocks noRot="1" noChangeAspect="1" noMove="1" noResize="1" noEditPoints="1" noAdjustHandles="1" noChangeArrowheads="1" noChangeShapeType="1" noTextEdit="1"/>
                  </p:cNvSpPr>
                  <p:nvPr/>
                </p:nvSpPr>
                <p:spPr>
                  <a:xfrm>
                    <a:off x="710731" y="5377761"/>
                    <a:ext cx="5705835" cy="553357"/>
                  </a:xfrm>
                  <a:prstGeom prst="rect">
                    <a:avLst/>
                  </a:prstGeom>
                  <a:blipFill>
                    <a:blip r:embed="rId5"/>
                    <a:stretch>
                      <a:fillRect t="-4545" b="-136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EAB43C90-B341-7460-3140-7BFD7AF3CE05}"/>
                      </a:ext>
                    </a:extLst>
                  </p:cNvPr>
                  <p:cNvSpPr txBox="1"/>
                  <p:nvPr/>
                </p:nvSpPr>
                <p:spPr>
                  <a:xfrm>
                    <a:off x="6173701" y="5377760"/>
                    <a:ext cx="5705835" cy="553357"/>
                  </a:xfrm>
                  <a:prstGeom prst="rect">
                    <a:avLst/>
                  </a:prstGeom>
                  <a:noFill/>
                </p:spPr>
                <p:txBody>
                  <a:bodyPr wrap="square" lIns="0" tIns="0" rIns="0" bIns="0" rtlCol="0">
                    <a:spAutoFit/>
                  </a:bodyPr>
                  <a:lstStyle/>
                  <a:p>
                    <a:pPr/>
                    <a14:m>
                      <m:oMathPara xmlns:m="http://schemas.openxmlformats.org/officeDocument/2006/math">
                        <m:oMath>
                          <m:sSub>
                            <m:sSubPr>
                              <m:ctrlPr>
                                <a:rPr kumimoji="1" lang="ja-JP" altLang="en-US" sz="1900" i="1" smtClean="0">
                                  <a:latin typeface="Cambria Math" panose="02040503050406030204" pitchFamily="18" charset="0"/>
                                </a:rPr>
                              </m:ctrlPr>
                            </m:sSubPr>
                            <m:e>
                              <m:r>
                                <a:rPr kumimoji="1" lang="ja-JP" altLang="en-US" sz="1900" i="1" smtClean="0">
                                  <a:latin typeface="Cambria Math" panose="02040503050406030204" pitchFamily="18" charset="0"/>
                                </a:rPr>
                                <m:t>𝜑</m:t>
                              </m:r>
                            </m:e>
                            <m:sub>
                              <m:r>
                                <a:rPr kumimoji="1" lang="en-US" altLang="ja-JP" sz="1900" b="0" i="1" smtClean="0">
                                  <a:latin typeface="Cambria Math" panose="02040503050406030204" pitchFamily="18" charset="0"/>
                                </a:rPr>
                                <m:t>𝑇</m:t>
                              </m:r>
                            </m:sub>
                          </m:sSub>
                          <m:r>
                            <a:rPr kumimoji="1" lang="en-US" altLang="ja-JP" sz="1900" i="1" smtClean="0">
                              <a:latin typeface="Cambria Math" panose="02040503050406030204" pitchFamily="18" charset="0"/>
                              <a:ea typeface="Cambria Math" panose="02040503050406030204" pitchFamily="18" charset="0"/>
                            </a:rPr>
                            <m:t>=</m:t>
                          </m:r>
                          <m:r>
                            <a:rPr kumimoji="1" lang="en-US" altLang="ja-JP" sz="1900" b="0" i="0" smtClean="0">
                              <a:latin typeface="Cambria Math" panose="02040503050406030204" pitchFamily="18" charset="0"/>
                              <a:ea typeface="Cambria Math" panose="02040503050406030204" pitchFamily="18" charset="0"/>
                            </a:rPr>
                            <m:t>1000 </m:t>
                          </m:r>
                          <m:d>
                            <m:dPr>
                              <m:ctrlPr>
                                <a:rPr kumimoji="1" lang="en-US" altLang="ja-JP" sz="1900" b="0" i="1" smtClean="0">
                                  <a:latin typeface="Cambria Math" panose="02040503050406030204" pitchFamily="18" charset="0"/>
                                  <a:ea typeface="Cambria Math" panose="02040503050406030204" pitchFamily="18" charset="0"/>
                                </a:rPr>
                              </m:ctrlPr>
                            </m:dPr>
                            <m:e>
                              <m:r>
                                <a:rPr kumimoji="1" lang="en-US" altLang="ja-JP" sz="1900" b="0" i="1" smtClean="0">
                                  <a:latin typeface="Cambria Math" panose="02040503050406030204" pitchFamily="18" charset="0"/>
                                  <a:ea typeface="Cambria Math" panose="02040503050406030204" pitchFamily="18" charset="0"/>
                                </a:rPr>
                                <m:t>1.466</m:t>
                              </m:r>
                              <m:r>
                                <a:rPr kumimoji="1" lang="ja-JP" altLang="en-US" sz="1900" b="0" i="1" smtClean="0">
                                  <a:latin typeface="Cambria Math" panose="02040503050406030204" pitchFamily="18" charset="0"/>
                                  <a:ea typeface="Cambria Math" panose="02040503050406030204" pitchFamily="18" charset="0"/>
                                </a:rPr>
                                <m:t>−</m:t>
                              </m:r>
                              <m:r>
                                <a:rPr kumimoji="1" lang="en-US" altLang="ja-JP" sz="1900" b="0" i="1" smtClean="0">
                                  <a:latin typeface="Cambria Math" panose="02040503050406030204" pitchFamily="18" charset="0"/>
                                  <a:ea typeface="Cambria Math" panose="02040503050406030204" pitchFamily="18" charset="0"/>
                                </a:rPr>
                                <m:t>1.251</m:t>
                              </m:r>
                            </m:e>
                          </m:d>
                          <m:f>
                            <m:fPr>
                              <m:ctrlPr>
                                <a:rPr kumimoji="1" lang="en-US" altLang="ja-JP" sz="1900" b="0" i="1" smtClean="0">
                                  <a:latin typeface="Cambria Math" panose="02040503050406030204" pitchFamily="18" charset="0"/>
                                  <a:ea typeface="Cambria Math" panose="02040503050406030204" pitchFamily="18" charset="0"/>
                                </a:rPr>
                              </m:ctrlPr>
                            </m:fPr>
                            <m:num>
                              <m:r>
                                <a:rPr kumimoji="1" lang="en-US" altLang="ja-JP" sz="1900" b="0" i="1" smtClean="0">
                                  <a:latin typeface="Cambria Math" panose="02040503050406030204" pitchFamily="18" charset="0"/>
                                  <a:ea typeface="Cambria Math" panose="02040503050406030204" pitchFamily="18" charset="0"/>
                                </a:rPr>
                                <m:t>0.00133+0.00096</m:t>
                              </m:r>
                            </m:num>
                            <m:den>
                              <m:r>
                                <a:rPr kumimoji="1" lang="en-US" altLang="ja-JP" sz="1900" b="0" i="1" smtClean="0">
                                  <a:latin typeface="Cambria Math" panose="02040503050406030204" pitchFamily="18" charset="0"/>
                                  <a:ea typeface="Cambria Math" panose="02040503050406030204" pitchFamily="18" charset="0"/>
                                </a:rPr>
                                <m:t>2</m:t>
                              </m:r>
                            </m:den>
                          </m:f>
                        </m:oMath>
                      </m:oMathPara>
                    </a14:m>
                    <a:endParaRPr kumimoji="1" lang="ja-JP" altLang="en-US" sz="1900"/>
                  </a:p>
                </p:txBody>
              </p:sp>
            </mc:Choice>
            <mc:Fallback xmlns="">
              <p:sp>
                <p:nvSpPr>
                  <p:cNvPr id="16" name="テキスト ボックス 15">
                    <a:extLst>
                      <a:ext uri="{FF2B5EF4-FFF2-40B4-BE49-F238E27FC236}">
                        <a16:creationId xmlns:a16="http://schemas.microsoft.com/office/drawing/2014/main" id="{EAB43C90-B341-7460-3140-7BFD7AF3CE05}"/>
                      </a:ext>
                    </a:extLst>
                  </p:cNvPr>
                  <p:cNvSpPr txBox="1">
                    <a:spLocks noRot="1" noChangeAspect="1" noMove="1" noResize="1" noEditPoints="1" noAdjustHandles="1" noChangeArrowheads="1" noChangeShapeType="1" noTextEdit="1"/>
                  </p:cNvSpPr>
                  <p:nvPr/>
                </p:nvSpPr>
                <p:spPr>
                  <a:xfrm>
                    <a:off x="6173701" y="5377760"/>
                    <a:ext cx="5705835" cy="553357"/>
                  </a:xfrm>
                  <a:prstGeom prst="rect">
                    <a:avLst/>
                  </a:prstGeom>
                  <a:blipFill>
                    <a:blip r:embed="rId6"/>
                    <a:stretch>
                      <a:fillRect b="-136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0BBF1213-B54F-A0F3-D3E4-F1EFF7BCEF1A}"/>
                      </a:ext>
                    </a:extLst>
                  </p:cNvPr>
                  <p:cNvSpPr txBox="1"/>
                  <p:nvPr/>
                </p:nvSpPr>
                <p:spPr>
                  <a:xfrm>
                    <a:off x="694965" y="5638729"/>
                    <a:ext cx="2426608" cy="584775"/>
                  </a:xfrm>
                  <a:prstGeom prst="rect">
                    <a:avLst/>
                  </a:prstGeom>
                  <a:noFill/>
                </p:spPr>
                <p:txBody>
                  <a:bodyPr wrap="square" lIns="0" tIns="0" rIns="0" bIns="0" rtlCol="0">
                    <a:spAutoFit/>
                  </a:bodyPr>
                  <a:lstStyle/>
                  <a:p>
                    <a:endParaRPr kumimoji="1" lang="en-US" altLang="ja-JP" sz="1900" i="1" dirty="0">
                      <a:latin typeface="Cambria Math" panose="02040503050406030204" pitchFamily="18" charset="0"/>
                    </a:endParaRPr>
                  </a:p>
                  <a:p>
                    <a:pPr/>
                    <a14:m>
                      <m:oMathPara xmlns:m="http://schemas.openxmlformats.org/officeDocument/2006/math">
                        <m:oMath>
                          <m:r>
                            <a:rPr kumimoji="1" lang="en-US" altLang="ja-JP" sz="1900" i="1" smtClean="0">
                              <a:latin typeface="Cambria Math" panose="02040503050406030204" pitchFamily="18" charset="0"/>
                              <a:ea typeface="Cambria Math" panose="02040503050406030204" pitchFamily="18" charset="0"/>
                            </a:rPr>
                            <m:t>≈</m:t>
                          </m:r>
                          <m:r>
                            <a:rPr kumimoji="1" lang="en-US" altLang="ja-JP" sz="1900" b="0" i="1" smtClean="0">
                              <a:latin typeface="Cambria Math" panose="02040503050406030204" pitchFamily="18" charset="0"/>
                              <a:ea typeface="Cambria Math" panose="02040503050406030204" pitchFamily="18" charset="0"/>
                            </a:rPr>
                            <m:t>0.498</m:t>
                          </m:r>
                        </m:oMath>
                      </m:oMathPara>
                    </a14:m>
                    <a:endParaRPr kumimoji="1" lang="en-US" altLang="ja-JP" sz="1900" dirty="0"/>
                  </a:p>
                </p:txBody>
              </p:sp>
            </mc:Choice>
            <mc:Fallback xmlns="">
              <p:sp>
                <p:nvSpPr>
                  <p:cNvPr id="17" name="テキスト ボックス 16">
                    <a:extLst>
                      <a:ext uri="{FF2B5EF4-FFF2-40B4-BE49-F238E27FC236}">
                        <a16:creationId xmlns:a16="http://schemas.microsoft.com/office/drawing/2014/main" id="{0BBF1213-B54F-A0F3-D3E4-F1EFF7BCEF1A}"/>
                      </a:ext>
                    </a:extLst>
                  </p:cNvPr>
                  <p:cNvSpPr txBox="1">
                    <a:spLocks noRot="1" noChangeAspect="1" noMove="1" noResize="1" noEditPoints="1" noAdjustHandles="1" noChangeArrowheads="1" noChangeShapeType="1" noTextEdit="1"/>
                  </p:cNvSpPr>
                  <p:nvPr/>
                </p:nvSpPr>
                <p:spPr>
                  <a:xfrm>
                    <a:off x="694965" y="5638729"/>
                    <a:ext cx="2426608" cy="584775"/>
                  </a:xfrm>
                  <a:prstGeom prst="rect">
                    <a:avLst/>
                  </a:prstGeom>
                  <a:blipFill>
                    <a:blip r:embed="rId7"/>
                    <a:stretch>
                      <a:fillRect b="-425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DD9E500B-E34D-B37C-5F67-6093A5CE4300}"/>
                      </a:ext>
                    </a:extLst>
                  </p:cNvPr>
                  <p:cNvSpPr txBox="1"/>
                  <p:nvPr/>
                </p:nvSpPr>
                <p:spPr>
                  <a:xfrm>
                    <a:off x="6157935" y="5638728"/>
                    <a:ext cx="2426608" cy="584775"/>
                  </a:xfrm>
                  <a:prstGeom prst="rect">
                    <a:avLst/>
                  </a:prstGeom>
                  <a:noFill/>
                </p:spPr>
                <p:txBody>
                  <a:bodyPr wrap="square" lIns="0" tIns="0" rIns="0" bIns="0" rtlCol="0">
                    <a:spAutoFit/>
                  </a:bodyPr>
                  <a:lstStyle/>
                  <a:p>
                    <a:endParaRPr kumimoji="1" lang="en-US" altLang="ja-JP" sz="1900" i="1" dirty="0">
                      <a:latin typeface="Cambria Math" panose="02040503050406030204" pitchFamily="18" charset="0"/>
                    </a:endParaRPr>
                  </a:p>
                  <a:p>
                    <a:pPr/>
                    <a14:m>
                      <m:oMathPara xmlns:m="http://schemas.openxmlformats.org/officeDocument/2006/math">
                        <m:oMath>
                          <m:r>
                            <a:rPr kumimoji="1" lang="en-US" altLang="ja-JP" sz="1900" i="1" smtClean="0">
                              <a:latin typeface="Cambria Math" panose="02040503050406030204" pitchFamily="18" charset="0"/>
                              <a:ea typeface="Cambria Math" panose="02040503050406030204" pitchFamily="18" charset="0"/>
                            </a:rPr>
                            <m:t>≈</m:t>
                          </m:r>
                          <m:r>
                            <a:rPr kumimoji="1" lang="en-US" altLang="ja-JP" sz="1900" b="0" i="1" smtClean="0">
                              <a:latin typeface="Cambria Math" panose="02040503050406030204" pitchFamily="18" charset="0"/>
                              <a:ea typeface="Cambria Math" panose="02040503050406030204" pitchFamily="18" charset="0"/>
                            </a:rPr>
                            <m:t>0.247</m:t>
                          </m:r>
                        </m:oMath>
                      </m:oMathPara>
                    </a14:m>
                    <a:endParaRPr kumimoji="1" lang="en-US" altLang="ja-JP" sz="1900" dirty="0"/>
                  </a:p>
                </p:txBody>
              </p:sp>
            </mc:Choice>
            <mc:Fallback xmlns="">
              <p:sp>
                <p:nvSpPr>
                  <p:cNvPr id="18" name="テキスト ボックス 17">
                    <a:extLst>
                      <a:ext uri="{FF2B5EF4-FFF2-40B4-BE49-F238E27FC236}">
                        <a16:creationId xmlns:a16="http://schemas.microsoft.com/office/drawing/2014/main" id="{DD9E500B-E34D-B37C-5F67-6093A5CE4300}"/>
                      </a:ext>
                    </a:extLst>
                  </p:cNvPr>
                  <p:cNvSpPr txBox="1">
                    <a:spLocks noRot="1" noChangeAspect="1" noMove="1" noResize="1" noEditPoints="1" noAdjustHandles="1" noChangeArrowheads="1" noChangeShapeType="1" noTextEdit="1"/>
                  </p:cNvSpPr>
                  <p:nvPr/>
                </p:nvSpPr>
                <p:spPr>
                  <a:xfrm>
                    <a:off x="6157935" y="5638728"/>
                    <a:ext cx="2426608" cy="584775"/>
                  </a:xfrm>
                  <a:prstGeom prst="rect">
                    <a:avLst/>
                  </a:prstGeom>
                  <a:blipFill>
                    <a:blip r:embed="rId8"/>
                    <a:stretch>
                      <a:fillRect b="-4255"/>
                    </a:stretch>
                  </a:blipFill>
                </p:spPr>
                <p:txBody>
                  <a:bodyPr/>
                  <a:lstStyle/>
                  <a:p>
                    <a:r>
                      <a:rPr lang="ja-JP" altLang="en-US">
                        <a:noFill/>
                      </a:rPr>
                      <a:t> </a:t>
                    </a:r>
                  </a:p>
                </p:txBody>
              </p:sp>
            </mc:Fallback>
          </mc:AlternateContent>
        </p:grpSp>
      </p:grpSp>
    </p:spTree>
    <p:extLst>
      <p:ext uri="{BB962C8B-B14F-4D97-AF65-F5344CB8AC3E}">
        <p14:creationId xmlns:p14="http://schemas.microsoft.com/office/powerpoint/2010/main" val="2216752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テキスト ボックス 16">
            <a:extLst>
              <a:ext uri="{FF2B5EF4-FFF2-40B4-BE49-F238E27FC236}">
                <a16:creationId xmlns:a16="http://schemas.microsoft.com/office/drawing/2014/main" id="{CDF66119-FBE3-5057-D226-4D6C9DE25733}"/>
              </a:ext>
            </a:extLst>
          </p:cNvPr>
          <p:cNvSpPr txBox="1"/>
          <p:nvPr/>
        </p:nvSpPr>
        <p:spPr>
          <a:xfrm>
            <a:off x="1344503" y="5890464"/>
            <a:ext cx="3894172" cy="651332"/>
          </a:xfrm>
          <a:prstGeom prst="rect">
            <a:avLst/>
          </a:prstGeom>
          <a:noFill/>
        </p:spPr>
        <p:txBody>
          <a:bodyPr wrap="square">
            <a:spAutoFit/>
          </a:bodyPr>
          <a:lstStyle/>
          <a:p>
            <a:pPr>
              <a:lnSpc>
                <a:spcPts val="2280"/>
              </a:lnSpc>
              <a:defRPr/>
            </a:pPr>
            <a:r>
              <a:rPr kumimoji="1" lang="ja-JP" altLang="en-US" sz="1400" spc="30">
                <a:solidFill>
                  <a:srgbClr val="C00000"/>
                </a:solidFill>
                <a:latin typeface="源ノ角ゴシック JP" panose="020B0500000000000000" pitchFamily="34" charset="-128"/>
                <a:ea typeface="源ノ角ゴシック JP" panose="020B0500000000000000" pitchFamily="34" charset="-128"/>
              </a:rPr>
              <a:t>「対応」商品を購入した経験のない人は、</a:t>
            </a:r>
            <a:br>
              <a:rPr kumimoji="1" lang="en-US" altLang="ja-JP" sz="1400" spc="30" dirty="0">
                <a:solidFill>
                  <a:srgbClr val="C00000"/>
                </a:solidFill>
                <a:latin typeface="源ノ角ゴシック JP" panose="020B0500000000000000" pitchFamily="34" charset="-128"/>
                <a:ea typeface="源ノ角ゴシック JP" panose="020B0500000000000000" pitchFamily="34" charset="-128"/>
              </a:rPr>
            </a:br>
            <a:r>
              <a:rPr kumimoji="1" lang="en-US" altLang="ja-JP" sz="1400" spc="30" dirty="0">
                <a:solidFill>
                  <a:srgbClr val="C00000"/>
                </a:solidFill>
                <a:latin typeface="源ノ角ゴシック JP" panose="020B0500000000000000" pitchFamily="34" charset="-128"/>
                <a:ea typeface="源ノ角ゴシック JP" panose="020B0500000000000000" pitchFamily="34" charset="-128"/>
              </a:rPr>
              <a:t>  </a:t>
            </a:r>
            <a:r>
              <a:rPr kumimoji="1" lang="ja-JP" altLang="en-US" sz="1400" spc="30">
                <a:solidFill>
                  <a:srgbClr val="C00000"/>
                </a:solidFill>
                <a:latin typeface="源ノ角ゴシック JP" panose="020B0500000000000000" pitchFamily="34" charset="-128"/>
                <a:ea typeface="源ノ角ゴシック JP" panose="020B0500000000000000" pitchFamily="34" charset="-128"/>
              </a:rPr>
              <a:t>普段から、軽食系の商品を強く求めている</a:t>
            </a:r>
            <a:endParaRPr kumimoji="1" lang="en-US" altLang="ja-JP" sz="1400" spc="30" dirty="0">
              <a:solidFill>
                <a:srgbClr val="C00000"/>
              </a:solidFill>
              <a:latin typeface="源ノ角ゴシック JP" panose="020B0500000000000000" pitchFamily="34" charset="-128"/>
              <a:ea typeface="源ノ角ゴシック JP" panose="020B0500000000000000" pitchFamily="34" charset="-128"/>
            </a:endParaRPr>
          </a:p>
        </p:txBody>
      </p:sp>
      <p:sp>
        <p:nvSpPr>
          <p:cNvPr id="20" name="テキスト ボックス 19">
            <a:extLst>
              <a:ext uri="{FF2B5EF4-FFF2-40B4-BE49-F238E27FC236}">
                <a16:creationId xmlns:a16="http://schemas.microsoft.com/office/drawing/2014/main" id="{15B40378-340C-0357-CF75-B5AC4B68C0C8}"/>
              </a:ext>
            </a:extLst>
          </p:cNvPr>
          <p:cNvSpPr txBox="1"/>
          <p:nvPr/>
        </p:nvSpPr>
        <p:spPr>
          <a:xfrm>
            <a:off x="1344503" y="5890464"/>
            <a:ext cx="4151471" cy="651332"/>
          </a:xfrm>
          <a:prstGeom prst="rect">
            <a:avLst/>
          </a:prstGeom>
          <a:noFill/>
        </p:spPr>
        <p:txBody>
          <a:bodyPr wrap="square">
            <a:spAutoFit/>
          </a:bodyPr>
          <a:lstStyle/>
          <a:p>
            <a:pPr>
              <a:lnSpc>
                <a:spcPts val="2280"/>
              </a:lnSpc>
              <a:defRPr/>
            </a:pPr>
            <a:r>
              <a:rPr kumimoji="1" lang="en-US" altLang="ja-JP" sz="1400" spc="30" dirty="0">
                <a:solidFill>
                  <a:schemeClr val="accent2">
                    <a:lumMod val="75000"/>
                  </a:schemeClr>
                </a:solidFill>
                <a:latin typeface="源ノ角ゴシック JP" panose="020B0500000000000000" pitchFamily="34" charset="-128"/>
                <a:ea typeface="源ノ角ゴシック JP" panose="020B0500000000000000" pitchFamily="34" charset="-128"/>
              </a:rPr>
              <a:t>  </a:t>
            </a:r>
            <a:r>
              <a:rPr kumimoji="1" lang="ja-JP" altLang="en-US" sz="1400" spc="30">
                <a:solidFill>
                  <a:schemeClr val="accent2">
                    <a:lumMod val="75000"/>
                  </a:schemeClr>
                </a:solidFill>
                <a:latin typeface="源ノ角ゴシック JP" panose="020B0500000000000000" pitchFamily="34" charset="-128"/>
                <a:ea typeface="源ノ角ゴシック JP" panose="020B0500000000000000" pitchFamily="34" charset="-128"/>
              </a:rPr>
              <a:t>普段から、軽食系の商品を強く求めている人は「対応」商品を購入しない傾向がある</a:t>
            </a:r>
            <a:endParaRPr kumimoji="1" lang="en-US" altLang="ja-JP" sz="1400" spc="30" dirty="0">
              <a:solidFill>
                <a:schemeClr val="accent2">
                  <a:lumMod val="75000"/>
                </a:schemeClr>
              </a:solidFill>
              <a:latin typeface="源ノ角ゴシック JP" panose="020B0500000000000000" pitchFamily="34" charset="-128"/>
              <a:ea typeface="源ノ角ゴシック JP" panose="020B0500000000000000" pitchFamily="34" charset="-128"/>
            </a:endParaRPr>
          </a:p>
        </p:txBody>
      </p:sp>
      <p:sp>
        <p:nvSpPr>
          <p:cNvPr id="2" name="テキスト ボックス 1">
            <a:extLst>
              <a:ext uri="{FF2B5EF4-FFF2-40B4-BE49-F238E27FC236}">
                <a16:creationId xmlns:a16="http://schemas.microsoft.com/office/drawing/2014/main" id="{C62BE566-4130-035C-D526-432E2653C6E9}"/>
              </a:ext>
            </a:extLst>
          </p:cNvPr>
          <p:cNvSpPr txBox="1"/>
          <p:nvPr/>
        </p:nvSpPr>
        <p:spPr>
          <a:xfrm>
            <a:off x="223842" y="485067"/>
            <a:ext cx="11507136"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若年層の志向性と「対応」商品の構成が一致していないことが、購買を妨げる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sp>
        <p:nvSpPr>
          <p:cNvPr id="3" name="テキスト ボックス 2">
            <a:extLst>
              <a:ext uri="{FF2B5EF4-FFF2-40B4-BE49-F238E27FC236}">
                <a16:creationId xmlns:a16="http://schemas.microsoft.com/office/drawing/2014/main" id="{1E690A7C-3803-21C5-F412-D8A4CCB9F53A}"/>
              </a:ext>
            </a:extLst>
          </p:cNvPr>
          <p:cNvSpPr txBox="1"/>
          <p:nvPr/>
        </p:nvSpPr>
        <p:spPr>
          <a:xfrm>
            <a:off x="643391" y="1014495"/>
            <a:ext cx="10073557" cy="699294"/>
          </a:xfrm>
          <a:prstGeom prst="rect">
            <a:avLst/>
          </a:prstGeom>
          <a:noFill/>
        </p:spPr>
        <p:txBody>
          <a:bodyPr wrap="square">
            <a:spAutoFit/>
          </a:bodyPr>
          <a:lstStyle/>
          <a:p>
            <a:pPr>
              <a:lnSpc>
                <a:spcPts val="2480"/>
              </a:lnSpc>
              <a:defRPr/>
            </a:pPr>
            <a:r>
              <a:rPr kumimoji="1" lang="ja-JP" altLang="en-US" sz="1450" spc="50">
                <a:solidFill>
                  <a:srgbClr val="DCD8DC">
                    <a:lumMod val="25000"/>
                  </a:srgbClr>
                </a:solidFill>
                <a:latin typeface="源ノ角ゴシック JP" panose="020B0500000000000000" pitchFamily="34" charset="-128"/>
                <a:ea typeface="源ノ角ゴシック JP" panose="020B0500000000000000" pitchFamily="34" charset="-128"/>
              </a:rPr>
              <a:t>なぜ、若年層では、</a:t>
            </a:r>
            <a:r>
              <a:rPr kumimoji="1" lang="ja-JP" altLang="en-US" sz="1450" u="sng" spc="50">
                <a:solidFill>
                  <a:srgbClr val="DCD8DC">
                    <a:lumMod val="25000"/>
                  </a:srgbClr>
                </a:solidFill>
                <a:latin typeface="源ノ角ゴシック JP" panose="020B0500000000000000" pitchFamily="34" charset="-128"/>
                <a:ea typeface="源ノ角ゴシック JP" panose="020B0500000000000000" pitchFamily="34" charset="-128"/>
              </a:rPr>
              <a:t>「対応」商品を購入した経験のある人が少ないのか</a:t>
            </a:r>
            <a:r>
              <a:rPr kumimoji="1" lang="ja-JP" altLang="en-US" sz="1450" spc="5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1450" spc="5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480"/>
              </a:lnSpc>
              <a:defRPr/>
            </a:pPr>
            <a:r>
              <a:rPr kumimoji="1" lang="ja-JP" altLang="en-US" sz="1450" spc="50">
                <a:solidFill>
                  <a:srgbClr val="DCD8DC">
                    <a:lumMod val="25000"/>
                  </a:srgbClr>
                </a:solidFill>
                <a:latin typeface="源ノ角ゴシック JP" panose="020B0500000000000000" pitchFamily="34" charset="-128"/>
                <a:ea typeface="源ノ角ゴシック JP" panose="020B0500000000000000" pitchFamily="34" charset="-128"/>
              </a:rPr>
              <a:t>→ 若年層を、「対応」商品の</a:t>
            </a:r>
            <a:r>
              <a:rPr kumimoji="1" lang="ja-JP" altLang="en-US" sz="1450" spc="50">
                <a:solidFill>
                  <a:schemeClr val="tx1">
                    <a:lumMod val="75000"/>
                    <a:lumOff val="25000"/>
                  </a:schemeClr>
                </a:solidFill>
                <a:latin typeface="源ノ角ゴシック JP" panose="020B0500000000000000" pitchFamily="34" charset="-128"/>
                <a:ea typeface="源ノ角ゴシック JP" panose="020B0500000000000000" pitchFamily="34" charset="-128"/>
              </a:rPr>
              <a:t>購入経験がある人</a:t>
            </a:r>
            <a:r>
              <a:rPr kumimoji="1" lang="ja-JP" altLang="en-US" sz="1450" spc="50">
                <a:solidFill>
                  <a:srgbClr val="DCD8DC">
                    <a:lumMod val="25000"/>
                  </a:srgbClr>
                </a:solidFill>
                <a:latin typeface="源ノ角ゴシック JP" panose="020B0500000000000000" pitchFamily="34" charset="-128"/>
                <a:ea typeface="源ノ角ゴシック JP" panose="020B0500000000000000" pitchFamily="34" charset="-128"/>
              </a:rPr>
              <a:t>と</a:t>
            </a:r>
            <a:r>
              <a:rPr kumimoji="1" lang="ja-JP" altLang="en-US" sz="1450" spc="50">
                <a:solidFill>
                  <a:schemeClr val="tx1">
                    <a:lumMod val="75000"/>
                    <a:lumOff val="25000"/>
                  </a:schemeClr>
                </a:solidFill>
                <a:latin typeface="源ノ角ゴシック JP" panose="020B0500000000000000" pitchFamily="34" charset="-128"/>
                <a:ea typeface="源ノ角ゴシック JP" panose="020B0500000000000000" pitchFamily="34" charset="-128"/>
              </a:rPr>
              <a:t>ない人</a:t>
            </a:r>
            <a:r>
              <a:rPr kumimoji="1" lang="ja-JP" altLang="en-US" sz="1450" spc="50">
                <a:solidFill>
                  <a:srgbClr val="DCD8DC">
                    <a:lumMod val="25000"/>
                  </a:srgbClr>
                </a:solidFill>
                <a:latin typeface="源ノ角ゴシック JP" panose="020B0500000000000000" pitchFamily="34" charset="-128"/>
                <a:ea typeface="源ノ角ゴシック JP" panose="020B0500000000000000" pitchFamily="34" charset="-128"/>
              </a:rPr>
              <a:t>で分けて、志向性の違いを明らかにする</a:t>
            </a:r>
            <a:endParaRPr kumimoji="1" lang="en-US" altLang="ja-JP" sz="1450" spc="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4" name="テキスト ボックス 3">
            <a:extLst>
              <a:ext uri="{FF2B5EF4-FFF2-40B4-BE49-F238E27FC236}">
                <a16:creationId xmlns:a16="http://schemas.microsoft.com/office/drawing/2014/main" id="{B7133E19-1C99-0441-4BE5-FCCF34C302E1}"/>
              </a:ext>
            </a:extLst>
          </p:cNvPr>
          <p:cNvSpPr txBox="1"/>
          <p:nvPr/>
        </p:nvSpPr>
        <p:spPr>
          <a:xfrm>
            <a:off x="658631" y="1812968"/>
            <a:ext cx="5316501" cy="378693"/>
          </a:xfrm>
          <a:prstGeom prst="rect">
            <a:avLst/>
          </a:prstGeom>
          <a:noFill/>
        </p:spPr>
        <p:txBody>
          <a:bodyPr wrap="square">
            <a:spAutoFit/>
          </a:bodyPr>
          <a:lstStyle/>
          <a:p>
            <a:pPr>
              <a:lnSpc>
                <a:spcPts val="2480"/>
              </a:lnSpc>
              <a:defRPr/>
            </a:pPr>
            <a:r>
              <a:rPr kumimoji="1" lang="ja-JP" altLang="en-US" sz="1500" b="1" spc="40">
                <a:solidFill>
                  <a:srgbClr val="DCD8DC">
                    <a:lumMod val="25000"/>
                  </a:srgbClr>
                </a:solidFill>
                <a:latin typeface="源ノ角ゴシック JP" panose="020B0500000000000000" pitchFamily="34" charset="-128"/>
                <a:ea typeface="源ノ角ゴシック JP" panose="020B0500000000000000" pitchFamily="34" charset="-128"/>
              </a:rPr>
              <a:t>普段、どのような食品をセブンイレブンで購入しているか</a:t>
            </a:r>
            <a:endParaRPr kumimoji="1" lang="en-US" altLang="ja-JP" sz="1500" b="1" spc="4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5" name="テキスト ボックス 4">
            <a:extLst>
              <a:ext uri="{FF2B5EF4-FFF2-40B4-BE49-F238E27FC236}">
                <a16:creationId xmlns:a16="http://schemas.microsoft.com/office/drawing/2014/main" id="{E722383B-1D15-3908-F875-9E5F27FCBCCA}"/>
              </a:ext>
            </a:extLst>
          </p:cNvPr>
          <p:cNvSpPr txBox="1"/>
          <p:nvPr/>
        </p:nvSpPr>
        <p:spPr>
          <a:xfrm>
            <a:off x="671883" y="2189798"/>
            <a:ext cx="5113518" cy="627351"/>
          </a:xfrm>
          <a:prstGeom prst="rect">
            <a:avLst/>
          </a:prstGeom>
          <a:noFill/>
        </p:spPr>
        <p:txBody>
          <a:bodyPr wrap="square">
            <a:spAutoFit/>
          </a:bodyPr>
          <a:lstStyle/>
          <a:p>
            <a:pPr>
              <a:lnSpc>
                <a:spcPts val="2180"/>
              </a:lnSpc>
              <a:defRPr/>
            </a:pP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350" spc="30">
                <a:solidFill>
                  <a:srgbClr val="178B76"/>
                </a:solidFill>
                <a:latin typeface="源ノ角ゴシック JP" panose="020B0500000000000000" pitchFamily="34" charset="-128"/>
                <a:ea typeface="源ノ角ゴシック JP" panose="020B0500000000000000" pitchFamily="34" charset="-128"/>
              </a:rPr>
              <a:t>弁当系</a:t>
            </a: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：弁当、丼、うどん、そば、ラーメンなど</a:t>
            </a:r>
            <a:endParaRPr kumimoji="1" lang="en-US" altLang="ja-JP" sz="1350" spc="3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180"/>
              </a:lnSpc>
              <a:defRPr/>
            </a:pP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350" spc="30">
                <a:solidFill>
                  <a:srgbClr val="211793"/>
                </a:solidFill>
                <a:latin typeface="源ノ角ゴシック JP" panose="020B0500000000000000" pitchFamily="34" charset="-128"/>
                <a:ea typeface="源ノ角ゴシック JP" panose="020B0500000000000000" pitchFamily="34" charset="-128"/>
              </a:rPr>
              <a:t>軽食系</a:t>
            </a: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：おにぎり、サンドイッチ、サラダ、スープなど</a:t>
            </a:r>
            <a:endParaRPr kumimoji="1" lang="en-US" altLang="ja-JP" sz="135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8" name="テキスト ボックス 7">
            <a:extLst>
              <a:ext uri="{FF2B5EF4-FFF2-40B4-BE49-F238E27FC236}">
                <a16:creationId xmlns:a16="http://schemas.microsoft.com/office/drawing/2014/main" id="{8E3DC904-310D-8B65-6A8C-89A6B6F98ED7}"/>
              </a:ext>
            </a:extLst>
          </p:cNvPr>
          <p:cNvSpPr txBox="1"/>
          <p:nvPr/>
        </p:nvSpPr>
        <p:spPr>
          <a:xfrm>
            <a:off x="1276167" y="5470616"/>
            <a:ext cx="2240070" cy="351828"/>
          </a:xfrm>
          <a:prstGeom prst="rect">
            <a:avLst/>
          </a:prstGeom>
          <a:noFill/>
        </p:spPr>
        <p:txBody>
          <a:bodyPr wrap="square">
            <a:spAutoFit/>
          </a:bodyPr>
          <a:lstStyle/>
          <a:p>
            <a:pPr algn="ctr">
              <a:lnSpc>
                <a:spcPts val="2280"/>
              </a:lnSpc>
              <a:defRPr/>
            </a:pPr>
            <a:r>
              <a:rPr kumimoji="1" lang="ja-JP" altLang="en-US" sz="125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「対応」商品の購入経験群</a:t>
            </a:r>
            <a:endParaRPr kumimoji="1" lang="en-US" altLang="ja-JP" sz="125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9" name="テキスト ボックス 8">
            <a:extLst>
              <a:ext uri="{FF2B5EF4-FFF2-40B4-BE49-F238E27FC236}">
                <a16:creationId xmlns:a16="http://schemas.microsoft.com/office/drawing/2014/main" id="{16A0C86C-D8E5-8CE9-8F5A-8269CFEF1865}"/>
              </a:ext>
            </a:extLst>
          </p:cNvPr>
          <p:cNvSpPr txBox="1"/>
          <p:nvPr/>
        </p:nvSpPr>
        <p:spPr>
          <a:xfrm>
            <a:off x="3581122" y="5464760"/>
            <a:ext cx="1302776" cy="356380"/>
          </a:xfrm>
          <a:prstGeom prst="rect">
            <a:avLst/>
          </a:prstGeom>
          <a:noFill/>
        </p:spPr>
        <p:txBody>
          <a:bodyPr wrap="square">
            <a:spAutoFit/>
          </a:bodyPr>
          <a:lstStyle/>
          <a:p>
            <a:pPr algn="ctr">
              <a:lnSpc>
                <a:spcPts val="2280"/>
              </a:lnSpc>
              <a:defRPr/>
            </a:pPr>
            <a:r>
              <a:rPr kumimoji="1" lang="ja-JP" altLang="en-US" sz="125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購入未経験群</a:t>
            </a:r>
            <a:endParaRPr kumimoji="1" lang="en-US" altLang="ja-JP" sz="125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10" name="正方形/長方形 9">
            <a:extLst>
              <a:ext uri="{FF2B5EF4-FFF2-40B4-BE49-F238E27FC236}">
                <a16:creationId xmlns:a16="http://schemas.microsoft.com/office/drawing/2014/main" id="{0E19B149-6C75-7AD4-0448-938A347CB78F}"/>
              </a:ext>
            </a:extLst>
          </p:cNvPr>
          <p:cNvSpPr/>
          <p:nvPr/>
        </p:nvSpPr>
        <p:spPr>
          <a:xfrm>
            <a:off x="1700009" y="2974337"/>
            <a:ext cx="3183161" cy="2496572"/>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36C988FF-8CD3-6704-FFAC-2264805402BD}"/>
              </a:ext>
            </a:extLst>
          </p:cNvPr>
          <p:cNvSpPr txBox="1"/>
          <p:nvPr/>
        </p:nvSpPr>
        <p:spPr>
          <a:xfrm rot="16200000">
            <a:off x="158151" y="3944887"/>
            <a:ext cx="2067806" cy="555473"/>
          </a:xfrm>
          <a:prstGeom prst="rect">
            <a:avLst/>
          </a:prstGeom>
          <a:noFill/>
        </p:spPr>
        <p:txBody>
          <a:bodyPr wrap="square">
            <a:spAutoFit/>
          </a:bodyPr>
          <a:lstStyle/>
          <a:p>
            <a:pPr>
              <a:lnSpc>
                <a:spcPts val="1880"/>
              </a:lnSpc>
              <a:defRPr/>
            </a:pPr>
            <a:r>
              <a:rPr kumimoji="1" lang="ja-JP" altLang="en-US" sz="1200" spc="30">
                <a:solidFill>
                  <a:srgbClr val="DCD8DC">
                    <a:lumMod val="25000"/>
                  </a:srgbClr>
                </a:solidFill>
                <a:latin typeface="源ノ角ゴシック JP" panose="020B0500000000000000" pitchFamily="34" charset="-128"/>
                <a:ea typeface="源ノ角ゴシック JP" panose="020B0500000000000000" pitchFamily="34" charset="-128"/>
              </a:rPr>
              <a:t>食事に関連した購買記録に</a:t>
            </a:r>
            <a:endParaRPr kumimoji="1" lang="en-US" altLang="ja-JP" sz="1200" spc="3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1880"/>
              </a:lnSpc>
              <a:defRPr/>
            </a:pPr>
            <a:r>
              <a:rPr kumimoji="1" lang="ja-JP" altLang="en-US" sz="1200" spc="30">
                <a:solidFill>
                  <a:srgbClr val="DCD8DC">
                    <a:lumMod val="25000"/>
                  </a:srgbClr>
                </a:solidFill>
                <a:latin typeface="源ノ角ゴシック JP" panose="020B0500000000000000" pitchFamily="34" charset="-128"/>
                <a:ea typeface="源ノ角ゴシック JP" panose="020B0500000000000000" pitchFamily="34" charset="-128"/>
              </a:rPr>
              <a:t>占める割合（</a:t>
            </a:r>
            <a:r>
              <a:rPr kumimoji="1" lang="en-US" altLang="ja-JP" sz="1200" spc="3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200" spc="3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12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2" name="正方形/長方形 11">
            <a:extLst>
              <a:ext uri="{FF2B5EF4-FFF2-40B4-BE49-F238E27FC236}">
                <a16:creationId xmlns:a16="http://schemas.microsoft.com/office/drawing/2014/main" id="{644E1254-5C5D-8A2C-E50B-F7044CA20243}"/>
              </a:ext>
            </a:extLst>
          </p:cNvPr>
          <p:cNvSpPr/>
          <p:nvPr/>
        </p:nvSpPr>
        <p:spPr>
          <a:xfrm>
            <a:off x="7369790" y="2974337"/>
            <a:ext cx="3183161" cy="2500468"/>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B0CC8FE3-6D7C-F17F-5A22-89AABD07806B}"/>
              </a:ext>
            </a:extLst>
          </p:cNvPr>
          <p:cNvSpPr txBox="1"/>
          <p:nvPr/>
        </p:nvSpPr>
        <p:spPr>
          <a:xfrm rot="16200000">
            <a:off x="5875524" y="4066714"/>
            <a:ext cx="2213471" cy="311817"/>
          </a:xfrm>
          <a:prstGeom prst="rect">
            <a:avLst/>
          </a:prstGeom>
          <a:noFill/>
        </p:spPr>
        <p:txBody>
          <a:bodyPr wrap="square">
            <a:spAutoFit/>
          </a:bodyPr>
          <a:lstStyle/>
          <a:p>
            <a:pPr algn="ctr">
              <a:lnSpc>
                <a:spcPts val="1880"/>
              </a:lnSpc>
              <a:defRPr/>
            </a:pPr>
            <a:r>
              <a:rPr kumimoji="1" lang="ja-JP" altLang="en-US" sz="1200" spc="30">
                <a:solidFill>
                  <a:srgbClr val="DCD8DC">
                    <a:lumMod val="25000"/>
                  </a:srgbClr>
                </a:solidFill>
                <a:latin typeface="源ノ角ゴシック JP" panose="020B0500000000000000" pitchFamily="34" charset="-128"/>
                <a:ea typeface="源ノ角ゴシック JP" panose="020B0500000000000000" pitchFamily="34" charset="-128"/>
              </a:rPr>
              <a:t>対応商品に占める割合（</a:t>
            </a:r>
            <a:r>
              <a:rPr kumimoji="1" lang="en-US" altLang="ja-JP" sz="1200" spc="3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200" spc="3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12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4" name="テキスト ボックス 13">
            <a:extLst>
              <a:ext uri="{FF2B5EF4-FFF2-40B4-BE49-F238E27FC236}">
                <a16:creationId xmlns:a16="http://schemas.microsoft.com/office/drawing/2014/main" id="{A95DC864-8835-12DE-A442-9BE8978434DD}"/>
              </a:ext>
            </a:extLst>
          </p:cNvPr>
          <p:cNvSpPr txBox="1"/>
          <p:nvPr/>
        </p:nvSpPr>
        <p:spPr>
          <a:xfrm>
            <a:off x="6708079" y="5467838"/>
            <a:ext cx="1464332" cy="353302"/>
          </a:xfrm>
          <a:prstGeom prst="rect">
            <a:avLst/>
          </a:prstGeom>
          <a:noFill/>
        </p:spPr>
        <p:txBody>
          <a:bodyPr wrap="square">
            <a:spAutoFit/>
          </a:bodyPr>
          <a:lstStyle/>
          <a:p>
            <a:pPr algn="ctr">
              <a:lnSpc>
                <a:spcPts val="2280"/>
              </a:lnSpc>
              <a:defRPr/>
            </a:pPr>
            <a:r>
              <a:rPr kumimoji="1" lang="ja-JP" altLang="en-US" sz="1250" spc="30">
                <a:solidFill>
                  <a:srgbClr val="DCD8DC">
                    <a:lumMod val="25000"/>
                  </a:srgbClr>
                </a:solidFill>
                <a:latin typeface="源ノ角ゴシック JP" panose="020B0500000000000000" pitchFamily="34" charset="-128"/>
                <a:ea typeface="源ノ角ゴシック JP" panose="020B0500000000000000" pitchFamily="34" charset="-128"/>
              </a:rPr>
              <a:t>セブンイレブン</a:t>
            </a:r>
            <a:endParaRPr kumimoji="1" lang="en-US" altLang="ja-JP" sz="125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5" name="テキスト ボックス 14">
            <a:extLst>
              <a:ext uri="{FF2B5EF4-FFF2-40B4-BE49-F238E27FC236}">
                <a16:creationId xmlns:a16="http://schemas.microsoft.com/office/drawing/2014/main" id="{860A9C85-80EE-9A24-5B0F-744952A534A6}"/>
              </a:ext>
            </a:extLst>
          </p:cNvPr>
          <p:cNvSpPr txBox="1"/>
          <p:nvPr/>
        </p:nvSpPr>
        <p:spPr>
          <a:xfrm>
            <a:off x="8172411" y="5471322"/>
            <a:ext cx="1464332" cy="353302"/>
          </a:xfrm>
          <a:prstGeom prst="rect">
            <a:avLst/>
          </a:prstGeom>
          <a:noFill/>
        </p:spPr>
        <p:txBody>
          <a:bodyPr wrap="square">
            <a:spAutoFit/>
          </a:bodyPr>
          <a:lstStyle/>
          <a:p>
            <a:pPr algn="ctr">
              <a:lnSpc>
                <a:spcPts val="2280"/>
              </a:lnSpc>
              <a:defRPr/>
            </a:pPr>
            <a:r>
              <a:rPr kumimoji="1" lang="ja-JP" altLang="en-US" sz="1250" spc="30">
                <a:solidFill>
                  <a:srgbClr val="DCD8DC">
                    <a:lumMod val="25000"/>
                  </a:srgbClr>
                </a:solidFill>
                <a:latin typeface="源ノ角ゴシック JP" panose="020B0500000000000000" pitchFamily="34" charset="-128"/>
                <a:ea typeface="源ノ角ゴシック JP" panose="020B0500000000000000" pitchFamily="34" charset="-128"/>
              </a:rPr>
              <a:t>ローソン</a:t>
            </a:r>
            <a:endParaRPr kumimoji="1" lang="en-US" altLang="ja-JP" sz="125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6" name="テキスト ボックス 15">
            <a:extLst>
              <a:ext uri="{FF2B5EF4-FFF2-40B4-BE49-F238E27FC236}">
                <a16:creationId xmlns:a16="http://schemas.microsoft.com/office/drawing/2014/main" id="{4A99BC6F-17C9-D56B-2E73-B1C38B84922A}"/>
              </a:ext>
            </a:extLst>
          </p:cNvPr>
          <p:cNvSpPr txBox="1"/>
          <p:nvPr/>
        </p:nvSpPr>
        <p:spPr>
          <a:xfrm>
            <a:off x="9636743" y="5474806"/>
            <a:ext cx="1565153" cy="353302"/>
          </a:xfrm>
          <a:prstGeom prst="rect">
            <a:avLst/>
          </a:prstGeom>
          <a:noFill/>
        </p:spPr>
        <p:txBody>
          <a:bodyPr wrap="square">
            <a:spAutoFit/>
          </a:bodyPr>
          <a:lstStyle/>
          <a:p>
            <a:pPr algn="ctr">
              <a:lnSpc>
                <a:spcPts val="2280"/>
              </a:lnSpc>
              <a:defRPr/>
            </a:pPr>
            <a:r>
              <a:rPr kumimoji="1" lang="ja-JP" altLang="en-US" sz="1250" spc="30">
                <a:solidFill>
                  <a:srgbClr val="DCD8DC">
                    <a:lumMod val="25000"/>
                  </a:srgbClr>
                </a:solidFill>
                <a:latin typeface="源ノ角ゴシック JP" panose="020B0500000000000000" pitchFamily="34" charset="-128"/>
                <a:ea typeface="源ノ角ゴシック JP" panose="020B0500000000000000" pitchFamily="34" charset="-128"/>
              </a:rPr>
              <a:t>ファミリーマート</a:t>
            </a:r>
            <a:endParaRPr kumimoji="1" lang="en-US" altLang="ja-JP" sz="125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18" name="テキスト ボックス 17">
            <a:extLst>
              <a:ext uri="{FF2B5EF4-FFF2-40B4-BE49-F238E27FC236}">
                <a16:creationId xmlns:a16="http://schemas.microsoft.com/office/drawing/2014/main" id="{CC64A8F2-B25C-4767-3B81-04E519F0947F}"/>
              </a:ext>
            </a:extLst>
          </p:cNvPr>
          <p:cNvSpPr txBox="1"/>
          <p:nvPr/>
        </p:nvSpPr>
        <p:spPr>
          <a:xfrm>
            <a:off x="7271104" y="5890464"/>
            <a:ext cx="3380531" cy="651332"/>
          </a:xfrm>
          <a:prstGeom prst="rect">
            <a:avLst/>
          </a:prstGeom>
          <a:noFill/>
        </p:spPr>
        <p:txBody>
          <a:bodyPr wrap="square">
            <a:spAutoFit/>
          </a:bodyPr>
          <a:lstStyle/>
          <a:p>
            <a:pPr>
              <a:lnSpc>
                <a:spcPts val="2280"/>
              </a:lnSpc>
              <a:defRPr/>
            </a:pPr>
            <a:r>
              <a:rPr kumimoji="1" lang="ja-JP" altLang="en-US" sz="1400" spc="30">
                <a:solidFill>
                  <a:srgbClr val="C00000"/>
                </a:solidFill>
                <a:latin typeface="源ノ角ゴシック JP" panose="020B0500000000000000" pitchFamily="34" charset="-128"/>
                <a:ea typeface="源ノ角ゴシック JP" panose="020B0500000000000000" pitchFamily="34" charset="-128"/>
              </a:rPr>
              <a:t>セブンイレブンの「対応」商品のうち、</a:t>
            </a:r>
            <a:br>
              <a:rPr kumimoji="1" lang="en-US" altLang="ja-JP" sz="1400" spc="30" dirty="0">
                <a:solidFill>
                  <a:srgbClr val="C00000"/>
                </a:solidFill>
                <a:latin typeface="源ノ角ゴシック JP" panose="020B0500000000000000" pitchFamily="34" charset="-128"/>
                <a:ea typeface="源ノ角ゴシック JP" panose="020B0500000000000000" pitchFamily="34" charset="-128"/>
              </a:rPr>
            </a:br>
            <a:r>
              <a:rPr kumimoji="1" lang="ja-JP" altLang="en-US" sz="1400" spc="30">
                <a:solidFill>
                  <a:srgbClr val="C00000"/>
                </a:solidFill>
                <a:latin typeface="源ノ角ゴシック JP" panose="020B0500000000000000" pitchFamily="34" charset="-128"/>
                <a:ea typeface="源ノ角ゴシック JP" panose="020B0500000000000000" pitchFamily="34" charset="-128"/>
              </a:rPr>
              <a:t>軽食系の商品は少ない</a:t>
            </a:r>
            <a:endParaRPr kumimoji="1" lang="en-US" altLang="ja-JP" sz="1400" spc="30" dirty="0">
              <a:solidFill>
                <a:srgbClr val="C00000"/>
              </a:solidFill>
              <a:latin typeface="源ノ角ゴシック JP" panose="020B0500000000000000" pitchFamily="34" charset="-128"/>
              <a:ea typeface="源ノ角ゴシック JP" panose="020B0500000000000000" pitchFamily="34" charset="-128"/>
            </a:endParaRPr>
          </a:p>
        </p:txBody>
      </p:sp>
      <p:sp>
        <p:nvSpPr>
          <p:cNvPr id="23" name="テキスト ボックス 22">
            <a:extLst>
              <a:ext uri="{FF2B5EF4-FFF2-40B4-BE49-F238E27FC236}">
                <a16:creationId xmlns:a16="http://schemas.microsoft.com/office/drawing/2014/main" id="{ED15B7A1-D4C8-6E50-3D1F-8E3705FE1BAF}"/>
              </a:ext>
            </a:extLst>
          </p:cNvPr>
          <p:cNvSpPr txBox="1"/>
          <p:nvPr/>
        </p:nvSpPr>
        <p:spPr>
          <a:xfrm>
            <a:off x="6216868" y="1812968"/>
            <a:ext cx="5316501" cy="378693"/>
          </a:xfrm>
          <a:prstGeom prst="rect">
            <a:avLst/>
          </a:prstGeom>
          <a:noFill/>
        </p:spPr>
        <p:txBody>
          <a:bodyPr wrap="square">
            <a:spAutoFit/>
          </a:bodyPr>
          <a:lstStyle/>
          <a:p>
            <a:pPr algn="ctr">
              <a:lnSpc>
                <a:spcPts val="2480"/>
              </a:lnSpc>
              <a:defRPr/>
            </a:pPr>
            <a:r>
              <a:rPr kumimoji="1" lang="ja-JP" altLang="en-US" sz="1500" b="1" spc="60">
                <a:solidFill>
                  <a:srgbClr val="DCD8DC">
                    <a:lumMod val="25000"/>
                  </a:srgbClr>
                </a:solidFill>
                <a:latin typeface="源ノ角ゴシック JP" panose="020B0500000000000000" pitchFamily="34" charset="-128"/>
                <a:ea typeface="源ノ角ゴシック JP" panose="020B0500000000000000" pitchFamily="34" charset="-128"/>
              </a:rPr>
              <a:t>セブンイレブンにおける「対応」商品の構成割合</a:t>
            </a:r>
            <a:endParaRPr kumimoji="1" lang="en-US" altLang="ja-JP" sz="1500" b="1" spc="6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24" name="テキスト ボックス 23">
            <a:extLst>
              <a:ext uri="{FF2B5EF4-FFF2-40B4-BE49-F238E27FC236}">
                <a16:creationId xmlns:a16="http://schemas.microsoft.com/office/drawing/2014/main" id="{9229F328-04BB-3D06-A099-1654AF4D33B4}"/>
              </a:ext>
            </a:extLst>
          </p:cNvPr>
          <p:cNvSpPr txBox="1"/>
          <p:nvPr/>
        </p:nvSpPr>
        <p:spPr>
          <a:xfrm>
            <a:off x="5122594" y="2974337"/>
            <a:ext cx="1464332" cy="627351"/>
          </a:xfrm>
          <a:prstGeom prst="rect">
            <a:avLst/>
          </a:prstGeom>
          <a:noFill/>
        </p:spPr>
        <p:txBody>
          <a:bodyPr wrap="square">
            <a:spAutoFit/>
          </a:bodyPr>
          <a:lstStyle/>
          <a:p>
            <a:pPr>
              <a:lnSpc>
                <a:spcPts val="2180"/>
              </a:lnSpc>
              <a:defRPr/>
            </a:pP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350" spc="30">
                <a:solidFill>
                  <a:srgbClr val="178B76"/>
                </a:solidFill>
                <a:latin typeface="源ノ角ゴシック JP" panose="020B0500000000000000" pitchFamily="34" charset="-128"/>
                <a:ea typeface="源ノ角ゴシック JP" panose="020B0500000000000000" pitchFamily="34" charset="-128"/>
              </a:rPr>
              <a:t>弁当系</a:t>
            </a: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：淡色</a:t>
            </a:r>
            <a:endParaRPr kumimoji="1" lang="en-US" altLang="ja-JP" sz="1350" spc="3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180"/>
              </a:lnSpc>
              <a:defRPr/>
            </a:pP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350" spc="30">
                <a:solidFill>
                  <a:srgbClr val="211793"/>
                </a:solidFill>
                <a:latin typeface="源ノ角ゴシック JP" panose="020B0500000000000000" pitchFamily="34" charset="-128"/>
                <a:ea typeface="源ノ角ゴシック JP" panose="020B0500000000000000" pitchFamily="34" charset="-128"/>
              </a:rPr>
              <a:t>軽食系</a:t>
            </a: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：濃色</a:t>
            </a:r>
            <a:endParaRPr kumimoji="1" lang="en-US" altLang="ja-JP" sz="135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25" name="テキスト ボックス 24">
            <a:extLst>
              <a:ext uri="{FF2B5EF4-FFF2-40B4-BE49-F238E27FC236}">
                <a16:creationId xmlns:a16="http://schemas.microsoft.com/office/drawing/2014/main" id="{11EC6985-F14C-565A-5A69-A808F8DBB9D2}"/>
              </a:ext>
            </a:extLst>
          </p:cNvPr>
          <p:cNvSpPr txBox="1"/>
          <p:nvPr/>
        </p:nvSpPr>
        <p:spPr>
          <a:xfrm>
            <a:off x="6641173" y="2192812"/>
            <a:ext cx="4692041" cy="651910"/>
          </a:xfrm>
          <a:prstGeom prst="rect">
            <a:avLst/>
          </a:prstGeom>
          <a:noFill/>
        </p:spPr>
        <p:txBody>
          <a:bodyPr wrap="square">
            <a:spAutoFit/>
          </a:bodyPr>
          <a:lstStyle/>
          <a:p>
            <a:pPr>
              <a:lnSpc>
                <a:spcPts val="1480"/>
              </a:lnSpc>
              <a:defRPr/>
            </a:pPr>
            <a: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a:t>
            </a: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「対応」商品とは、</a:t>
            </a:r>
            <a:endPar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「栄養バランスを調整したい」ニーズを満たす</a:t>
            </a:r>
            <a:b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b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セブンイレブンオリジナル商品</a:t>
            </a:r>
            <a:r>
              <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25</a:t>
            </a:r>
            <a:r>
              <a:rPr kumimoji="1" lang="ja-JP" altLang="en-US" sz="1000" spc="2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個を指す</a:t>
            </a:r>
            <a:endParaRPr kumimoji="1" lang="en-US" altLang="ja-JP" sz="1000" spc="2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endParaRPr>
          </a:p>
        </p:txBody>
      </p:sp>
    </p:spTree>
    <p:extLst>
      <p:ext uri="{BB962C8B-B14F-4D97-AF65-F5344CB8AC3E}">
        <p14:creationId xmlns:p14="http://schemas.microsoft.com/office/powerpoint/2010/main" val="340677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67424B8D-1EB4-DD93-37FF-9A81588C9546}"/>
              </a:ext>
            </a:extLst>
          </p:cNvPr>
          <p:cNvSpPr txBox="1"/>
          <p:nvPr/>
        </p:nvSpPr>
        <p:spPr>
          <a:xfrm>
            <a:off x="645869" y="1138368"/>
            <a:ext cx="10073557" cy="377155"/>
          </a:xfrm>
          <a:prstGeom prst="rect">
            <a:avLst/>
          </a:prstGeom>
          <a:noFill/>
        </p:spPr>
        <p:txBody>
          <a:bodyPr wrap="square">
            <a:spAutoFit/>
          </a:bodyPr>
          <a:lstStyle/>
          <a:p>
            <a:pPr>
              <a:lnSpc>
                <a:spcPts val="2480"/>
              </a:lnSpc>
              <a:defRPr/>
            </a:pPr>
            <a:r>
              <a:rPr kumimoji="1" lang="ja-JP" altLang="en-US" sz="1450" spc="30">
                <a:solidFill>
                  <a:srgbClr val="DCD8DC">
                    <a:lumMod val="25000"/>
                  </a:srgbClr>
                </a:solidFill>
                <a:latin typeface="源ノ角ゴシック JP" panose="020B0500000000000000" pitchFamily="34" charset="-128"/>
                <a:ea typeface="源ノ角ゴシック JP" panose="020B0500000000000000" pitchFamily="34" charset="-128"/>
              </a:rPr>
              <a:t>消費者の志向性と「対応」商品の構成との不一致は、購買記録数の少なさと関連している</a:t>
            </a:r>
            <a:endParaRPr kumimoji="1" lang="en-US" altLang="ja-JP" sz="145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4" name="正方形/長方形 3">
            <a:extLst>
              <a:ext uri="{FF2B5EF4-FFF2-40B4-BE49-F238E27FC236}">
                <a16:creationId xmlns:a16="http://schemas.microsoft.com/office/drawing/2014/main" id="{850E3BFB-C4BE-1E3E-F6B1-CFA9F4003D98}"/>
              </a:ext>
            </a:extLst>
          </p:cNvPr>
          <p:cNvSpPr/>
          <p:nvPr/>
        </p:nvSpPr>
        <p:spPr>
          <a:xfrm>
            <a:off x="3219823" y="1885522"/>
            <a:ext cx="5752351" cy="3121663"/>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70594B39-8E95-3459-9C42-B4A33B3202A8}"/>
              </a:ext>
            </a:extLst>
          </p:cNvPr>
          <p:cNvSpPr txBox="1"/>
          <p:nvPr/>
        </p:nvSpPr>
        <p:spPr>
          <a:xfrm rot="16200000">
            <a:off x="1714602" y="3288938"/>
            <a:ext cx="2307708" cy="314830"/>
          </a:xfrm>
          <a:prstGeom prst="rect">
            <a:avLst/>
          </a:prstGeom>
          <a:noFill/>
        </p:spPr>
        <p:txBody>
          <a:bodyPr wrap="square">
            <a:spAutoFit/>
          </a:bodyPr>
          <a:lstStyle/>
          <a:p>
            <a:pPr algn="ctr">
              <a:lnSpc>
                <a:spcPts val="1880"/>
              </a:lnSpc>
              <a:defRPr/>
            </a:pPr>
            <a:r>
              <a:rPr kumimoji="1" lang="ja-JP" altLang="en-US" sz="1300" spc="30">
                <a:solidFill>
                  <a:srgbClr val="DCD8DC">
                    <a:lumMod val="25000"/>
                  </a:srgbClr>
                </a:solidFill>
                <a:latin typeface="源ノ角ゴシック JP" panose="020B0500000000000000" pitchFamily="34" charset="-128"/>
                <a:ea typeface="源ノ角ゴシック JP" panose="020B0500000000000000" pitchFamily="34" charset="-128"/>
              </a:rPr>
              <a:t>購買記録数（件</a:t>
            </a:r>
            <a:r>
              <a:rPr kumimoji="1" lang="en-US" altLang="ja-JP" sz="1300" spc="30" dirty="0">
                <a:solidFill>
                  <a:srgbClr val="DCD8DC">
                    <a:lumMod val="25000"/>
                  </a:srgbClr>
                </a:solidFill>
                <a:latin typeface="源ノ角ゴシック JP" panose="020B0500000000000000" pitchFamily="34" charset="-128"/>
                <a:ea typeface="源ノ角ゴシック JP" panose="020B0500000000000000" pitchFamily="34" charset="-128"/>
              </a:rPr>
              <a:t> / 1000</a:t>
            </a:r>
            <a:r>
              <a:rPr kumimoji="1" lang="ja-JP" altLang="en-US" sz="1300" spc="30">
                <a:solidFill>
                  <a:srgbClr val="DCD8DC">
                    <a:lumMod val="25000"/>
                  </a:srgbClr>
                </a:solidFill>
                <a:latin typeface="源ノ角ゴシック JP" panose="020B0500000000000000" pitchFamily="34" charset="-128"/>
                <a:ea typeface="源ノ角ゴシック JP" panose="020B0500000000000000" pitchFamily="34" charset="-128"/>
              </a:rPr>
              <a:t>人）</a:t>
            </a:r>
            <a:endParaRPr kumimoji="1" lang="en-US" altLang="ja-JP" sz="13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6" name="テキスト ボックス 5">
            <a:extLst>
              <a:ext uri="{FF2B5EF4-FFF2-40B4-BE49-F238E27FC236}">
                <a16:creationId xmlns:a16="http://schemas.microsoft.com/office/drawing/2014/main" id="{46432B8C-B74A-4CC0-3695-D4F4ED252A1A}"/>
              </a:ext>
            </a:extLst>
          </p:cNvPr>
          <p:cNvSpPr txBox="1"/>
          <p:nvPr/>
        </p:nvSpPr>
        <p:spPr>
          <a:xfrm>
            <a:off x="4682536" y="5108136"/>
            <a:ext cx="2826924" cy="314830"/>
          </a:xfrm>
          <a:prstGeom prst="rect">
            <a:avLst/>
          </a:prstGeom>
          <a:noFill/>
        </p:spPr>
        <p:txBody>
          <a:bodyPr wrap="square">
            <a:spAutoFit/>
          </a:bodyPr>
          <a:lstStyle/>
          <a:p>
            <a:pPr algn="ctr">
              <a:lnSpc>
                <a:spcPts val="1880"/>
              </a:lnSpc>
              <a:defRPr/>
            </a:pPr>
            <a:r>
              <a:rPr kumimoji="1" lang="ja-JP" altLang="en-US" sz="1300" spc="30">
                <a:solidFill>
                  <a:srgbClr val="211793"/>
                </a:solidFill>
                <a:latin typeface="源ノ角ゴシック JP" panose="020B0500000000000000" pitchFamily="34" charset="-128"/>
                <a:ea typeface="源ノ角ゴシック JP" panose="020B0500000000000000" pitchFamily="34" charset="-128"/>
              </a:rPr>
              <a:t>軽食系</a:t>
            </a:r>
            <a:r>
              <a:rPr kumimoji="1" lang="ja-JP" altLang="en-US" sz="1300" spc="30">
                <a:solidFill>
                  <a:srgbClr val="DCD8DC">
                    <a:lumMod val="25000"/>
                  </a:srgbClr>
                </a:solidFill>
                <a:latin typeface="源ノ角ゴシック JP" panose="020B0500000000000000" pitchFamily="34" charset="-128"/>
                <a:ea typeface="源ノ角ゴシック JP" panose="020B0500000000000000" pitchFamily="34" charset="-128"/>
              </a:rPr>
              <a:t>商品の割合の群間差（</a:t>
            </a:r>
            <a:r>
              <a:rPr kumimoji="1" lang="en-US" altLang="ja-JP" sz="1300" spc="3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300" spc="3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13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7" name="テキスト ボックス 6">
            <a:extLst>
              <a:ext uri="{FF2B5EF4-FFF2-40B4-BE49-F238E27FC236}">
                <a16:creationId xmlns:a16="http://schemas.microsoft.com/office/drawing/2014/main" id="{993A6522-7A76-B26B-7B51-F1B51B654AEF}"/>
              </a:ext>
            </a:extLst>
          </p:cNvPr>
          <p:cNvSpPr txBox="1"/>
          <p:nvPr/>
        </p:nvSpPr>
        <p:spPr>
          <a:xfrm>
            <a:off x="1678391" y="5700698"/>
            <a:ext cx="8835213" cy="672235"/>
          </a:xfrm>
          <a:prstGeom prst="rect">
            <a:avLst/>
          </a:prstGeom>
          <a:noFill/>
        </p:spPr>
        <p:txBody>
          <a:bodyPr wrap="square">
            <a:spAutoFit/>
          </a:bodyPr>
          <a:lstStyle/>
          <a:p>
            <a:pPr>
              <a:lnSpc>
                <a:spcPts val="2280"/>
              </a:lnSpc>
              <a:defRPr/>
            </a:pPr>
            <a:r>
              <a:rPr kumimoji="1" lang="en-US" altLang="ja-JP" sz="1350" spc="30" dirty="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 横軸の値が大きいほど、購入未経験群が、普段から、</a:t>
            </a:r>
            <a:r>
              <a:rPr kumimoji="1" lang="ja-JP" altLang="en-US" sz="1350" spc="30">
                <a:solidFill>
                  <a:srgbClr val="211793"/>
                </a:solidFill>
                <a:latin typeface="源ノ角ゴシック JP" panose="020B0500000000000000" pitchFamily="34" charset="-128"/>
                <a:ea typeface="源ノ角ゴシック JP" panose="020B0500000000000000" pitchFamily="34" charset="-128"/>
              </a:rPr>
              <a:t>軽食系</a:t>
            </a: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の商品をより強く求めていることを表す</a:t>
            </a:r>
            <a:br>
              <a:rPr kumimoji="1" lang="en-US" altLang="ja-JP" sz="1350" spc="30" dirty="0">
                <a:solidFill>
                  <a:srgbClr val="DCD8DC">
                    <a:lumMod val="25000"/>
                  </a:srgbClr>
                </a:solidFill>
                <a:latin typeface="源ノ角ゴシック JP" panose="020B0500000000000000" pitchFamily="34" charset="-128"/>
                <a:ea typeface="源ノ角ゴシック JP" panose="020B0500000000000000" pitchFamily="34" charset="-128"/>
              </a:rPr>
            </a:b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350" spc="3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350" spc="30">
                <a:solidFill>
                  <a:srgbClr val="DCD8DC">
                    <a:lumMod val="25000"/>
                  </a:srgbClr>
                </a:solidFill>
                <a:latin typeface="源ノ角ゴシック JP" panose="020B0500000000000000" pitchFamily="34" charset="-128"/>
                <a:ea typeface="源ノ角ゴシック JP" panose="020B0500000000000000" pitchFamily="34" charset="-128"/>
              </a:rPr>
              <a:t>言い換えれば、値が大きいほど、消費者の志向性と、「対応」商品の構成が大きく乖離していることを表す</a:t>
            </a:r>
            <a:endParaRPr kumimoji="1" lang="en-US" altLang="ja-JP" sz="135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sp>
        <p:nvSpPr>
          <p:cNvPr id="8" name="テキスト ボックス 7">
            <a:extLst>
              <a:ext uri="{FF2B5EF4-FFF2-40B4-BE49-F238E27FC236}">
                <a16:creationId xmlns:a16="http://schemas.microsoft.com/office/drawing/2014/main" id="{3B5C89A7-A816-2E95-5564-6E7C1FF1DBC7}"/>
              </a:ext>
            </a:extLst>
          </p:cNvPr>
          <p:cNvSpPr txBox="1"/>
          <p:nvPr/>
        </p:nvSpPr>
        <p:spPr>
          <a:xfrm>
            <a:off x="223842" y="485067"/>
            <a:ext cx="11507136"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若年層の志向性と「対応」商品の構成が一致していないことが、購買を妨げる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spTree>
    <p:extLst>
      <p:ext uri="{BB962C8B-B14F-4D97-AF65-F5344CB8AC3E}">
        <p14:creationId xmlns:p14="http://schemas.microsoft.com/office/powerpoint/2010/main" val="4188291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42BC8CEB-C86B-ED1A-5495-8CDAAFB72A67}"/>
              </a:ext>
            </a:extLst>
          </p:cNvPr>
          <p:cNvSpPr txBox="1"/>
          <p:nvPr/>
        </p:nvSpPr>
        <p:spPr>
          <a:xfrm>
            <a:off x="223842" y="485067"/>
            <a:ext cx="11507136"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「対応」商品の一部を、軽食系の新商品に置き換える施策を提案する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sp>
        <p:nvSpPr>
          <p:cNvPr id="5" name="テキスト ボックス 4">
            <a:extLst>
              <a:ext uri="{FF2B5EF4-FFF2-40B4-BE49-F238E27FC236}">
                <a16:creationId xmlns:a16="http://schemas.microsoft.com/office/drawing/2014/main" id="{54BC669B-0F00-4362-F46A-DA389747975E}"/>
              </a:ext>
            </a:extLst>
          </p:cNvPr>
          <p:cNvSpPr txBox="1"/>
          <p:nvPr/>
        </p:nvSpPr>
        <p:spPr>
          <a:xfrm>
            <a:off x="582406" y="1050300"/>
            <a:ext cx="10073557" cy="699294"/>
          </a:xfrm>
          <a:prstGeom prst="rect">
            <a:avLst/>
          </a:prstGeom>
          <a:noFill/>
        </p:spPr>
        <p:txBody>
          <a:bodyPr wrap="square">
            <a:spAutoFit/>
          </a:bodyPr>
          <a:lstStyle/>
          <a:p>
            <a:pPr>
              <a:lnSpc>
                <a:spcPts val="2480"/>
              </a:lnSpc>
              <a:defRPr/>
            </a:pP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なぜ、若年層において「栄養バランスを</a:t>
            </a:r>
            <a:r>
              <a:rPr kumimoji="1" lang="ja-JP" altLang="en-US" sz="1500" spc="30">
                <a:solidFill>
                  <a:srgbClr val="599975"/>
                </a:solidFill>
                <a:latin typeface="源ノ角ゴシック JP" panose="020B0500000000000000" pitchFamily="34" charset="-128"/>
                <a:ea typeface="源ノ角ゴシック JP" panose="020B0500000000000000" pitchFamily="34" charset="-128"/>
              </a:rPr>
              <a:t>調整したい</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」ニーズに対する「対応」の</a:t>
            </a:r>
            <a:r>
              <a:rPr kumimoji="1" lang="ja-JP" altLang="en-US" sz="1500" u="sng" spc="30">
                <a:solidFill>
                  <a:srgbClr val="DCD8DC">
                    <a:lumMod val="25000"/>
                  </a:srgbClr>
                </a:solidFill>
                <a:latin typeface="源ノ角ゴシック JP" panose="020B0500000000000000" pitchFamily="34" charset="-128"/>
                <a:ea typeface="源ノ角ゴシック JP" panose="020B0500000000000000" pitchFamily="34" charset="-128"/>
              </a:rPr>
              <a:t>適切さが低いのか</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a:p>
            <a:pPr>
              <a:lnSpc>
                <a:spcPts val="2480"/>
              </a:lnSpc>
              <a:defRPr/>
            </a:pP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a:t>
            </a:r>
            <a:r>
              <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rPr>
              <a:t> </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若年層は、</a:t>
            </a:r>
            <a:r>
              <a:rPr kumimoji="1" lang="ja-JP" altLang="en-US" sz="1500" spc="30">
                <a:solidFill>
                  <a:srgbClr val="211793"/>
                </a:solidFill>
                <a:latin typeface="源ノ角ゴシック JP" panose="020B0500000000000000" pitchFamily="34" charset="-128"/>
                <a:ea typeface="源ノ角ゴシック JP" panose="020B0500000000000000" pitchFamily="34" charset="-128"/>
              </a:rPr>
              <a:t>軽食系</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の商品を求めているにも関わらず、「対応」商品は、</a:t>
            </a:r>
            <a:r>
              <a:rPr kumimoji="1" lang="ja-JP" altLang="en-US" sz="1500" spc="30">
                <a:solidFill>
                  <a:srgbClr val="211793"/>
                </a:solidFill>
                <a:latin typeface="源ノ角ゴシック JP" panose="020B0500000000000000" pitchFamily="34" charset="-128"/>
                <a:ea typeface="源ノ角ゴシック JP" panose="020B0500000000000000" pitchFamily="34" charset="-128"/>
              </a:rPr>
              <a:t>軽食系</a:t>
            </a:r>
            <a:r>
              <a:rPr kumimoji="1" lang="ja-JP" altLang="en-US" sz="1500" spc="30">
                <a:solidFill>
                  <a:srgbClr val="DCD8DC">
                    <a:lumMod val="25000"/>
                  </a:srgbClr>
                </a:solidFill>
                <a:latin typeface="源ノ角ゴシック JP" panose="020B0500000000000000" pitchFamily="34" charset="-128"/>
                <a:ea typeface="源ノ角ゴシック JP" panose="020B0500000000000000" pitchFamily="34" charset="-128"/>
              </a:rPr>
              <a:t>の割合が少ないから</a:t>
            </a:r>
            <a:endParaRPr kumimoji="1" lang="en-US" altLang="ja-JP" sz="1500" spc="3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nvGrpSpPr>
          <p:cNvPr id="17" name="グループ化 16">
            <a:extLst>
              <a:ext uri="{FF2B5EF4-FFF2-40B4-BE49-F238E27FC236}">
                <a16:creationId xmlns:a16="http://schemas.microsoft.com/office/drawing/2014/main" id="{4D641F98-6518-F339-60B4-6A8438A0AAE8}"/>
              </a:ext>
            </a:extLst>
          </p:cNvPr>
          <p:cNvGrpSpPr/>
          <p:nvPr/>
        </p:nvGrpSpPr>
        <p:grpSpPr>
          <a:xfrm>
            <a:off x="596695" y="1862531"/>
            <a:ext cx="11033336" cy="701805"/>
            <a:chOff x="306126" y="1847203"/>
            <a:chExt cx="11033336" cy="701805"/>
          </a:xfrm>
        </p:grpSpPr>
        <p:sp>
          <p:nvSpPr>
            <p:cNvPr id="4" name="テキスト ボックス 3">
              <a:extLst>
                <a:ext uri="{FF2B5EF4-FFF2-40B4-BE49-F238E27FC236}">
                  <a16:creationId xmlns:a16="http://schemas.microsoft.com/office/drawing/2014/main" id="{9CB43B70-B029-85B6-6B88-63ACA5B9416F}"/>
                </a:ext>
              </a:extLst>
            </p:cNvPr>
            <p:cNvSpPr txBox="1"/>
            <p:nvPr/>
          </p:nvSpPr>
          <p:spPr>
            <a:xfrm>
              <a:off x="406956" y="2171853"/>
              <a:ext cx="10932506" cy="377155"/>
            </a:xfrm>
            <a:prstGeom prst="rect">
              <a:avLst/>
            </a:prstGeom>
            <a:noFill/>
          </p:spPr>
          <p:txBody>
            <a:bodyPr wrap="square">
              <a:spAutoFit/>
            </a:bodyPr>
            <a:lstStyle/>
            <a:p>
              <a:pPr>
                <a:lnSpc>
                  <a:spcPts val="2480"/>
                </a:lnSpc>
                <a:defRPr/>
              </a:pPr>
              <a:r>
                <a:rPr kumimoji="1" lang="ja-JP" altLang="en-US" sz="1450" spc="30">
                  <a:solidFill>
                    <a:srgbClr val="C00000"/>
                  </a:solidFill>
                  <a:latin typeface="源ノ角ゴシック JP" panose="020B0500000000000000" pitchFamily="34" charset="-128"/>
                  <a:ea typeface="源ノ角ゴシック JP" panose="020B0500000000000000" pitchFamily="34" charset="-128"/>
                </a:rPr>
                <a:t>「栄養バランスを調整したい」ニーズに対する弁当系の「対応」商品の一部を、軽食系の新商品に置き換えて販売する</a:t>
              </a:r>
              <a:endParaRPr kumimoji="1" lang="en-US" altLang="ja-JP" sz="1450" spc="30" dirty="0">
                <a:solidFill>
                  <a:srgbClr val="C00000"/>
                </a:solidFill>
                <a:latin typeface="源ノ角ゴシック JP" panose="020B0500000000000000" pitchFamily="34" charset="-128"/>
                <a:ea typeface="源ノ角ゴシック JP" panose="020B0500000000000000" pitchFamily="34" charset="-128"/>
              </a:endParaRPr>
            </a:p>
          </p:txBody>
        </p:sp>
        <p:sp>
          <p:nvSpPr>
            <p:cNvPr id="6" name="テキスト ボックス 5">
              <a:extLst>
                <a:ext uri="{FF2B5EF4-FFF2-40B4-BE49-F238E27FC236}">
                  <a16:creationId xmlns:a16="http://schemas.microsoft.com/office/drawing/2014/main" id="{EB2D0B3B-5D8E-8036-245F-65B0AA7E6AEB}"/>
                </a:ext>
              </a:extLst>
            </p:cNvPr>
            <p:cNvSpPr txBox="1"/>
            <p:nvPr/>
          </p:nvSpPr>
          <p:spPr>
            <a:xfrm>
              <a:off x="306126" y="1847203"/>
              <a:ext cx="1397443" cy="378693"/>
            </a:xfrm>
            <a:prstGeom prst="rect">
              <a:avLst/>
            </a:prstGeom>
            <a:noFill/>
          </p:spPr>
          <p:txBody>
            <a:bodyPr wrap="square">
              <a:spAutoFit/>
            </a:bodyPr>
            <a:lstStyle/>
            <a:p>
              <a:pPr>
                <a:lnSpc>
                  <a:spcPts val="2480"/>
                </a:lnSpc>
                <a:defRPr/>
              </a:pPr>
              <a:r>
                <a:rPr kumimoji="1" lang="ja-JP" altLang="en-US" sz="1500" b="1" spc="40">
                  <a:solidFill>
                    <a:srgbClr val="C00000"/>
                  </a:solidFill>
                  <a:latin typeface="源ノ角ゴシック JP" panose="020B0500000000000000" pitchFamily="34" charset="-128"/>
                  <a:ea typeface="源ノ角ゴシック JP" panose="020B0500000000000000" pitchFamily="34" charset="-128"/>
                </a:rPr>
                <a:t>施策の内容：</a:t>
              </a:r>
              <a:endParaRPr kumimoji="1" lang="en-US" altLang="ja-JP" sz="1500" b="1" spc="40" dirty="0">
                <a:solidFill>
                  <a:srgbClr val="C00000"/>
                </a:solidFill>
                <a:latin typeface="源ノ角ゴシック JP" panose="020B0500000000000000" pitchFamily="34" charset="-128"/>
                <a:ea typeface="源ノ角ゴシック JP" panose="020B0500000000000000" pitchFamily="34" charset="-128"/>
              </a:endParaRPr>
            </a:p>
          </p:txBody>
        </p:sp>
      </p:grpSp>
      <p:sp>
        <p:nvSpPr>
          <p:cNvPr id="8" name="テキスト ボックス 7">
            <a:extLst>
              <a:ext uri="{FF2B5EF4-FFF2-40B4-BE49-F238E27FC236}">
                <a16:creationId xmlns:a16="http://schemas.microsoft.com/office/drawing/2014/main" id="{D12FDD03-B75C-D5A5-3366-DE655615D0A3}"/>
              </a:ext>
            </a:extLst>
          </p:cNvPr>
          <p:cNvSpPr txBox="1"/>
          <p:nvPr/>
        </p:nvSpPr>
        <p:spPr>
          <a:xfrm>
            <a:off x="610983" y="2742751"/>
            <a:ext cx="1848706" cy="378693"/>
          </a:xfrm>
          <a:prstGeom prst="rect">
            <a:avLst/>
          </a:prstGeom>
          <a:noFill/>
        </p:spPr>
        <p:txBody>
          <a:bodyPr wrap="square">
            <a:spAutoFit/>
          </a:bodyPr>
          <a:lstStyle/>
          <a:p>
            <a:pPr>
              <a:lnSpc>
                <a:spcPts val="2480"/>
              </a:lnSpc>
              <a:defRPr/>
            </a:pPr>
            <a:r>
              <a:rPr kumimoji="1" lang="ja-JP" altLang="en-US" sz="1500" b="1" spc="40">
                <a:solidFill>
                  <a:srgbClr val="DCD8DC">
                    <a:lumMod val="25000"/>
                  </a:srgbClr>
                </a:solidFill>
                <a:latin typeface="源ノ角ゴシック JP" panose="020B0500000000000000" pitchFamily="34" charset="-128"/>
                <a:ea typeface="源ノ角ゴシック JP" panose="020B0500000000000000" pitchFamily="34" charset="-128"/>
              </a:rPr>
              <a:t>効果試算の実施：</a:t>
            </a:r>
            <a:endParaRPr kumimoji="1" lang="en-US" altLang="ja-JP" sz="1500" b="1" spc="4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aphicFrame>
        <p:nvGraphicFramePr>
          <p:cNvPr id="11" name="表 10">
            <a:extLst>
              <a:ext uri="{FF2B5EF4-FFF2-40B4-BE49-F238E27FC236}">
                <a16:creationId xmlns:a16="http://schemas.microsoft.com/office/drawing/2014/main" id="{A8A10946-D304-85BC-8AEE-8315B2969D5B}"/>
              </a:ext>
            </a:extLst>
          </p:cNvPr>
          <p:cNvGraphicFramePr>
            <a:graphicFrameLocks noGrp="1"/>
          </p:cNvGraphicFramePr>
          <p:nvPr>
            <p:extLst>
              <p:ext uri="{D42A27DB-BD31-4B8C-83A1-F6EECF244321}">
                <p14:modId xmlns:p14="http://schemas.microsoft.com/office/powerpoint/2010/main" val="3250551663"/>
              </p:ext>
            </p:extLst>
          </p:nvPr>
        </p:nvGraphicFramePr>
        <p:xfrm>
          <a:off x="713439" y="3240789"/>
          <a:ext cx="3502715" cy="3222250"/>
        </p:xfrm>
        <a:graphic>
          <a:graphicData uri="http://schemas.openxmlformats.org/drawingml/2006/table">
            <a:tbl>
              <a:tblPr>
                <a:tableStyleId>{91EBBBCC-DAD2-459C-BE2E-F6DE35CF9A28}</a:tableStyleId>
              </a:tblPr>
              <a:tblGrid>
                <a:gridCol w="2232000">
                  <a:extLst>
                    <a:ext uri="{9D8B030D-6E8A-4147-A177-3AD203B41FA5}">
                      <a16:colId xmlns:a16="http://schemas.microsoft.com/office/drawing/2014/main" val="97736310"/>
                    </a:ext>
                  </a:extLst>
                </a:gridCol>
                <a:gridCol w="1270715">
                  <a:extLst>
                    <a:ext uri="{9D8B030D-6E8A-4147-A177-3AD203B41FA5}">
                      <a16:colId xmlns:a16="http://schemas.microsoft.com/office/drawing/2014/main" val="438668555"/>
                    </a:ext>
                  </a:extLst>
                </a:gridCol>
              </a:tblGrid>
              <a:tr h="360000">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050">
                          <a:solidFill>
                            <a:schemeClr val="tx1">
                              <a:lumMod val="85000"/>
                              <a:lumOff val="15000"/>
                            </a:schemeClr>
                          </a:solidFill>
                          <a:latin typeface="Source Han Sans JP" panose="020B0500000000000000" pitchFamily="34" charset="-128"/>
                          <a:ea typeface="Source Han Sans JP" panose="020B0500000000000000" pitchFamily="34" charset="-128"/>
                        </a:rPr>
                        <a:t>項目</a:t>
                      </a:r>
                      <a:endParaRPr kumimoji="1" lang="en-US" altLang="ja-JP" sz="105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marT="46800">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ts val="2140"/>
                        </a:lnSpc>
                        <a:spcBef>
                          <a:spcPts val="0"/>
                        </a:spcBef>
                        <a:spcAft>
                          <a:spcPts val="0"/>
                        </a:spcAft>
                        <a:buClrTx/>
                        <a:buSzTx/>
                        <a:buFontTx/>
                        <a:buNone/>
                        <a:tabLst/>
                        <a:defRPr/>
                      </a:pPr>
                      <a:r>
                        <a:rPr kumimoji="1" lang="ja-JP" altLang="en-US" sz="1050">
                          <a:solidFill>
                            <a:schemeClr val="tx1">
                              <a:lumMod val="85000"/>
                              <a:lumOff val="15000"/>
                            </a:schemeClr>
                          </a:solidFill>
                          <a:latin typeface="Source Han Sans JP" panose="020B0500000000000000" pitchFamily="34" charset="-128"/>
                          <a:ea typeface="Source Han Sans JP" panose="020B0500000000000000" pitchFamily="34" charset="-128"/>
                        </a:rPr>
                        <a:t>設定</a:t>
                      </a:r>
                      <a:endParaRPr kumimoji="1" lang="en-US" altLang="ja-JP" sz="1050" dirty="0">
                        <a:solidFill>
                          <a:schemeClr val="tx1">
                            <a:lumMod val="85000"/>
                            <a:lumOff val="15000"/>
                          </a:schemeClr>
                        </a:solidFill>
                        <a:latin typeface="Source Han Sans JP" panose="020B0500000000000000" pitchFamily="34" charset="-128"/>
                        <a:ea typeface="Source Han Sans JP" panose="020B0500000000000000" pitchFamily="34" charset="-128"/>
                      </a:endParaRPr>
                    </a:p>
                  </a:txBody>
                  <a:tcP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96550131"/>
                  </a:ext>
                </a:extLst>
              </a:tr>
              <a:tr h="360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置き換える商品数</a:t>
                      </a:r>
                    </a:p>
                  </a:txBody>
                  <a:tcP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5 </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商品</a:t>
                      </a:r>
                      <a:endPar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endParaRPr>
                    </a:p>
                  </a:txBody>
                  <a:tcP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538559344"/>
                  </a:ext>
                </a:extLst>
              </a:tr>
              <a:tr h="360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軽食系の新商品の購買記録数</a:t>
                      </a:r>
                    </a:p>
                  </a:txBody>
                  <a:tcP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2.460 </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件</a:t>
                      </a: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 / 1000</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人</a:t>
                      </a:r>
                      <a:endPar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endParaRPr>
                    </a:p>
                  </a:txBody>
                  <a:tcP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81338051"/>
                  </a:ext>
                </a:extLst>
              </a:tr>
              <a:tr h="360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弁当系の被置換商品の購買記録数</a:t>
                      </a:r>
                    </a:p>
                  </a:txBody>
                  <a:tcP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0.183 </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件 </a:t>
                      </a: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 1000</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人</a:t>
                      </a:r>
                      <a:endPar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endParaRPr>
                    </a:p>
                  </a:txBody>
                  <a:tcP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060010181"/>
                  </a:ext>
                </a:extLst>
              </a:tr>
              <a:tr h="360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軽食系の新商品の想定売値</a:t>
                      </a:r>
                    </a:p>
                  </a:txBody>
                  <a:tcP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500 </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円</a:t>
                      </a:r>
                      <a:endPar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endParaRPr>
                    </a:p>
                  </a:txBody>
                  <a:tcP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389214619"/>
                  </a:ext>
                </a:extLst>
              </a:tr>
              <a:tr h="360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弁当系の被置換商品の想定売値</a:t>
                      </a:r>
                    </a:p>
                  </a:txBody>
                  <a:tcP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650 </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円</a:t>
                      </a:r>
                      <a:endPar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endParaRPr>
                    </a:p>
                  </a:txBody>
                  <a:tcP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10276"/>
                  </a:ext>
                </a:extLst>
              </a:tr>
              <a:tr h="360000">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若年層の利用者数</a:t>
                      </a: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 </a:t>
                      </a:r>
                      <a:r>
                        <a:rPr kumimoji="1" lang="en-US" altLang="ja-JP" sz="90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[39]</a:t>
                      </a:r>
                      <a:endParaRPr kumimoji="1" lang="ja-JP" altLang="en-US" sz="90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endParaRPr>
                    </a:p>
                  </a:txBody>
                  <a:tcP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2150 </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万人</a:t>
                      </a:r>
                      <a:endPar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endParaRPr>
                    </a:p>
                  </a:txBody>
                  <a:tcP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632843171"/>
                  </a:ext>
                </a:extLst>
              </a:tr>
              <a:tr h="351125">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粗利率</a:t>
                      </a: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 </a:t>
                      </a:r>
                      <a:r>
                        <a:rPr kumimoji="1" lang="en-US" altLang="ja-JP" sz="90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[40]</a:t>
                      </a:r>
                      <a:endParaRPr kumimoji="1" lang="ja-JP" altLang="en-US" sz="90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endParaRPr>
                    </a:p>
                  </a:txBody>
                  <a:tcP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32 %</a:t>
                      </a:r>
                    </a:p>
                  </a:txBody>
                  <a:tcP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840724468"/>
                  </a:ext>
                </a:extLst>
              </a:tr>
              <a:tr h="351125">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新商品の開発費</a:t>
                      </a:r>
                    </a:p>
                  </a:txBody>
                  <a:tcPr>
                    <a:lnL w="1270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250 </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万円</a:t>
                      </a:r>
                      <a:r>
                        <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 / </a:t>
                      </a:r>
                      <a:r>
                        <a:rPr kumimoji="1" lang="ja-JP" altLang="en-US" sz="1050" b="0" i="0" u="none" strike="noStrike" kern="1200" cap="none" spc="0" normalizeH="0" baseline="0" noProof="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rPr>
                        <a:t>商品</a:t>
                      </a:r>
                      <a:endParaRPr kumimoji="1" lang="en-US" altLang="ja-JP" sz="1050" b="0" i="0" u="none" strike="noStrike" kern="1200" cap="none" spc="0" normalizeH="0" baseline="0" noProof="0" dirty="0">
                        <a:ln>
                          <a:noFill/>
                        </a:ln>
                        <a:solidFill>
                          <a:schemeClr val="tx1">
                            <a:lumMod val="65000"/>
                            <a:lumOff val="35000"/>
                            <a:alpha val="75000"/>
                          </a:schemeClr>
                        </a:solidFill>
                        <a:effectLst/>
                        <a:uLnTx/>
                        <a:uFillTx/>
                        <a:latin typeface="Source Han Sans JP" panose="020B0500000000000000" pitchFamily="34" charset="-128"/>
                        <a:ea typeface="Source Han Sans JP" panose="020B0500000000000000" pitchFamily="34" charset="-128"/>
                        <a:cs typeface="+mn-cs"/>
                      </a:endParaRPr>
                    </a:p>
                  </a:txBody>
                  <a:tcPr>
                    <a:lnL w="635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579345781"/>
                  </a:ext>
                </a:extLst>
              </a:tr>
            </a:tbl>
          </a:graphicData>
        </a:graphic>
      </p:graphicFrame>
      <p:sp>
        <p:nvSpPr>
          <p:cNvPr id="25" name="テキスト ボックス 24">
            <a:extLst>
              <a:ext uri="{FF2B5EF4-FFF2-40B4-BE49-F238E27FC236}">
                <a16:creationId xmlns:a16="http://schemas.microsoft.com/office/drawing/2014/main" id="{3014E091-2CBA-D46F-F80C-0B63D5A911DF}"/>
              </a:ext>
            </a:extLst>
          </p:cNvPr>
          <p:cNvSpPr txBox="1"/>
          <p:nvPr/>
        </p:nvSpPr>
        <p:spPr>
          <a:xfrm>
            <a:off x="2293677" y="2745093"/>
            <a:ext cx="5193417" cy="372538"/>
          </a:xfrm>
          <a:prstGeom prst="rect">
            <a:avLst/>
          </a:prstGeom>
          <a:noFill/>
        </p:spPr>
        <p:txBody>
          <a:bodyPr wrap="square">
            <a:spAutoFit/>
          </a:bodyPr>
          <a:lstStyle/>
          <a:p>
            <a:pPr>
              <a:lnSpc>
                <a:spcPts val="2480"/>
              </a:lnSpc>
              <a:defRPr/>
            </a:pPr>
            <a:r>
              <a:rPr kumimoji="1" lang="en-US" altLang="ja-JP" sz="13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 </a:t>
            </a:r>
            <a:r>
              <a:rPr kumimoji="1" lang="ja-JP" altLang="en-US" sz="13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５つの商品を置き換える施策を３年間実施することを想定した</a:t>
            </a:r>
            <a:endParaRPr kumimoji="1" lang="en-US" altLang="ja-JP" sz="13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59" name="テキスト ボックス 58">
            <a:extLst>
              <a:ext uri="{FF2B5EF4-FFF2-40B4-BE49-F238E27FC236}">
                <a16:creationId xmlns:a16="http://schemas.microsoft.com/office/drawing/2014/main" id="{0602ADF0-3EE0-D8F2-4BF6-0ECC3DC39405}"/>
              </a:ext>
            </a:extLst>
          </p:cNvPr>
          <p:cNvSpPr txBox="1"/>
          <p:nvPr/>
        </p:nvSpPr>
        <p:spPr>
          <a:xfrm>
            <a:off x="5299865" y="5675178"/>
            <a:ext cx="5788952" cy="697755"/>
          </a:xfrm>
          <a:prstGeom prst="rect">
            <a:avLst/>
          </a:prstGeom>
          <a:noFill/>
        </p:spPr>
        <p:txBody>
          <a:bodyPr wrap="square">
            <a:spAutoFit/>
          </a:bodyPr>
          <a:lstStyle/>
          <a:p>
            <a:pPr>
              <a:lnSpc>
                <a:spcPts val="2480"/>
              </a:lnSpc>
              <a:defRPr/>
            </a:pPr>
            <a:r>
              <a:rPr kumimoji="1" lang="ja-JP" altLang="en-US" sz="1450" b="1" spc="50">
                <a:solidFill>
                  <a:schemeClr val="tx1">
                    <a:lumMod val="85000"/>
                    <a:lumOff val="15000"/>
                  </a:schemeClr>
                </a:solidFill>
                <a:latin typeface="源ノ角ゴシック JP" panose="020B0500000000000000" pitchFamily="34" charset="-128"/>
                <a:ea typeface="源ノ角ゴシック JP" panose="020B0500000000000000" pitchFamily="34" charset="-128"/>
              </a:rPr>
              <a:t>本施策を実行した場合、</a:t>
            </a:r>
            <a:endParaRPr kumimoji="1" lang="en-US" altLang="ja-JP" sz="1450" b="1" spc="50" dirty="0">
              <a:solidFill>
                <a:schemeClr val="tx1">
                  <a:lumMod val="85000"/>
                  <a:lumOff val="15000"/>
                </a:schemeClr>
              </a:solidFill>
              <a:latin typeface="源ノ角ゴシック JP" panose="020B0500000000000000" pitchFamily="34" charset="-128"/>
              <a:ea typeface="源ノ角ゴシック JP" panose="020B0500000000000000" pitchFamily="34" charset="-128"/>
            </a:endParaRPr>
          </a:p>
          <a:p>
            <a:pPr>
              <a:lnSpc>
                <a:spcPts val="2480"/>
              </a:lnSpc>
              <a:defRPr/>
            </a:pPr>
            <a:r>
              <a:rPr kumimoji="1" lang="ja-JP" altLang="en-US" sz="1450" b="1" spc="50">
                <a:solidFill>
                  <a:schemeClr val="tx1">
                    <a:lumMod val="85000"/>
                    <a:lumOff val="15000"/>
                  </a:schemeClr>
                </a:solidFill>
                <a:latin typeface="源ノ角ゴシック JP" panose="020B0500000000000000" pitchFamily="34" charset="-128"/>
                <a:ea typeface="源ノ角ゴシック JP" panose="020B0500000000000000" pitchFamily="34" charset="-128"/>
              </a:rPr>
              <a:t>３年間の概算収支は、約</a:t>
            </a:r>
            <a:r>
              <a:rPr kumimoji="1" lang="en-US" altLang="ja-JP" sz="1450" b="1" spc="50" dirty="0">
                <a:solidFill>
                  <a:schemeClr val="tx1">
                    <a:lumMod val="85000"/>
                    <a:lumOff val="15000"/>
                  </a:schemeClr>
                </a:solidFill>
                <a:latin typeface="源ノ角ゴシック JP" panose="020B0500000000000000" pitchFamily="34" charset="-128"/>
                <a:ea typeface="源ノ角ゴシック JP" panose="020B0500000000000000" pitchFamily="34" charset="-128"/>
              </a:rPr>
              <a:t>2590</a:t>
            </a:r>
            <a:r>
              <a:rPr kumimoji="1" lang="ja-JP" altLang="en-US" sz="1450" b="1" spc="50">
                <a:solidFill>
                  <a:schemeClr val="tx1">
                    <a:lumMod val="85000"/>
                    <a:lumOff val="15000"/>
                  </a:schemeClr>
                </a:solidFill>
                <a:latin typeface="源ノ角ゴシック JP" panose="020B0500000000000000" pitchFamily="34" charset="-128"/>
                <a:ea typeface="源ノ角ゴシック JP" panose="020B0500000000000000" pitchFamily="34" charset="-128"/>
              </a:rPr>
              <a:t>万円の黒字になることが試算された</a:t>
            </a:r>
            <a:endParaRPr kumimoji="1" lang="en-US" altLang="ja-JP" sz="1450" b="1" spc="50" dirty="0">
              <a:solidFill>
                <a:schemeClr val="tx1">
                  <a:lumMod val="85000"/>
                  <a:lumOff val="15000"/>
                </a:schemeClr>
              </a:solidFill>
              <a:latin typeface="源ノ角ゴシック JP" panose="020B0500000000000000" pitchFamily="34" charset="-128"/>
              <a:ea typeface="源ノ角ゴシック JP" panose="020B0500000000000000" pitchFamily="34" charset="-128"/>
            </a:endParaRPr>
          </a:p>
        </p:txBody>
      </p:sp>
      <p:grpSp>
        <p:nvGrpSpPr>
          <p:cNvPr id="69" name="グループ化 68">
            <a:extLst>
              <a:ext uri="{FF2B5EF4-FFF2-40B4-BE49-F238E27FC236}">
                <a16:creationId xmlns:a16="http://schemas.microsoft.com/office/drawing/2014/main" id="{22FD00FF-6941-CEA2-B999-ABAF0627269F}"/>
              </a:ext>
            </a:extLst>
          </p:cNvPr>
          <p:cNvGrpSpPr/>
          <p:nvPr/>
        </p:nvGrpSpPr>
        <p:grpSpPr>
          <a:xfrm>
            <a:off x="4489371" y="3325298"/>
            <a:ext cx="7357502" cy="2090778"/>
            <a:chOff x="4532235" y="3368162"/>
            <a:chExt cx="7357502" cy="2090778"/>
          </a:xfrm>
        </p:grpSpPr>
        <p:grpSp>
          <p:nvGrpSpPr>
            <p:cNvPr id="67" name="グループ化 66">
              <a:extLst>
                <a:ext uri="{FF2B5EF4-FFF2-40B4-BE49-F238E27FC236}">
                  <a16:creationId xmlns:a16="http://schemas.microsoft.com/office/drawing/2014/main" id="{E1310FC3-2721-8286-9C9F-6E7C761C04B2}"/>
                </a:ext>
              </a:extLst>
            </p:cNvPr>
            <p:cNvGrpSpPr/>
            <p:nvPr/>
          </p:nvGrpSpPr>
          <p:grpSpPr>
            <a:xfrm>
              <a:off x="4532235" y="3368162"/>
              <a:ext cx="7357502" cy="2061190"/>
              <a:chOff x="4453846" y="3232791"/>
              <a:chExt cx="7357502" cy="2061190"/>
            </a:xfrm>
          </p:grpSpPr>
          <p:sp>
            <p:nvSpPr>
              <p:cNvPr id="22" name="テキスト ボックス 21">
                <a:extLst>
                  <a:ext uri="{FF2B5EF4-FFF2-40B4-BE49-F238E27FC236}">
                    <a16:creationId xmlns:a16="http://schemas.microsoft.com/office/drawing/2014/main" id="{707D64AE-4C64-0A5B-C89B-74EA754C03BA}"/>
                  </a:ext>
                </a:extLst>
              </p:cNvPr>
              <p:cNvSpPr txBox="1"/>
              <p:nvPr/>
            </p:nvSpPr>
            <p:spPr>
              <a:xfrm>
                <a:off x="6349228" y="4008548"/>
                <a:ext cx="5462120" cy="505972"/>
              </a:xfrm>
              <a:prstGeom prst="rect">
                <a:avLst/>
              </a:prstGeom>
              <a:noFill/>
            </p:spPr>
            <p:txBody>
              <a:bodyPr wrap="square">
                <a:spAutoFit/>
              </a:bodyPr>
              <a:lstStyle/>
              <a:p>
                <a:pPr>
                  <a:lnSpc>
                    <a:spcPts val="1680"/>
                  </a:lnSpc>
                  <a:defRPr/>
                </a:pPr>
                <a:r>
                  <a:rPr kumimoji="1" lang="en-US" altLang="ja-JP" sz="1050" spc="5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ja-JP" altLang="en-US" sz="1050" spc="5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売上増加額は、新商品と、置き換えられる商品の想定売上額の差分とした</a:t>
                </a:r>
                <a:endParaRPr kumimoji="1" lang="en-US" altLang="ja-JP" sz="1050" spc="5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endParaRPr>
              </a:p>
              <a:p>
                <a:pPr>
                  <a:lnSpc>
                    <a:spcPts val="1680"/>
                  </a:lnSpc>
                  <a:defRPr/>
                </a:pPr>
                <a:r>
                  <a:rPr kumimoji="1" lang="ja-JP" altLang="en-US" sz="1050" spc="5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en-US" altLang="ja-JP" sz="1050" spc="5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 </a:t>
                </a:r>
                <a:r>
                  <a:rPr kumimoji="1" lang="ja-JP" altLang="en-US" sz="1050" spc="5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rPr>
                  <a:t>想定売上額は、商品数・購買記録数・売値・若年層の利用者数に基づき算出した</a:t>
                </a:r>
                <a:endParaRPr kumimoji="1" lang="en-US" altLang="ja-JP" sz="1050" spc="50" dirty="0">
                  <a:solidFill>
                    <a:schemeClr val="tx1">
                      <a:lumMod val="65000"/>
                      <a:lumOff val="35000"/>
                      <a:alpha val="90000"/>
                    </a:schemeClr>
                  </a:solidFill>
                  <a:latin typeface="源ノ角ゴシック JP" panose="020B0500000000000000" pitchFamily="34" charset="-128"/>
                  <a:ea typeface="源ノ角ゴシック JP" panose="020B0500000000000000" pitchFamily="34" charset="-128"/>
                </a:endParaRPr>
              </a:p>
            </p:txBody>
          </p:sp>
          <p:sp>
            <p:nvSpPr>
              <p:cNvPr id="19" name="テキスト ボックス 18">
                <a:extLst>
                  <a:ext uri="{FF2B5EF4-FFF2-40B4-BE49-F238E27FC236}">
                    <a16:creationId xmlns:a16="http://schemas.microsoft.com/office/drawing/2014/main" id="{F2147222-238D-1EB8-7A92-67A8D9210DD4}"/>
                  </a:ext>
                </a:extLst>
              </p:cNvPr>
              <p:cNvSpPr txBox="1"/>
              <p:nvPr/>
            </p:nvSpPr>
            <p:spPr>
              <a:xfrm>
                <a:off x="4453846" y="3232791"/>
                <a:ext cx="1620988"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3</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年間の概算収支</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nvGrpSpPr>
              <p:cNvPr id="42" name="グループ化 41">
                <a:extLst>
                  <a:ext uri="{FF2B5EF4-FFF2-40B4-BE49-F238E27FC236}">
                    <a16:creationId xmlns:a16="http://schemas.microsoft.com/office/drawing/2014/main" id="{3031D6DA-60B7-6E77-AF7E-D43AF296F5C7}"/>
                  </a:ext>
                </a:extLst>
              </p:cNvPr>
              <p:cNvGrpSpPr/>
              <p:nvPr/>
            </p:nvGrpSpPr>
            <p:grpSpPr>
              <a:xfrm>
                <a:off x="5952211" y="3609995"/>
                <a:ext cx="4407094" cy="414206"/>
                <a:chOff x="855519" y="3598437"/>
                <a:chExt cx="4407094" cy="414206"/>
              </a:xfrm>
            </p:grpSpPr>
            <p:sp>
              <p:nvSpPr>
                <p:cNvPr id="27" name="テキスト ボックス 26">
                  <a:extLst>
                    <a:ext uri="{FF2B5EF4-FFF2-40B4-BE49-F238E27FC236}">
                      <a16:creationId xmlns:a16="http://schemas.microsoft.com/office/drawing/2014/main" id="{152A3587-B41C-AC3A-EE74-E54577742D8D}"/>
                    </a:ext>
                  </a:extLst>
                </p:cNvPr>
                <p:cNvSpPr txBox="1"/>
                <p:nvPr/>
              </p:nvSpPr>
              <p:spPr>
                <a:xfrm>
                  <a:off x="2688036" y="3609657"/>
                  <a:ext cx="758391" cy="375616"/>
                </a:xfrm>
                <a:prstGeom prst="rect">
                  <a:avLst/>
                </a:prstGeom>
                <a:noFill/>
              </p:spPr>
              <p:txBody>
                <a:bodyPr wrap="square">
                  <a:spAutoFit/>
                </a:bodyPr>
                <a:lstStyle/>
                <a:p>
                  <a:pPr algn="ct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粗利率</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28" name="テキスト ボックス 27">
                  <a:extLst>
                    <a:ext uri="{FF2B5EF4-FFF2-40B4-BE49-F238E27FC236}">
                      <a16:creationId xmlns:a16="http://schemas.microsoft.com/office/drawing/2014/main" id="{9E6DFCB0-1F10-18AB-E0AB-C40598965E05}"/>
                    </a:ext>
                  </a:extLst>
                </p:cNvPr>
                <p:cNvSpPr txBox="1"/>
                <p:nvPr/>
              </p:nvSpPr>
              <p:spPr>
                <a:xfrm>
                  <a:off x="855519" y="3624780"/>
                  <a:ext cx="443809" cy="387863"/>
                </a:xfrm>
                <a:prstGeom prst="rect">
                  <a:avLst/>
                </a:prstGeom>
                <a:noFill/>
              </p:spPr>
              <p:txBody>
                <a:bodyPr wrap="square">
                  <a:spAutoFit/>
                </a:bodyPr>
                <a:lstStyle/>
                <a:p>
                  <a:pPr algn="ctr">
                    <a:lnSpc>
                      <a:spcPts val="2480"/>
                    </a:lnSpc>
                    <a:defRPr/>
                  </a:pPr>
                  <a:r>
                    <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29" name="テキスト ボックス 28">
                  <a:extLst>
                    <a:ext uri="{FF2B5EF4-FFF2-40B4-BE49-F238E27FC236}">
                      <a16:creationId xmlns:a16="http://schemas.microsoft.com/office/drawing/2014/main" id="{4597966F-D760-0232-23ED-12F311BB1CE5}"/>
                    </a:ext>
                  </a:extLst>
                </p:cNvPr>
                <p:cNvSpPr txBox="1"/>
                <p:nvPr/>
              </p:nvSpPr>
              <p:spPr>
                <a:xfrm>
                  <a:off x="2318999" y="3616381"/>
                  <a:ext cx="443809" cy="378693"/>
                </a:xfrm>
                <a:prstGeom prst="rect">
                  <a:avLst/>
                </a:prstGeom>
                <a:noFill/>
              </p:spPr>
              <p:txBody>
                <a:bodyPr wrap="square">
                  <a:spAutoFit/>
                </a:bodyPr>
                <a:lstStyle/>
                <a:p>
                  <a:pPr algn="ctr">
                    <a:lnSpc>
                      <a:spcPts val="2480"/>
                    </a:lnSpc>
                    <a:defRPr/>
                  </a:pPr>
                  <a:r>
                    <a:rPr kumimoji="1" lang="en-US" altLang="ja-JP" sz="15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30" name="テキスト ボックス 29">
                  <a:extLst>
                    <a:ext uri="{FF2B5EF4-FFF2-40B4-BE49-F238E27FC236}">
                      <a16:creationId xmlns:a16="http://schemas.microsoft.com/office/drawing/2014/main" id="{C8C7BF5B-7226-190C-33E1-A09A84BD9600}"/>
                    </a:ext>
                  </a:extLst>
                </p:cNvPr>
                <p:cNvSpPr txBox="1"/>
                <p:nvPr/>
              </p:nvSpPr>
              <p:spPr>
                <a:xfrm>
                  <a:off x="3768248" y="3607213"/>
                  <a:ext cx="1494365" cy="375616"/>
                </a:xfrm>
                <a:prstGeom prst="rect">
                  <a:avLst/>
                </a:prstGeom>
                <a:noFill/>
              </p:spPr>
              <p:txBody>
                <a:bodyPr wrap="square">
                  <a:spAutoFit/>
                </a:bodyPr>
                <a:lstStyle/>
                <a:p>
                  <a:pP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新商品の開発費</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31" name="テキスト ボックス 30">
                  <a:extLst>
                    <a:ext uri="{FF2B5EF4-FFF2-40B4-BE49-F238E27FC236}">
                      <a16:creationId xmlns:a16="http://schemas.microsoft.com/office/drawing/2014/main" id="{4C70D8B1-1D8C-B46E-2295-836770E543DE}"/>
                    </a:ext>
                  </a:extLst>
                </p:cNvPr>
                <p:cNvSpPr txBox="1"/>
                <p:nvPr/>
              </p:nvSpPr>
              <p:spPr>
                <a:xfrm>
                  <a:off x="3376792" y="3598437"/>
                  <a:ext cx="443809" cy="369525"/>
                </a:xfrm>
                <a:prstGeom prst="rect">
                  <a:avLst/>
                </a:prstGeom>
                <a:noFill/>
              </p:spPr>
              <p:txBody>
                <a:bodyPr wrap="square">
                  <a:spAutoFit/>
                </a:bodyPr>
                <a:lstStyle/>
                <a:p>
                  <a:pPr algn="ctr">
                    <a:lnSpc>
                      <a:spcPts val="2480"/>
                    </a:lnSpc>
                    <a:defRPr/>
                  </a:pPr>
                  <a:r>
                    <a:rPr kumimoji="1" lang="ja-JP" altLang="en-US" sz="12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ー</a:t>
                  </a:r>
                  <a:endParaRPr kumimoji="1" lang="en-US" altLang="ja-JP" sz="12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40" name="テキスト ボックス 39">
                  <a:extLst>
                    <a:ext uri="{FF2B5EF4-FFF2-40B4-BE49-F238E27FC236}">
                      <a16:creationId xmlns:a16="http://schemas.microsoft.com/office/drawing/2014/main" id="{B3FDD3FD-2121-4A76-97E1-CE00AB81F0B6}"/>
                    </a:ext>
                  </a:extLst>
                </p:cNvPr>
                <p:cNvSpPr txBox="1"/>
                <p:nvPr/>
              </p:nvSpPr>
              <p:spPr>
                <a:xfrm>
                  <a:off x="1179412" y="3607213"/>
                  <a:ext cx="1247132" cy="375616"/>
                </a:xfrm>
                <a:prstGeom prst="rect">
                  <a:avLst/>
                </a:prstGeom>
                <a:noFill/>
              </p:spPr>
              <p:txBody>
                <a:bodyPr wrap="square">
                  <a:spAutoFit/>
                </a:bodyPr>
                <a:lstStyle/>
                <a:p>
                  <a:pPr algn="ct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売上増加額</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nvGrpSpPr>
              <p:cNvPr id="43" name="グループ化 42">
                <a:extLst>
                  <a:ext uri="{FF2B5EF4-FFF2-40B4-BE49-F238E27FC236}">
                    <a16:creationId xmlns:a16="http://schemas.microsoft.com/office/drawing/2014/main" id="{DA378E6B-9FC7-883F-754F-924476AC340D}"/>
                  </a:ext>
                </a:extLst>
              </p:cNvPr>
              <p:cNvGrpSpPr/>
              <p:nvPr/>
            </p:nvGrpSpPr>
            <p:grpSpPr>
              <a:xfrm>
                <a:off x="5952211" y="4514851"/>
                <a:ext cx="4050198" cy="425891"/>
                <a:chOff x="873299" y="3973668"/>
                <a:chExt cx="4050198" cy="425891"/>
              </a:xfrm>
            </p:grpSpPr>
            <p:sp>
              <p:nvSpPr>
                <p:cNvPr id="32" name="テキスト ボックス 31">
                  <a:extLst>
                    <a:ext uri="{FF2B5EF4-FFF2-40B4-BE49-F238E27FC236}">
                      <a16:creationId xmlns:a16="http://schemas.microsoft.com/office/drawing/2014/main" id="{403B5A53-8441-C999-67F0-AA3EC49A4059}"/>
                    </a:ext>
                  </a:extLst>
                </p:cNvPr>
                <p:cNvSpPr txBox="1"/>
                <p:nvPr/>
              </p:nvSpPr>
              <p:spPr>
                <a:xfrm>
                  <a:off x="873299" y="3995201"/>
                  <a:ext cx="443809" cy="387863"/>
                </a:xfrm>
                <a:prstGeom prst="rect">
                  <a:avLst/>
                </a:prstGeom>
                <a:noFill/>
              </p:spPr>
              <p:txBody>
                <a:bodyPr wrap="square">
                  <a:spAutoFit/>
                </a:bodyPr>
                <a:lstStyle/>
                <a:p>
                  <a:pPr algn="ctr">
                    <a:lnSpc>
                      <a:spcPts val="2480"/>
                    </a:lnSpc>
                    <a:defRPr/>
                  </a:pPr>
                  <a:r>
                    <a:rPr kumimoji="1" lang="ja-JP" altLang="en-US" sz="16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endPar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35" name="テキスト ボックス 34">
                  <a:extLst>
                    <a:ext uri="{FF2B5EF4-FFF2-40B4-BE49-F238E27FC236}">
                      <a16:creationId xmlns:a16="http://schemas.microsoft.com/office/drawing/2014/main" id="{BE641ADE-991C-299E-A690-A26D0D9FFEDC}"/>
                    </a:ext>
                  </a:extLst>
                </p:cNvPr>
                <p:cNvSpPr txBox="1"/>
                <p:nvPr/>
              </p:nvSpPr>
              <p:spPr>
                <a:xfrm>
                  <a:off x="3799156" y="3983742"/>
                  <a:ext cx="1124341"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1250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万円</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37" name="テキスト ボックス 36">
                  <a:extLst>
                    <a:ext uri="{FF2B5EF4-FFF2-40B4-BE49-F238E27FC236}">
                      <a16:creationId xmlns:a16="http://schemas.microsoft.com/office/drawing/2014/main" id="{6DA3DF04-4C5B-E814-4BA1-38EE594BECAC}"/>
                    </a:ext>
                  </a:extLst>
                </p:cNvPr>
                <p:cNvSpPr txBox="1"/>
                <p:nvPr/>
              </p:nvSpPr>
              <p:spPr>
                <a:xfrm>
                  <a:off x="2490715" y="4003297"/>
                  <a:ext cx="443809" cy="396262"/>
                </a:xfrm>
                <a:prstGeom prst="rect">
                  <a:avLst/>
                </a:prstGeom>
                <a:noFill/>
              </p:spPr>
              <p:txBody>
                <a:bodyPr wrap="square">
                  <a:spAutoFit/>
                </a:bodyPr>
                <a:lstStyle/>
                <a:p>
                  <a:pPr algn="ctr">
                    <a:lnSpc>
                      <a:spcPts val="2480"/>
                    </a:lnSpc>
                    <a:defRPr/>
                  </a:pPr>
                  <a:r>
                    <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38" name="テキスト ボックス 37">
                  <a:extLst>
                    <a:ext uri="{FF2B5EF4-FFF2-40B4-BE49-F238E27FC236}">
                      <a16:creationId xmlns:a16="http://schemas.microsoft.com/office/drawing/2014/main" id="{7FAD20C4-17AE-9F63-3524-75F05EE862CA}"/>
                    </a:ext>
                  </a:extLst>
                </p:cNvPr>
                <p:cNvSpPr txBox="1"/>
                <p:nvPr/>
              </p:nvSpPr>
              <p:spPr>
                <a:xfrm>
                  <a:off x="2805760" y="3983644"/>
                  <a:ext cx="758391" cy="375616"/>
                </a:xfrm>
                <a:prstGeom prst="rect">
                  <a:avLst/>
                </a:prstGeom>
                <a:noFill/>
              </p:spPr>
              <p:txBody>
                <a:bodyPr wrap="square">
                  <a:spAutoFit/>
                </a:bodyPr>
                <a:lstStyle/>
                <a:p>
                  <a:pPr algn="ct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32%</a:t>
                  </a:r>
                </a:p>
              </p:txBody>
            </p:sp>
            <p:sp>
              <p:nvSpPr>
                <p:cNvPr id="39" name="テキスト ボックス 38">
                  <a:extLst>
                    <a:ext uri="{FF2B5EF4-FFF2-40B4-BE49-F238E27FC236}">
                      <a16:creationId xmlns:a16="http://schemas.microsoft.com/office/drawing/2014/main" id="{D01C5FBC-A38D-34DA-8FD7-9561A533EA62}"/>
                    </a:ext>
                  </a:extLst>
                </p:cNvPr>
                <p:cNvSpPr txBox="1"/>
                <p:nvPr/>
              </p:nvSpPr>
              <p:spPr>
                <a:xfrm>
                  <a:off x="1252590" y="3983742"/>
                  <a:ext cx="1247132" cy="375616"/>
                </a:xfrm>
                <a:prstGeom prst="rect">
                  <a:avLst/>
                </a:prstGeom>
                <a:noFill/>
              </p:spPr>
              <p:txBody>
                <a:bodyPr wrap="square">
                  <a:spAutoFit/>
                </a:bodyPr>
                <a:lstStyle/>
                <a:p>
                  <a:pPr algn="ct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1</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億</a:t>
                  </a: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2000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万円</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41" name="テキスト ボックス 40">
                  <a:extLst>
                    <a:ext uri="{FF2B5EF4-FFF2-40B4-BE49-F238E27FC236}">
                      <a16:creationId xmlns:a16="http://schemas.microsoft.com/office/drawing/2014/main" id="{1E5C5F43-44A6-D972-D5EF-B7C3CB1FE7CE}"/>
                    </a:ext>
                  </a:extLst>
                </p:cNvPr>
                <p:cNvSpPr txBox="1"/>
                <p:nvPr/>
              </p:nvSpPr>
              <p:spPr>
                <a:xfrm>
                  <a:off x="3423164" y="3973668"/>
                  <a:ext cx="443809" cy="369525"/>
                </a:xfrm>
                <a:prstGeom prst="rect">
                  <a:avLst/>
                </a:prstGeom>
                <a:noFill/>
              </p:spPr>
              <p:txBody>
                <a:bodyPr wrap="square">
                  <a:spAutoFit/>
                </a:bodyPr>
                <a:lstStyle/>
                <a:p>
                  <a:pPr algn="ctr">
                    <a:lnSpc>
                      <a:spcPts val="2480"/>
                    </a:lnSpc>
                    <a:defRPr/>
                  </a:pPr>
                  <a:r>
                    <a:rPr kumimoji="1" lang="ja-JP" altLang="en-US" sz="12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ー</a:t>
                  </a:r>
                  <a:endParaRPr kumimoji="1" lang="en-US" altLang="ja-JP" sz="12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sp>
            <p:nvSpPr>
              <p:cNvPr id="44" name="テキスト ボックス 43">
                <a:extLst>
                  <a:ext uri="{FF2B5EF4-FFF2-40B4-BE49-F238E27FC236}">
                    <a16:creationId xmlns:a16="http://schemas.microsoft.com/office/drawing/2014/main" id="{880DAE1A-A124-9803-A76F-84D85955F959}"/>
                  </a:ext>
                </a:extLst>
              </p:cNvPr>
              <p:cNvSpPr txBox="1"/>
              <p:nvPr/>
            </p:nvSpPr>
            <p:spPr>
              <a:xfrm>
                <a:off x="6355240" y="4918365"/>
                <a:ext cx="1247132" cy="375616"/>
              </a:xfrm>
              <a:prstGeom prst="rect">
                <a:avLst/>
              </a:prstGeom>
              <a:noFill/>
            </p:spPr>
            <p:txBody>
              <a:bodyPr wrap="square">
                <a:spAutoFit/>
              </a:bodyPr>
              <a:lstStyle/>
              <a:p>
                <a:pPr>
                  <a:lnSpc>
                    <a:spcPts val="2480"/>
                  </a:lnSpc>
                  <a:defRPr/>
                </a:pPr>
                <a:r>
                  <a:rPr kumimoji="1" lang="en-US" altLang="ja-JP" sz="1400" b="1" spc="30" dirty="0">
                    <a:solidFill>
                      <a:schemeClr val="tx1">
                        <a:lumMod val="85000"/>
                        <a:lumOff val="15000"/>
                      </a:schemeClr>
                    </a:solidFill>
                    <a:latin typeface="源ノ角ゴシック JP" panose="020B0500000000000000" pitchFamily="34" charset="-128"/>
                    <a:ea typeface="源ノ角ゴシック JP" panose="020B0500000000000000" pitchFamily="34" charset="-128"/>
                  </a:rPr>
                  <a:t>+ 2590</a:t>
                </a:r>
                <a:r>
                  <a:rPr kumimoji="1" lang="ja-JP" altLang="en-US" sz="1400" b="1" spc="30">
                    <a:solidFill>
                      <a:schemeClr val="tx1">
                        <a:lumMod val="85000"/>
                        <a:lumOff val="15000"/>
                      </a:schemeClr>
                    </a:solidFill>
                    <a:latin typeface="源ノ角ゴシック JP" panose="020B0500000000000000" pitchFamily="34" charset="-128"/>
                    <a:ea typeface="源ノ角ゴシック JP" panose="020B0500000000000000" pitchFamily="34" charset="-128"/>
                  </a:rPr>
                  <a:t>万円</a:t>
                </a:r>
                <a:endParaRPr kumimoji="1" lang="en-US" altLang="ja-JP" sz="1400" b="1" spc="30" dirty="0">
                  <a:solidFill>
                    <a:schemeClr val="tx1">
                      <a:lumMod val="85000"/>
                      <a:lumOff val="15000"/>
                    </a:schemeClr>
                  </a:solidFill>
                  <a:latin typeface="源ノ角ゴシック JP" panose="020B0500000000000000" pitchFamily="34" charset="-128"/>
                  <a:ea typeface="源ノ角ゴシック JP" panose="020B0500000000000000" pitchFamily="34" charset="-128"/>
                </a:endParaRPr>
              </a:p>
            </p:txBody>
          </p:sp>
          <p:grpSp>
            <p:nvGrpSpPr>
              <p:cNvPr id="60" name="グループ化 59">
                <a:extLst>
                  <a:ext uri="{FF2B5EF4-FFF2-40B4-BE49-F238E27FC236}">
                    <a16:creationId xmlns:a16="http://schemas.microsoft.com/office/drawing/2014/main" id="{595E10BC-BA37-C633-4CEA-FA51F0F35C13}"/>
                  </a:ext>
                </a:extLst>
              </p:cNvPr>
              <p:cNvGrpSpPr/>
              <p:nvPr/>
            </p:nvGrpSpPr>
            <p:grpSpPr>
              <a:xfrm>
                <a:off x="5952211" y="3235656"/>
                <a:ext cx="5143945" cy="414082"/>
                <a:chOff x="854728" y="3598437"/>
                <a:chExt cx="5143945" cy="414082"/>
              </a:xfrm>
            </p:grpSpPr>
            <p:sp>
              <p:nvSpPr>
                <p:cNvPr id="62" name="テキスト ボックス 61">
                  <a:extLst>
                    <a:ext uri="{FF2B5EF4-FFF2-40B4-BE49-F238E27FC236}">
                      <a16:creationId xmlns:a16="http://schemas.microsoft.com/office/drawing/2014/main" id="{C9E73C91-CD51-A56A-0C0E-29027736EEB6}"/>
                    </a:ext>
                  </a:extLst>
                </p:cNvPr>
                <p:cNvSpPr txBox="1"/>
                <p:nvPr/>
              </p:nvSpPr>
              <p:spPr>
                <a:xfrm>
                  <a:off x="854728" y="3624656"/>
                  <a:ext cx="443809" cy="387863"/>
                </a:xfrm>
                <a:prstGeom prst="rect">
                  <a:avLst/>
                </a:prstGeom>
                <a:noFill/>
              </p:spPr>
              <p:txBody>
                <a:bodyPr wrap="square">
                  <a:spAutoFit/>
                </a:bodyPr>
                <a:lstStyle/>
                <a:p>
                  <a:pPr algn="ctr">
                    <a:lnSpc>
                      <a:spcPts val="2480"/>
                    </a:lnSpc>
                    <a:defRPr/>
                  </a:pPr>
                  <a:r>
                    <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64" name="テキスト ボックス 63">
                  <a:extLst>
                    <a:ext uri="{FF2B5EF4-FFF2-40B4-BE49-F238E27FC236}">
                      <a16:creationId xmlns:a16="http://schemas.microsoft.com/office/drawing/2014/main" id="{3B324887-C55E-A60A-435F-8F10244B65FA}"/>
                    </a:ext>
                  </a:extLst>
                </p:cNvPr>
                <p:cNvSpPr txBox="1"/>
                <p:nvPr/>
              </p:nvSpPr>
              <p:spPr>
                <a:xfrm>
                  <a:off x="4124072" y="3607213"/>
                  <a:ext cx="1874601" cy="375616"/>
                </a:xfrm>
                <a:prstGeom prst="rect">
                  <a:avLst/>
                </a:prstGeom>
                <a:noFill/>
              </p:spPr>
              <p:txBody>
                <a:bodyPr wrap="square">
                  <a:spAutoFit/>
                </a:bodyPr>
                <a:lstStyle/>
                <a:p>
                  <a:pP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施策にかかるコスト</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65" name="テキスト ボックス 64">
                  <a:extLst>
                    <a:ext uri="{FF2B5EF4-FFF2-40B4-BE49-F238E27FC236}">
                      <a16:creationId xmlns:a16="http://schemas.microsoft.com/office/drawing/2014/main" id="{49B14A27-1179-9333-43CC-B5BCBF831FA8}"/>
                    </a:ext>
                  </a:extLst>
                </p:cNvPr>
                <p:cNvSpPr txBox="1"/>
                <p:nvPr/>
              </p:nvSpPr>
              <p:spPr>
                <a:xfrm>
                  <a:off x="3732616" y="3598437"/>
                  <a:ext cx="443809" cy="369525"/>
                </a:xfrm>
                <a:prstGeom prst="rect">
                  <a:avLst/>
                </a:prstGeom>
                <a:noFill/>
              </p:spPr>
              <p:txBody>
                <a:bodyPr wrap="square">
                  <a:spAutoFit/>
                </a:bodyPr>
                <a:lstStyle/>
                <a:p>
                  <a:pPr algn="ctr">
                    <a:lnSpc>
                      <a:spcPts val="2480"/>
                    </a:lnSpc>
                    <a:defRPr/>
                  </a:pPr>
                  <a:r>
                    <a:rPr kumimoji="1" lang="ja-JP" altLang="en-US" sz="12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ー</a:t>
                  </a:r>
                  <a:endParaRPr kumimoji="1" lang="en-US" altLang="ja-JP" sz="12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66" name="テキスト ボックス 65">
                  <a:extLst>
                    <a:ext uri="{FF2B5EF4-FFF2-40B4-BE49-F238E27FC236}">
                      <a16:creationId xmlns:a16="http://schemas.microsoft.com/office/drawing/2014/main" id="{6A910C95-736B-11C3-3CD9-7E7B4CB4581B}"/>
                    </a:ext>
                  </a:extLst>
                </p:cNvPr>
                <p:cNvSpPr txBox="1"/>
                <p:nvPr/>
              </p:nvSpPr>
              <p:spPr>
                <a:xfrm>
                  <a:off x="1240773" y="3607213"/>
                  <a:ext cx="2557519" cy="375616"/>
                </a:xfrm>
                <a:prstGeom prst="rect">
                  <a:avLst/>
                </a:prstGeom>
                <a:noFill/>
              </p:spPr>
              <p:txBody>
                <a:bodyPr wrap="square">
                  <a:spAutoFit/>
                </a:bodyPr>
                <a:lstStyle/>
                <a:p>
                  <a:pP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施策により得られるリターン</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sp>
          <p:nvSpPr>
            <p:cNvPr id="68" name="テキスト ボックス 67">
              <a:extLst>
                <a:ext uri="{FF2B5EF4-FFF2-40B4-BE49-F238E27FC236}">
                  <a16:creationId xmlns:a16="http://schemas.microsoft.com/office/drawing/2014/main" id="{8C78D15A-9030-4D71-1377-49BBD8753030}"/>
                </a:ext>
              </a:extLst>
            </p:cNvPr>
            <p:cNvSpPr txBox="1"/>
            <p:nvPr/>
          </p:nvSpPr>
          <p:spPr>
            <a:xfrm>
              <a:off x="6030600" y="5071077"/>
              <a:ext cx="443809" cy="387863"/>
            </a:xfrm>
            <a:prstGeom prst="rect">
              <a:avLst/>
            </a:prstGeom>
            <a:noFill/>
          </p:spPr>
          <p:txBody>
            <a:bodyPr wrap="square">
              <a:spAutoFit/>
            </a:bodyPr>
            <a:lstStyle/>
            <a:p>
              <a:pPr algn="ctr">
                <a:lnSpc>
                  <a:spcPts val="2480"/>
                </a:lnSpc>
                <a:defRPr/>
              </a:pPr>
              <a:r>
                <a:rPr kumimoji="1" lang="ja-JP" altLang="en-US" sz="16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endPar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spTree>
    <p:extLst>
      <p:ext uri="{BB962C8B-B14F-4D97-AF65-F5344CB8AC3E}">
        <p14:creationId xmlns:p14="http://schemas.microsoft.com/office/powerpoint/2010/main" val="3687115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9" name="図 98">
            <a:extLst>
              <a:ext uri="{FF2B5EF4-FFF2-40B4-BE49-F238E27FC236}">
                <a16:creationId xmlns:a16="http://schemas.microsoft.com/office/drawing/2014/main" id="{DC45FA44-29B6-3529-9941-0A345753C86A}"/>
              </a:ext>
            </a:extLst>
          </p:cNvPr>
          <p:cNvPicPr>
            <a:picLocks noChangeAspect="1"/>
          </p:cNvPicPr>
          <p:nvPr/>
        </p:nvPicPr>
        <p:blipFill>
          <a:blip r:embed="rId3"/>
          <a:srcRect l="3774" t="2274" r="4426" b="1967"/>
          <a:stretch>
            <a:fillRect/>
          </a:stretch>
        </p:blipFill>
        <p:spPr>
          <a:xfrm>
            <a:off x="550161" y="1764990"/>
            <a:ext cx="2617286" cy="2413738"/>
          </a:xfrm>
          <a:prstGeom prst="rect">
            <a:avLst/>
          </a:prstGeom>
        </p:spPr>
      </p:pic>
      <p:sp>
        <p:nvSpPr>
          <p:cNvPr id="2" name="テキスト ボックス 1">
            <a:extLst>
              <a:ext uri="{FF2B5EF4-FFF2-40B4-BE49-F238E27FC236}">
                <a16:creationId xmlns:a16="http://schemas.microsoft.com/office/drawing/2014/main" id="{FE4AE00E-AB66-7589-1510-A780E0A56AED}"/>
              </a:ext>
            </a:extLst>
          </p:cNvPr>
          <p:cNvSpPr txBox="1"/>
          <p:nvPr/>
        </p:nvSpPr>
        <p:spPr>
          <a:xfrm>
            <a:off x="223842" y="485067"/>
            <a:ext cx="11507136" cy="50761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3715" tIns="83715" rIns="83715" bIns="83715" numCol="1" spcCol="38100" rtlCol="0" anchor="ctr">
            <a:spAutoFit/>
          </a:bodyPr>
          <a:lstStyle/>
          <a:p>
            <a:pPr indent="66714" defTabSz="438410" hangingPunct="0">
              <a:defRPr/>
            </a:pPr>
            <a:r>
              <a:rPr lang="ja-JP" altLang="en-US" sz="2200" b="1" spc="50">
                <a:solidFill>
                  <a:srgbClr val="42557A"/>
                </a:solidFill>
                <a:latin typeface="源ノ角ゴシック JP" panose="020B0500000000000000" pitchFamily="34" charset="-128"/>
                <a:ea typeface="源ノ角ゴシック JP" panose="020B0500000000000000" pitchFamily="34" charset="-128"/>
              </a:rPr>
              <a:t>「対応」商品の一部を、軽食系の新商品に置き換える施策を提案する</a:t>
            </a:r>
            <a:endParaRPr lang="en-US" altLang="ja-JP" sz="2200" b="1" spc="50" dirty="0">
              <a:solidFill>
                <a:srgbClr val="42557A"/>
              </a:solidFill>
              <a:latin typeface="源ノ角ゴシック JP" panose="020B0500000000000000" pitchFamily="34" charset="-128"/>
              <a:ea typeface="源ノ角ゴシック JP" panose="020B0500000000000000" pitchFamily="34" charset="-128"/>
            </a:endParaRPr>
          </a:p>
        </p:txBody>
      </p:sp>
      <p:sp>
        <p:nvSpPr>
          <p:cNvPr id="6" name="テキスト ボックス 5">
            <a:extLst>
              <a:ext uri="{FF2B5EF4-FFF2-40B4-BE49-F238E27FC236}">
                <a16:creationId xmlns:a16="http://schemas.microsoft.com/office/drawing/2014/main" id="{57EF726F-9284-4F1B-FCE6-78B04A5E5F1F}"/>
              </a:ext>
            </a:extLst>
          </p:cNvPr>
          <p:cNvSpPr txBox="1"/>
          <p:nvPr/>
        </p:nvSpPr>
        <p:spPr>
          <a:xfrm>
            <a:off x="462824" y="1129326"/>
            <a:ext cx="8449035" cy="349839"/>
          </a:xfrm>
          <a:prstGeom prst="rect">
            <a:avLst/>
          </a:prstGeom>
          <a:noFill/>
        </p:spPr>
        <p:txBody>
          <a:bodyPr wrap="square">
            <a:spAutoFit/>
          </a:bodyPr>
          <a:lstStyle/>
          <a:p>
            <a:pPr>
              <a:lnSpc>
                <a:spcPts val="2180"/>
              </a:lnSpc>
              <a:defRPr/>
            </a:pPr>
            <a:r>
              <a:rPr kumimoji="1" lang="ja-JP" altLang="en-US" sz="1500" spc="50">
                <a:solidFill>
                  <a:srgbClr val="DCD8DC">
                    <a:lumMod val="25000"/>
                  </a:srgbClr>
                </a:solidFill>
                <a:latin typeface="源ノ角ゴシック JP" panose="020B0500000000000000" pitchFamily="34" charset="-128"/>
                <a:ea typeface="源ノ角ゴシック JP" panose="020B0500000000000000" pitchFamily="34" charset="-128"/>
              </a:rPr>
              <a:t>売上増加額は、新商品と、置き換えられる商品の想定売上額の差分として算出した</a:t>
            </a:r>
            <a:endParaRPr kumimoji="1" lang="en-US" altLang="ja-JP" sz="1500" spc="50" dirty="0">
              <a:solidFill>
                <a:srgbClr val="DCD8DC">
                  <a:lumMod val="25000"/>
                </a:srgbClr>
              </a:solidFill>
              <a:latin typeface="源ノ角ゴシック JP" panose="020B0500000000000000" pitchFamily="34" charset="-128"/>
              <a:ea typeface="源ノ角ゴシック JP" panose="020B0500000000000000" pitchFamily="34" charset="-128"/>
            </a:endParaRPr>
          </a:p>
        </p:txBody>
      </p:sp>
      <p:grpSp>
        <p:nvGrpSpPr>
          <p:cNvPr id="96" name="グループ化 95">
            <a:extLst>
              <a:ext uri="{FF2B5EF4-FFF2-40B4-BE49-F238E27FC236}">
                <a16:creationId xmlns:a16="http://schemas.microsoft.com/office/drawing/2014/main" id="{FD38D855-A804-AB03-9FAD-5909AC24A973}"/>
              </a:ext>
            </a:extLst>
          </p:cNvPr>
          <p:cNvGrpSpPr/>
          <p:nvPr/>
        </p:nvGrpSpPr>
        <p:grpSpPr>
          <a:xfrm>
            <a:off x="3463238" y="1682077"/>
            <a:ext cx="8164533" cy="4718992"/>
            <a:chOff x="1431475" y="1687808"/>
            <a:chExt cx="8164533" cy="4718992"/>
          </a:xfrm>
        </p:grpSpPr>
        <p:grpSp>
          <p:nvGrpSpPr>
            <p:cNvPr id="74" name="グループ化 73">
              <a:extLst>
                <a:ext uri="{FF2B5EF4-FFF2-40B4-BE49-F238E27FC236}">
                  <a16:creationId xmlns:a16="http://schemas.microsoft.com/office/drawing/2014/main" id="{74963D55-93A3-D84C-D203-A9877CCA363E}"/>
                </a:ext>
              </a:extLst>
            </p:cNvPr>
            <p:cNvGrpSpPr/>
            <p:nvPr/>
          </p:nvGrpSpPr>
          <p:grpSpPr>
            <a:xfrm>
              <a:off x="1431475" y="1687808"/>
              <a:ext cx="8164533" cy="1382905"/>
              <a:chOff x="809028" y="2353068"/>
              <a:chExt cx="8164533" cy="1382905"/>
            </a:xfrm>
          </p:grpSpPr>
          <p:grpSp>
            <p:nvGrpSpPr>
              <p:cNvPr id="42" name="グループ化 41">
                <a:extLst>
                  <a:ext uri="{FF2B5EF4-FFF2-40B4-BE49-F238E27FC236}">
                    <a16:creationId xmlns:a16="http://schemas.microsoft.com/office/drawing/2014/main" id="{06E0BE9E-C060-E0A0-BE59-0F9106E5836F}"/>
                  </a:ext>
                </a:extLst>
              </p:cNvPr>
              <p:cNvGrpSpPr/>
              <p:nvPr/>
            </p:nvGrpSpPr>
            <p:grpSpPr>
              <a:xfrm>
                <a:off x="809028" y="2353068"/>
                <a:ext cx="8164533" cy="1356592"/>
                <a:chOff x="809028" y="2342051"/>
                <a:chExt cx="8164533" cy="1356592"/>
              </a:xfrm>
            </p:grpSpPr>
            <p:sp>
              <p:nvSpPr>
                <p:cNvPr id="14" name="テキスト ボックス 13">
                  <a:extLst>
                    <a:ext uri="{FF2B5EF4-FFF2-40B4-BE49-F238E27FC236}">
                      <a16:creationId xmlns:a16="http://schemas.microsoft.com/office/drawing/2014/main" id="{52D0EFB1-88AC-FB1E-23A3-BB3DA1A9D0A8}"/>
                    </a:ext>
                  </a:extLst>
                </p:cNvPr>
                <p:cNvSpPr txBox="1"/>
                <p:nvPr/>
              </p:nvSpPr>
              <p:spPr>
                <a:xfrm>
                  <a:off x="3029566" y="3323027"/>
                  <a:ext cx="1285399"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1</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億</a:t>
                  </a: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3300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万円</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nvGrpSpPr>
                <p:cNvPr id="32" name="グループ化 31">
                  <a:extLst>
                    <a:ext uri="{FF2B5EF4-FFF2-40B4-BE49-F238E27FC236}">
                      <a16:creationId xmlns:a16="http://schemas.microsoft.com/office/drawing/2014/main" id="{D716D993-7A95-3DD9-1C2A-2DE5BB7500F8}"/>
                    </a:ext>
                  </a:extLst>
                </p:cNvPr>
                <p:cNvGrpSpPr/>
                <p:nvPr/>
              </p:nvGrpSpPr>
              <p:grpSpPr>
                <a:xfrm>
                  <a:off x="809028" y="2342051"/>
                  <a:ext cx="8164533" cy="414894"/>
                  <a:chOff x="645774" y="2498227"/>
                  <a:chExt cx="8164533" cy="414894"/>
                </a:xfrm>
              </p:grpSpPr>
              <p:grpSp>
                <p:nvGrpSpPr>
                  <p:cNvPr id="10" name="グループ化 9">
                    <a:extLst>
                      <a:ext uri="{FF2B5EF4-FFF2-40B4-BE49-F238E27FC236}">
                        <a16:creationId xmlns:a16="http://schemas.microsoft.com/office/drawing/2014/main" id="{AD87AB1C-6329-CB2C-5F67-A0F2EB13D571}"/>
                      </a:ext>
                    </a:extLst>
                  </p:cNvPr>
                  <p:cNvGrpSpPr/>
                  <p:nvPr/>
                </p:nvGrpSpPr>
                <p:grpSpPr>
                  <a:xfrm>
                    <a:off x="645774" y="2498227"/>
                    <a:ext cx="6093964" cy="414894"/>
                    <a:chOff x="226695" y="3481380"/>
                    <a:chExt cx="6093964" cy="414894"/>
                  </a:xfrm>
                </p:grpSpPr>
                <p:sp>
                  <p:nvSpPr>
                    <p:cNvPr id="21" name="テキスト ボックス 20">
                      <a:extLst>
                        <a:ext uri="{FF2B5EF4-FFF2-40B4-BE49-F238E27FC236}">
                          <a16:creationId xmlns:a16="http://schemas.microsoft.com/office/drawing/2014/main" id="{CA1F4DCF-DA73-8169-1EA4-7EEE21DBB369}"/>
                        </a:ext>
                      </a:extLst>
                    </p:cNvPr>
                    <p:cNvSpPr txBox="1"/>
                    <p:nvPr/>
                  </p:nvSpPr>
                  <p:spPr>
                    <a:xfrm>
                      <a:off x="226695" y="3481380"/>
                      <a:ext cx="1870222" cy="375616"/>
                    </a:xfrm>
                    <a:prstGeom prst="rect">
                      <a:avLst/>
                    </a:prstGeom>
                    <a:noFill/>
                  </p:spPr>
                  <p:txBody>
                    <a:bodyPr wrap="square">
                      <a:spAutoFit/>
                    </a:bodyPr>
                    <a:lstStyle/>
                    <a:p>
                      <a:pP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新商品の想定売上額</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nvGrpSpPr>
                    <p:cNvPr id="22" name="グループ化 21">
                      <a:extLst>
                        <a:ext uri="{FF2B5EF4-FFF2-40B4-BE49-F238E27FC236}">
                          <a16:creationId xmlns:a16="http://schemas.microsoft.com/office/drawing/2014/main" id="{982F5353-5B16-AB82-52F9-2B735D48E718}"/>
                        </a:ext>
                      </a:extLst>
                    </p:cNvPr>
                    <p:cNvGrpSpPr/>
                    <p:nvPr/>
                  </p:nvGrpSpPr>
                  <p:grpSpPr>
                    <a:xfrm>
                      <a:off x="2014427" y="3485563"/>
                      <a:ext cx="4306232" cy="410711"/>
                      <a:chOff x="800938" y="3601932"/>
                      <a:chExt cx="4306232" cy="410711"/>
                    </a:xfrm>
                  </p:grpSpPr>
                  <p:sp>
                    <p:nvSpPr>
                      <p:cNvPr id="23" name="テキスト ボックス 22">
                        <a:extLst>
                          <a:ext uri="{FF2B5EF4-FFF2-40B4-BE49-F238E27FC236}">
                            <a16:creationId xmlns:a16="http://schemas.microsoft.com/office/drawing/2014/main" id="{C7CF1468-A085-C199-B8BA-B4D735BEA1DF}"/>
                          </a:ext>
                        </a:extLst>
                      </p:cNvPr>
                      <p:cNvSpPr txBox="1"/>
                      <p:nvPr/>
                    </p:nvSpPr>
                    <p:spPr>
                      <a:xfrm>
                        <a:off x="3302870" y="3609657"/>
                        <a:ext cx="758391" cy="375616"/>
                      </a:xfrm>
                      <a:prstGeom prst="rect">
                        <a:avLst/>
                      </a:prstGeom>
                      <a:noFill/>
                    </p:spPr>
                    <p:txBody>
                      <a:bodyPr wrap="square">
                        <a:spAutoFit/>
                      </a:bodyPr>
                      <a:lstStyle/>
                      <a:p>
                        <a:pPr algn="ct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売値</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24" name="テキスト ボックス 23">
                        <a:extLst>
                          <a:ext uri="{FF2B5EF4-FFF2-40B4-BE49-F238E27FC236}">
                            <a16:creationId xmlns:a16="http://schemas.microsoft.com/office/drawing/2014/main" id="{55B1CFFB-F340-BD96-8C69-0FA7EA44B257}"/>
                          </a:ext>
                        </a:extLst>
                      </p:cNvPr>
                      <p:cNvSpPr txBox="1"/>
                      <p:nvPr/>
                    </p:nvSpPr>
                    <p:spPr>
                      <a:xfrm>
                        <a:off x="800938" y="3624780"/>
                        <a:ext cx="443809" cy="387863"/>
                      </a:xfrm>
                      <a:prstGeom prst="rect">
                        <a:avLst/>
                      </a:prstGeom>
                      <a:noFill/>
                    </p:spPr>
                    <p:txBody>
                      <a:bodyPr wrap="square">
                        <a:spAutoFit/>
                      </a:bodyPr>
                      <a:lstStyle/>
                      <a:p>
                        <a:pPr algn="ctr">
                          <a:lnSpc>
                            <a:spcPts val="2480"/>
                          </a:lnSpc>
                          <a:defRPr/>
                        </a:pPr>
                        <a:r>
                          <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25" name="テキスト ボックス 24">
                        <a:extLst>
                          <a:ext uri="{FF2B5EF4-FFF2-40B4-BE49-F238E27FC236}">
                            <a16:creationId xmlns:a16="http://schemas.microsoft.com/office/drawing/2014/main" id="{DDCC2136-7499-5E6B-6966-304D8C7BB015}"/>
                          </a:ext>
                        </a:extLst>
                      </p:cNvPr>
                      <p:cNvSpPr txBox="1"/>
                      <p:nvPr/>
                    </p:nvSpPr>
                    <p:spPr>
                      <a:xfrm>
                        <a:off x="2984632" y="3616381"/>
                        <a:ext cx="443809" cy="378693"/>
                      </a:xfrm>
                      <a:prstGeom prst="rect">
                        <a:avLst/>
                      </a:prstGeom>
                      <a:noFill/>
                    </p:spPr>
                    <p:txBody>
                      <a:bodyPr wrap="square">
                        <a:spAutoFit/>
                      </a:bodyPr>
                      <a:lstStyle/>
                      <a:p>
                        <a:pPr algn="ctr">
                          <a:lnSpc>
                            <a:spcPts val="2480"/>
                          </a:lnSpc>
                          <a:defRPr/>
                        </a:pPr>
                        <a:r>
                          <a:rPr kumimoji="1" lang="en-US" altLang="ja-JP" sz="15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26" name="テキスト ボックス 25">
                        <a:extLst>
                          <a:ext uri="{FF2B5EF4-FFF2-40B4-BE49-F238E27FC236}">
                            <a16:creationId xmlns:a16="http://schemas.microsoft.com/office/drawing/2014/main" id="{6CFAF910-9B03-7600-E309-8DFFCED12E6B}"/>
                          </a:ext>
                        </a:extLst>
                      </p:cNvPr>
                      <p:cNvSpPr txBox="1"/>
                      <p:nvPr/>
                    </p:nvSpPr>
                    <p:spPr>
                      <a:xfrm>
                        <a:off x="4348779" y="3601932"/>
                        <a:ext cx="758391" cy="375616"/>
                      </a:xfrm>
                      <a:prstGeom prst="rect">
                        <a:avLst/>
                      </a:prstGeom>
                      <a:noFill/>
                    </p:spPr>
                    <p:txBody>
                      <a:bodyPr wrap="square">
                        <a:spAutoFit/>
                      </a:bodyPr>
                      <a:lstStyle/>
                      <a:p>
                        <a:pP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商品数</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28" name="テキスト ボックス 27">
                        <a:extLst>
                          <a:ext uri="{FF2B5EF4-FFF2-40B4-BE49-F238E27FC236}">
                            <a16:creationId xmlns:a16="http://schemas.microsoft.com/office/drawing/2014/main" id="{FD52F27F-4985-EEE7-1DE4-939C0DC9F250}"/>
                          </a:ext>
                        </a:extLst>
                      </p:cNvPr>
                      <p:cNvSpPr txBox="1"/>
                      <p:nvPr/>
                    </p:nvSpPr>
                    <p:spPr>
                      <a:xfrm>
                        <a:off x="1179411" y="3607213"/>
                        <a:ext cx="1853067" cy="375616"/>
                      </a:xfrm>
                      <a:prstGeom prst="rect">
                        <a:avLst/>
                      </a:prstGeom>
                      <a:noFill/>
                    </p:spPr>
                    <p:txBody>
                      <a:bodyPr wrap="square">
                        <a:spAutoFit/>
                      </a:bodyPr>
                      <a:lstStyle/>
                      <a:p>
                        <a:pPr algn="ct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新商品の購買記録数</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sp>
                <p:nvSpPr>
                  <p:cNvPr id="29" name="テキスト ボックス 28">
                    <a:extLst>
                      <a:ext uri="{FF2B5EF4-FFF2-40B4-BE49-F238E27FC236}">
                        <a16:creationId xmlns:a16="http://schemas.microsoft.com/office/drawing/2014/main" id="{F6660E78-379F-0B0B-8F24-6E308E092707}"/>
                      </a:ext>
                    </a:extLst>
                  </p:cNvPr>
                  <p:cNvSpPr txBox="1"/>
                  <p:nvPr/>
                </p:nvSpPr>
                <p:spPr>
                  <a:xfrm>
                    <a:off x="7090251" y="2498227"/>
                    <a:ext cx="1720056" cy="375616"/>
                  </a:xfrm>
                  <a:prstGeom prst="rect">
                    <a:avLst/>
                  </a:prstGeom>
                  <a:noFill/>
                </p:spPr>
                <p:txBody>
                  <a:bodyPr wrap="square">
                    <a:spAutoFit/>
                  </a:bodyPr>
                  <a:lstStyle/>
                  <a:p>
                    <a:pP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若年層の利用者数</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30" name="テキスト ボックス 29">
                    <a:extLst>
                      <a:ext uri="{FF2B5EF4-FFF2-40B4-BE49-F238E27FC236}">
                        <a16:creationId xmlns:a16="http://schemas.microsoft.com/office/drawing/2014/main" id="{B6FF23B6-FF0D-4A00-F1B4-065A2EB1E5D6}"/>
                      </a:ext>
                    </a:extLst>
                  </p:cNvPr>
                  <p:cNvSpPr txBox="1"/>
                  <p:nvPr/>
                </p:nvSpPr>
                <p:spPr>
                  <a:xfrm>
                    <a:off x="5563709" y="2512647"/>
                    <a:ext cx="443809" cy="378693"/>
                  </a:xfrm>
                  <a:prstGeom prst="rect">
                    <a:avLst/>
                  </a:prstGeom>
                  <a:noFill/>
                </p:spPr>
                <p:txBody>
                  <a:bodyPr wrap="square">
                    <a:spAutoFit/>
                  </a:bodyPr>
                  <a:lstStyle/>
                  <a:p>
                    <a:pPr algn="ctr">
                      <a:lnSpc>
                        <a:spcPts val="2480"/>
                      </a:lnSpc>
                      <a:defRPr/>
                    </a:pPr>
                    <a:r>
                      <a:rPr kumimoji="1" lang="en-US" altLang="ja-JP" sz="15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31" name="テキスト ボックス 30">
                    <a:extLst>
                      <a:ext uri="{FF2B5EF4-FFF2-40B4-BE49-F238E27FC236}">
                        <a16:creationId xmlns:a16="http://schemas.microsoft.com/office/drawing/2014/main" id="{981F55A4-DE85-68B5-D0BD-9E3BF4BD1337}"/>
                      </a:ext>
                    </a:extLst>
                  </p:cNvPr>
                  <p:cNvSpPr txBox="1"/>
                  <p:nvPr/>
                </p:nvSpPr>
                <p:spPr>
                  <a:xfrm>
                    <a:off x="6668054" y="2504614"/>
                    <a:ext cx="443809" cy="378693"/>
                  </a:xfrm>
                  <a:prstGeom prst="rect">
                    <a:avLst/>
                  </a:prstGeom>
                  <a:noFill/>
                </p:spPr>
                <p:txBody>
                  <a:bodyPr wrap="square">
                    <a:spAutoFit/>
                  </a:bodyPr>
                  <a:lstStyle/>
                  <a:p>
                    <a:pPr algn="ctr">
                      <a:lnSpc>
                        <a:spcPts val="2480"/>
                      </a:lnSpc>
                      <a:defRPr/>
                    </a:pPr>
                    <a:r>
                      <a:rPr kumimoji="1" lang="en-US" altLang="ja-JP" sz="15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grpSp>
            <p:grpSp>
              <p:nvGrpSpPr>
                <p:cNvPr id="41" name="グループ化 40">
                  <a:extLst>
                    <a:ext uri="{FF2B5EF4-FFF2-40B4-BE49-F238E27FC236}">
                      <a16:creationId xmlns:a16="http://schemas.microsoft.com/office/drawing/2014/main" id="{263FFD40-7FFB-6428-24C2-E0EE6E9F70A5}"/>
                    </a:ext>
                  </a:extLst>
                </p:cNvPr>
                <p:cNvGrpSpPr/>
                <p:nvPr/>
              </p:nvGrpSpPr>
              <p:grpSpPr>
                <a:xfrm>
                  <a:off x="2596760" y="2672338"/>
                  <a:ext cx="5395595" cy="698817"/>
                  <a:chOff x="2596760" y="2596138"/>
                  <a:chExt cx="5395595" cy="698817"/>
                </a:xfrm>
              </p:grpSpPr>
              <p:grpSp>
                <p:nvGrpSpPr>
                  <p:cNvPr id="34" name="グループ化 33">
                    <a:extLst>
                      <a:ext uri="{FF2B5EF4-FFF2-40B4-BE49-F238E27FC236}">
                        <a16:creationId xmlns:a16="http://schemas.microsoft.com/office/drawing/2014/main" id="{C36139BB-E4F8-D91F-EDE3-77922A594F73}"/>
                      </a:ext>
                    </a:extLst>
                  </p:cNvPr>
                  <p:cNvGrpSpPr/>
                  <p:nvPr/>
                </p:nvGrpSpPr>
                <p:grpSpPr>
                  <a:xfrm>
                    <a:off x="2596760" y="2744213"/>
                    <a:ext cx="4047568" cy="410702"/>
                    <a:chOff x="2596760" y="2744213"/>
                    <a:chExt cx="4047568" cy="410702"/>
                  </a:xfrm>
                </p:grpSpPr>
                <p:grpSp>
                  <p:nvGrpSpPr>
                    <p:cNvPr id="11" name="グループ化 10">
                      <a:extLst>
                        <a:ext uri="{FF2B5EF4-FFF2-40B4-BE49-F238E27FC236}">
                          <a16:creationId xmlns:a16="http://schemas.microsoft.com/office/drawing/2014/main" id="{F36D4E02-EBFF-62F9-5180-F0804151ED9B}"/>
                        </a:ext>
                      </a:extLst>
                    </p:cNvPr>
                    <p:cNvGrpSpPr/>
                    <p:nvPr/>
                  </p:nvGrpSpPr>
                  <p:grpSpPr>
                    <a:xfrm>
                      <a:off x="2596760" y="2744213"/>
                      <a:ext cx="4047568" cy="410702"/>
                      <a:chOff x="880733" y="3983644"/>
                      <a:chExt cx="4047568" cy="410702"/>
                    </a:xfrm>
                  </p:grpSpPr>
                  <p:sp>
                    <p:nvSpPr>
                      <p:cNvPr id="15" name="テキスト ボックス 14">
                        <a:extLst>
                          <a:ext uri="{FF2B5EF4-FFF2-40B4-BE49-F238E27FC236}">
                            <a16:creationId xmlns:a16="http://schemas.microsoft.com/office/drawing/2014/main" id="{579FEC61-FC7D-4DB3-D3B2-0E963C9C020D}"/>
                          </a:ext>
                        </a:extLst>
                      </p:cNvPr>
                      <p:cNvSpPr txBox="1"/>
                      <p:nvPr/>
                    </p:nvSpPr>
                    <p:spPr>
                      <a:xfrm>
                        <a:off x="880733" y="4006483"/>
                        <a:ext cx="443809" cy="387863"/>
                      </a:xfrm>
                      <a:prstGeom prst="rect">
                        <a:avLst/>
                      </a:prstGeom>
                      <a:noFill/>
                    </p:spPr>
                    <p:txBody>
                      <a:bodyPr wrap="square">
                        <a:spAutoFit/>
                      </a:bodyPr>
                      <a:lstStyle/>
                      <a:p>
                        <a:pPr algn="ctr">
                          <a:lnSpc>
                            <a:spcPts val="2480"/>
                          </a:lnSpc>
                          <a:defRPr/>
                        </a:pPr>
                        <a:r>
                          <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16" name="テキスト ボックス 15">
                        <a:extLst>
                          <a:ext uri="{FF2B5EF4-FFF2-40B4-BE49-F238E27FC236}">
                            <a16:creationId xmlns:a16="http://schemas.microsoft.com/office/drawing/2014/main" id="{6D1EC4BB-4575-4147-E7FC-DA11CFAEE4FF}"/>
                          </a:ext>
                        </a:extLst>
                      </p:cNvPr>
                      <p:cNvSpPr txBox="1"/>
                      <p:nvPr/>
                    </p:nvSpPr>
                    <p:spPr>
                      <a:xfrm>
                        <a:off x="4396056" y="3983742"/>
                        <a:ext cx="532245"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5</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つ</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17" name="テキスト ボックス 16">
                        <a:extLst>
                          <a:ext uri="{FF2B5EF4-FFF2-40B4-BE49-F238E27FC236}">
                            <a16:creationId xmlns:a16="http://schemas.microsoft.com/office/drawing/2014/main" id="{7A3436B9-34FB-72A3-2726-BCFADDD719F6}"/>
                          </a:ext>
                        </a:extLst>
                      </p:cNvPr>
                      <p:cNvSpPr txBox="1"/>
                      <p:nvPr/>
                    </p:nvSpPr>
                    <p:spPr>
                      <a:xfrm>
                        <a:off x="2900707" y="3997721"/>
                        <a:ext cx="443809" cy="396262"/>
                      </a:xfrm>
                      <a:prstGeom prst="rect">
                        <a:avLst/>
                      </a:prstGeom>
                      <a:noFill/>
                    </p:spPr>
                    <p:txBody>
                      <a:bodyPr wrap="square">
                        <a:spAutoFit/>
                      </a:bodyPr>
                      <a:lstStyle/>
                      <a:p>
                        <a:pPr algn="ctr">
                          <a:lnSpc>
                            <a:spcPts val="2480"/>
                          </a:lnSpc>
                          <a:defRPr/>
                        </a:pPr>
                        <a:r>
                          <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18" name="テキスト ボックス 17">
                        <a:extLst>
                          <a:ext uri="{FF2B5EF4-FFF2-40B4-BE49-F238E27FC236}">
                            <a16:creationId xmlns:a16="http://schemas.microsoft.com/office/drawing/2014/main" id="{A8DABA1C-46CC-87D0-45BF-B5D095C57C66}"/>
                          </a:ext>
                        </a:extLst>
                      </p:cNvPr>
                      <p:cNvSpPr txBox="1"/>
                      <p:nvPr/>
                    </p:nvSpPr>
                    <p:spPr>
                      <a:xfrm>
                        <a:off x="3273120" y="3983644"/>
                        <a:ext cx="758391" cy="375616"/>
                      </a:xfrm>
                      <a:prstGeom prst="rect">
                        <a:avLst/>
                      </a:prstGeom>
                      <a:noFill/>
                    </p:spPr>
                    <p:txBody>
                      <a:bodyPr wrap="square">
                        <a:spAutoFit/>
                      </a:bodyPr>
                      <a:lstStyle/>
                      <a:p>
                        <a:pPr algn="ct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500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円</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19" name="テキスト ボックス 18">
                        <a:extLst>
                          <a:ext uri="{FF2B5EF4-FFF2-40B4-BE49-F238E27FC236}">
                            <a16:creationId xmlns:a16="http://schemas.microsoft.com/office/drawing/2014/main" id="{DCF653BF-B665-FD68-4D57-6B6F3105F2A8}"/>
                          </a:ext>
                        </a:extLst>
                      </p:cNvPr>
                      <p:cNvSpPr txBox="1"/>
                      <p:nvPr/>
                    </p:nvSpPr>
                    <p:spPr>
                      <a:xfrm>
                        <a:off x="1313548" y="3983742"/>
                        <a:ext cx="1734727"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2.460</a:t>
                        </a:r>
                        <a:r>
                          <a:rPr kumimoji="1" lang="ja-JP" altLang="en-US" sz="11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（件</a:t>
                        </a:r>
                        <a:r>
                          <a:rPr kumimoji="1" lang="en-US" altLang="ja-JP" sz="11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 / 1000</a:t>
                        </a:r>
                        <a:r>
                          <a:rPr kumimoji="1" lang="ja-JP" altLang="en-US" sz="11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人）</a:t>
                        </a:r>
                        <a:endParaRPr kumimoji="1" lang="en-US" altLang="ja-JP" sz="11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sp>
                  <p:nvSpPr>
                    <p:cNvPr id="33" name="テキスト ボックス 32">
                      <a:extLst>
                        <a:ext uri="{FF2B5EF4-FFF2-40B4-BE49-F238E27FC236}">
                          <a16:creationId xmlns:a16="http://schemas.microsoft.com/office/drawing/2014/main" id="{BBAB1E34-3B1D-F16E-4367-BFC93E5EDF25}"/>
                        </a:ext>
                      </a:extLst>
                    </p:cNvPr>
                    <p:cNvSpPr txBox="1"/>
                    <p:nvPr/>
                  </p:nvSpPr>
                  <p:spPr>
                    <a:xfrm>
                      <a:off x="5669574" y="2756246"/>
                      <a:ext cx="443809" cy="396262"/>
                    </a:xfrm>
                    <a:prstGeom prst="rect">
                      <a:avLst/>
                    </a:prstGeom>
                    <a:noFill/>
                  </p:spPr>
                  <p:txBody>
                    <a:bodyPr wrap="square">
                      <a:spAutoFit/>
                    </a:bodyPr>
                    <a:lstStyle/>
                    <a:p>
                      <a:pPr algn="ctr">
                        <a:lnSpc>
                          <a:spcPts val="2480"/>
                        </a:lnSpc>
                        <a:defRPr/>
                      </a:pPr>
                      <a:r>
                        <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grpSp>
              <p:sp>
                <p:nvSpPr>
                  <p:cNvPr id="35" name="テキスト ボックス 34">
                    <a:extLst>
                      <a:ext uri="{FF2B5EF4-FFF2-40B4-BE49-F238E27FC236}">
                        <a16:creationId xmlns:a16="http://schemas.microsoft.com/office/drawing/2014/main" id="{95681730-279B-80D8-32A8-0280646CB801}"/>
                      </a:ext>
                    </a:extLst>
                  </p:cNvPr>
                  <p:cNvSpPr txBox="1"/>
                  <p:nvPr/>
                </p:nvSpPr>
                <p:spPr>
                  <a:xfrm>
                    <a:off x="6540652" y="2756246"/>
                    <a:ext cx="443809" cy="396262"/>
                  </a:xfrm>
                  <a:prstGeom prst="rect">
                    <a:avLst/>
                  </a:prstGeom>
                  <a:noFill/>
                </p:spPr>
                <p:txBody>
                  <a:bodyPr wrap="square">
                    <a:spAutoFit/>
                  </a:bodyPr>
                  <a:lstStyle/>
                  <a:p>
                    <a:pPr algn="ctr">
                      <a:lnSpc>
                        <a:spcPts val="2480"/>
                      </a:lnSpc>
                      <a:defRPr/>
                    </a:pPr>
                    <a:r>
                      <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grpSp>
                <p:nvGrpSpPr>
                  <p:cNvPr id="40" name="グループ化 39">
                    <a:extLst>
                      <a:ext uri="{FF2B5EF4-FFF2-40B4-BE49-F238E27FC236}">
                        <a16:creationId xmlns:a16="http://schemas.microsoft.com/office/drawing/2014/main" id="{01FC18BD-B782-1EF9-DBF7-93B05E25EDD1}"/>
                      </a:ext>
                    </a:extLst>
                  </p:cNvPr>
                  <p:cNvGrpSpPr/>
                  <p:nvPr/>
                </p:nvGrpSpPr>
                <p:grpSpPr>
                  <a:xfrm>
                    <a:off x="7024852" y="2596138"/>
                    <a:ext cx="967503" cy="698817"/>
                    <a:chOff x="7024852" y="2596138"/>
                    <a:chExt cx="967503" cy="698817"/>
                  </a:xfrm>
                </p:grpSpPr>
                <p:sp>
                  <p:nvSpPr>
                    <p:cNvPr id="36" name="テキスト ボックス 35">
                      <a:extLst>
                        <a:ext uri="{FF2B5EF4-FFF2-40B4-BE49-F238E27FC236}">
                          <a16:creationId xmlns:a16="http://schemas.microsoft.com/office/drawing/2014/main" id="{03B69B66-8BE4-2153-4FC5-B7CCC9B5B34B}"/>
                        </a:ext>
                      </a:extLst>
                    </p:cNvPr>
                    <p:cNvSpPr txBox="1"/>
                    <p:nvPr/>
                  </p:nvSpPr>
                  <p:spPr>
                    <a:xfrm>
                      <a:off x="7024852" y="2596138"/>
                      <a:ext cx="967503" cy="375616"/>
                    </a:xfrm>
                    <a:prstGeom prst="rect">
                      <a:avLst/>
                    </a:prstGeom>
                    <a:noFill/>
                  </p:spPr>
                  <p:txBody>
                    <a:bodyPr wrap="square">
                      <a:spAutoFit/>
                    </a:bodyPr>
                    <a:lstStyle/>
                    <a:p>
                      <a:pPr algn="ct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2150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万人</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37" name="テキスト ボックス 36">
                      <a:extLst>
                        <a:ext uri="{FF2B5EF4-FFF2-40B4-BE49-F238E27FC236}">
                          <a16:creationId xmlns:a16="http://schemas.microsoft.com/office/drawing/2014/main" id="{3736A2A0-993E-5693-9812-6AE19FB6CD85}"/>
                        </a:ext>
                      </a:extLst>
                    </p:cNvPr>
                    <p:cNvSpPr txBox="1"/>
                    <p:nvPr/>
                  </p:nvSpPr>
                  <p:spPr>
                    <a:xfrm>
                      <a:off x="7103167" y="2919339"/>
                      <a:ext cx="810872" cy="375616"/>
                    </a:xfrm>
                    <a:prstGeom prst="rect">
                      <a:avLst/>
                    </a:prstGeom>
                    <a:noFill/>
                  </p:spPr>
                  <p:txBody>
                    <a:bodyPr wrap="square">
                      <a:spAutoFit/>
                    </a:bodyPr>
                    <a:lstStyle/>
                    <a:p>
                      <a:pPr algn="ct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1000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人</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cxnSp>
                  <p:nvCxnSpPr>
                    <p:cNvPr id="39" name="直線コネクタ 38">
                      <a:extLst>
                        <a:ext uri="{FF2B5EF4-FFF2-40B4-BE49-F238E27FC236}">
                          <a16:creationId xmlns:a16="http://schemas.microsoft.com/office/drawing/2014/main" id="{022FF0C2-672E-9987-E823-B73F912A9233}"/>
                        </a:ext>
                      </a:extLst>
                    </p:cNvPr>
                    <p:cNvCxnSpPr/>
                    <p:nvPr/>
                  </p:nvCxnSpPr>
                  <p:spPr>
                    <a:xfrm>
                      <a:off x="7053212" y="2960983"/>
                      <a:ext cx="910784" cy="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grpSp>
          <p:sp>
            <p:nvSpPr>
              <p:cNvPr id="73" name="テキスト ボックス 72">
                <a:extLst>
                  <a:ext uri="{FF2B5EF4-FFF2-40B4-BE49-F238E27FC236}">
                    <a16:creationId xmlns:a16="http://schemas.microsoft.com/office/drawing/2014/main" id="{F946CD05-A3B4-BE0E-1E74-992275400DA9}"/>
                  </a:ext>
                </a:extLst>
              </p:cNvPr>
              <p:cNvSpPr txBox="1"/>
              <p:nvPr/>
            </p:nvSpPr>
            <p:spPr>
              <a:xfrm>
                <a:off x="2596759" y="3348110"/>
                <a:ext cx="443809" cy="387863"/>
              </a:xfrm>
              <a:prstGeom prst="rect">
                <a:avLst/>
              </a:prstGeom>
              <a:noFill/>
            </p:spPr>
            <p:txBody>
              <a:bodyPr wrap="square">
                <a:spAutoFit/>
              </a:bodyPr>
              <a:lstStyle/>
              <a:p>
                <a:pPr algn="ctr">
                  <a:lnSpc>
                    <a:spcPts val="2480"/>
                  </a:lnSpc>
                  <a:defRPr/>
                </a:pPr>
                <a:r>
                  <a:rPr kumimoji="1" lang="ja-JP" altLang="en-US" sz="16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endPar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nvGrpSpPr>
            <p:cNvPr id="77" name="グループ化 76">
              <a:extLst>
                <a:ext uri="{FF2B5EF4-FFF2-40B4-BE49-F238E27FC236}">
                  <a16:creationId xmlns:a16="http://schemas.microsoft.com/office/drawing/2014/main" id="{A8EFD93E-EEA9-0B17-4B4E-7F99E7CB4A84}"/>
                </a:ext>
              </a:extLst>
            </p:cNvPr>
            <p:cNvGrpSpPr/>
            <p:nvPr/>
          </p:nvGrpSpPr>
          <p:grpSpPr>
            <a:xfrm>
              <a:off x="1431475" y="3330678"/>
              <a:ext cx="8164533" cy="1486477"/>
              <a:chOff x="809028" y="3904609"/>
              <a:chExt cx="8164533" cy="1486477"/>
            </a:xfrm>
          </p:grpSpPr>
          <p:grpSp>
            <p:nvGrpSpPr>
              <p:cNvPr id="45" name="グループ化 44">
                <a:extLst>
                  <a:ext uri="{FF2B5EF4-FFF2-40B4-BE49-F238E27FC236}">
                    <a16:creationId xmlns:a16="http://schemas.microsoft.com/office/drawing/2014/main" id="{68C39A45-9547-34B9-6F94-645E0C69169A}"/>
                  </a:ext>
                </a:extLst>
              </p:cNvPr>
              <p:cNvGrpSpPr/>
              <p:nvPr/>
            </p:nvGrpSpPr>
            <p:grpSpPr>
              <a:xfrm>
                <a:off x="809028" y="3904609"/>
                <a:ext cx="8164533" cy="628890"/>
                <a:chOff x="645774" y="2421108"/>
                <a:chExt cx="8164533" cy="628890"/>
              </a:xfrm>
            </p:grpSpPr>
            <p:grpSp>
              <p:nvGrpSpPr>
                <p:cNvPr id="60" name="グループ化 59">
                  <a:extLst>
                    <a:ext uri="{FF2B5EF4-FFF2-40B4-BE49-F238E27FC236}">
                      <a16:creationId xmlns:a16="http://schemas.microsoft.com/office/drawing/2014/main" id="{F8F9D1F5-B8DC-0809-64A1-7F6F1FB166CF}"/>
                    </a:ext>
                  </a:extLst>
                </p:cNvPr>
                <p:cNvGrpSpPr/>
                <p:nvPr/>
              </p:nvGrpSpPr>
              <p:grpSpPr>
                <a:xfrm>
                  <a:off x="645774" y="2421108"/>
                  <a:ext cx="6093964" cy="628890"/>
                  <a:chOff x="226695" y="3404261"/>
                  <a:chExt cx="6093964" cy="628890"/>
                </a:xfrm>
              </p:grpSpPr>
              <p:sp>
                <p:nvSpPr>
                  <p:cNvPr id="64" name="テキスト ボックス 63">
                    <a:extLst>
                      <a:ext uri="{FF2B5EF4-FFF2-40B4-BE49-F238E27FC236}">
                        <a16:creationId xmlns:a16="http://schemas.microsoft.com/office/drawing/2014/main" id="{B643DCE0-4A0F-06E4-EAE6-DF1268C44183}"/>
                      </a:ext>
                    </a:extLst>
                  </p:cNvPr>
                  <p:cNvSpPr txBox="1"/>
                  <p:nvPr/>
                </p:nvSpPr>
                <p:spPr>
                  <a:xfrm>
                    <a:off x="226695" y="3404261"/>
                    <a:ext cx="1870222" cy="628890"/>
                  </a:xfrm>
                  <a:prstGeom prst="rect">
                    <a:avLst/>
                  </a:prstGeom>
                  <a:noFill/>
                </p:spPr>
                <p:txBody>
                  <a:bodyPr wrap="square">
                    <a:spAutoFit/>
                  </a:bodyPr>
                  <a:lstStyle/>
                  <a:p>
                    <a:pPr>
                      <a:lnSpc>
                        <a:spcPts val="20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置き換えられる商品の想定売上額</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nvGrpSpPr>
                  <p:cNvPr id="65" name="グループ化 64">
                    <a:extLst>
                      <a:ext uri="{FF2B5EF4-FFF2-40B4-BE49-F238E27FC236}">
                        <a16:creationId xmlns:a16="http://schemas.microsoft.com/office/drawing/2014/main" id="{F84B4C13-396A-C2DA-B02E-25F5CDAE5E5E}"/>
                      </a:ext>
                    </a:extLst>
                  </p:cNvPr>
                  <p:cNvGrpSpPr/>
                  <p:nvPr/>
                </p:nvGrpSpPr>
                <p:grpSpPr>
                  <a:xfrm>
                    <a:off x="2014427" y="3413725"/>
                    <a:ext cx="4306232" cy="606448"/>
                    <a:chOff x="800938" y="3530094"/>
                    <a:chExt cx="4306232" cy="606448"/>
                  </a:xfrm>
                </p:grpSpPr>
                <p:sp>
                  <p:nvSpPr>
                    <p:cNvPr id="66" name="テキスト ボックス 65">
                      <a:extLst>
                        <a:ext uri="{FF2B5EF4-FFF2-40B4-BE49-F238E27FC236}">
                          <a16:creationId xmlns:a16="http://schemas.microsoft.com/office/drawing/2014/main" id="{B3C41E2B-21B6-0A58-1229-65D3F07A6152}"/>
                        </a:ext>
                      </a:extLst>
                    </p:cNvPr>
                    <p:cNvSpPr txBox="1"/>
                    <p:nvPr/>
                  </p:nvSpPr>
                  <p:spPr>
                    <a:xfrm>
                      <a:off x="3302870" y="3609657"/>
                      <a:ext cx="758391" cy="375616"/>
                    </a:xfrm>
                    <a:prstGeom prst="rect">
                      <a:avLst/>
                    </a:prstGeom>
                    <a:noFill/>
                  </p:spPr>
                  <p:txBody>
                    <a:bodyPr wrap="square">
                      <a:spAutoFit/>
                    </a:bodyPr>
                    <a:lstStyle/>
                    <a:p>
                      <a:pPr algn="ct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売値</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67" name="テキスト ボックス 66">
                      <a:extLst>
                        <a:ext uri="{FF2B5EF4-FFF2-40B4-BE49-F238E27FC236}">
                          <a16:creationId xmlns:a16="http://schemas.microsoft.com/office/drawing/2014/main" id="{F274991F-E90E-4ACE-25C1-97E83F2AA81A}"/>
                        </a:ext>
                      </a:extLst>
                    </p:cNvPr>
                    <p:cNvSpPr txBox="1"/>
                    <p:nvPr/>
                  </p:nvSpPr>
                  <p:spPr>
                    <a:xfrm>
                      <a:off x="800938" y="3624780"/>
                      <a:ext cx="443809" cy="387863"/>
                    </a:xfrm>
                    <a:prstGeom prst="rect">
                      <a:avLst/>
                    </a:prstGeom>
                    <a:noFill/>
                  </p:spPr>
                  <p:txBody>
                    <a:bodyPr wrap="square">
                      <a:spAutoFit/>
                    </a:bodyPr>
                    <a:lstStyle/>
                    <a:p>
                      <a:pPr algn="ctr">
                        <a:lnSpc>
                          <a:spcPts val="2480"/>
                        </a:lnSpc>
                        <a:defRPr/>
                      </a:pPr>
                      <a:r>
                        <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68" name="テキスト ボックス 67">
                      <a:extLst>
                        <a:ext uri="{FF2B5EF4-FFF2-40B4-BE49-F238E27FC236}">
                          <a16:creationId xmlns:a16="http://schemas.microsoft.com/office/drawing/2014/main" id="{5CA56F2A-124A-C140-6B9D-2F35B8BDC5A8}"/>
                        </a:ext>
                      </a:extLst>
                    </p:cNvPr>
                    <p:cNvSpPr txBox="1"/>
                    <p:nvPr/>
                  </p:nvSpPr>
                  <p:spPr>
                    <a:xfrm>
                      <a:off x="2984632" y="3616381"/>
                      <a:ext cx="443809" cy="378693"/>
                    </a:xfrm>
                    <a:prstGeom prst="rect">
                      <a:avLst/>
                    </a:prstGeom>
                    <a:noFill/>
                  </p:spPr>
                  <p:txBody>
                    <a:bodyPr wrap="square">
                      <a:spAutoFit/>
                    </a:bodyPr>
                    <a:lstStyle/>
                    <a:p>
                      <a:pPr algn="ctr">
                        <a:lnSpc>
                          <a:spcPts val="2480"/>
                        </a:lnSpc>
                        <a:defRPr/>
                      </a:pPr>
                      <a:r>
                        <a:rPr kumimoji="1" lang="en-US" altLang="ja-JP" sz="15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69" name="テキスト ボックス 68">
                      <a:extLst>
                        <a:ext uri="{FF2B5EF4-FFF2-40B4-BE49-F238E27FC236}">
                          <a16:creationId xmlns:a16="http://schemas.microsoft.com/office/drawing/2014/main" id="{438CA342-4407-5CDC-9776-6FCE1B4DF609}"/>
                        </a:ext>
                      </a:extLst>
                    </p:cNvPr>
                    <p:cNvSpPr txBox="1"/>
                    <p:nvPr/>
                  </p:nvSpPr>
                  <p:spPr>
                    <a:xfrm>
                      <a:off x="4348779" y="3601932"/>
                      <a:ext cx="758391" cy="375616"/>
                    </a:xfrm>
                    <a:prstGeom prst="rect">
                      <a:avLst/>
                    </a:prstGeom>
                    <a:noFill/>
                  </p:spPr>
                  <p:txBody>
                    <a:bodyPr wrap="square">
                      <a:spAutoFit/>
                    </a:bodyPr>
                    <a:lstStyle/>
                    <a:p>
                      <a:pP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商品数</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70" name="テキスト ボックス 69">
                      <a:extLst>
                        <a:ext uri="{FF2B5EF4-FFF2-40B4-BE49-F238E27FC236}">
                          <a16:creationId xmlns:a16="http://schemas.microsoft.com/office/drawing/2014/main" id="{95EA1643-81CC-A8A3-B39F-B5E9C53A91E4}"/>
                        </a:ext>
                      </a:extLst>
                    </p:cNvPr>
                    <p:cNvSpPr txBox="1"/>
                    <p:nvPr/>
                  </p:nvSpPr>
                  <p:spPr>
                    <a:xfrm>
                      <a:off x="1179411" y="3530094"/>
                      <a:ext cx="1853067" cy="606448"/>
                    </a:xfrm>
                    <a:prstGeom prst="rect">
                      <a:avLst/>
                    </a:prstGeom>
                    <a:noFill/>
                  </p:spPr>
                  <p:txBody>
                    <a:bodyPr wrap="square">
                      <a:spAutoFit/>
                    </a:bodyPr>
                    <a:lstStyle/>
                    <a:p>
                      <a:pPr>
                        <a:lnSpc>
                          <a:spcPts val="20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置き換えられる商品の購買記録数</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sp>
              <p:nvSpPr>
                <p:cNvPr id="61" name="テキスト ボックス 60">
                  <a:extLst>
                    <a:ext uri="{FF2B5EF4-FFF2-40B4-BE49-F238E27FC236}">
                      <a16:creationId xmlns:a16="http://schemas.microsoft.com/office/drawing/2014/main" id="{1A9729DE-9F42-2BDA-487D-631511818227}"/>
                    </a:ext>
                  </a:extLst>
                </p:cNvPr>
                <p:cNvSpPr txBox="1"/>
                <p:nvPr/>
              </p:nvSpPr>
              <p:spPr>
                <a:xfrm>
                  <a:off x="7090251" y="2498227"/>
                  <a:ext cx="1720056" cy="375616"/>
                </a:xfrm>
                <a:prstGeom prst="rect">
                  <a:avLst/>
                </a:prstGeom>
                <a:noFill/>
              </p:spPr>
              <p:txBody>
                <a:bodyPr wrap="square">
                  <a:spAutoFit/>
                </a:bodyPr>
                <a:lstStyle/>
                <a:p>
                  <a:pP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若年層の利用者数</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62" name="テキスト ボックス 61">
                  <a:extLst>
                    <a:ext uri="{FF2B5EF4-FFF2-40B4-BE49-F238E27FC236}">
                      <a16:creationId xmlns:a16="http://schemas.microsoft.com/office/drawing/2014/main" id="{C59BF102-986E-3108-47B0-D66EFD33FDAE}"/>
                    </a:ext>
                  </a:extLst>
                </p:cNvPr>
                <p:cNvSpPr txBox="1"/>
                <p:nvPr/>
              </p:nvSpPr>
              <p:spPr>
                <a:xfrm>
                  <a:off x="5563709" y="2512647"/>
                  <a:ext cx="443809" cy="378693"/>
                </a:xfrm>
                <a:prstGeom prst="rect">
                  <a:avLst/>
                </a:prstGeom>
                <a:noFill/>
              </p:spPr>
              <p:txBody>
                <a:bodyPr wrap="square">
                  <a:spAutoFit/>
                </a:bodyPr>
                <a:lstStyle/>
                <a:p>
                  <a:pPr algn="ctr">
                    <a:lnSpc>
                      <a:spcPts val="2480"/>
                    </a:lnSpc>
                    <a:defRPr/>
                  </a:pPr>
                  <a:r>
                    <a:rPr kumimoji="1" lang="en-US" altLang="ja-JP" sz="15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63" name="テキスト ボックス 62">
                  <a:extLst>
                    <a:ext uri="{FF2B5EF4-FFF2-40B4-BE49-F238E27FC236}">
                      <a16:creationId xmlns:a16="http://schemas.microsoft.com/office/drawing/2014/main" id="{E80DE366-DC8F-9260-1AB3-C4127660C67A}"/>
                    </a:ext>
                  </a:extLst>
                </p:cNvPr>
                <p:cNvSpPr txBox="1"/>
                <p:nvPr/>
              </p:nvSpPr>
              <p:spPr>
                <a:xfrm>
                  <a:off x="6668054" y="2504614"/>
                  <a:ext cx="443809" cy="378693"/>
                </a:xfrm>
                <a:prstGeom prst="rect">
                  <a:avLst/>
                </a:prstGeom>
                <a:noFill/>
              </p:spPr>
              <p:txBody>
                <a:bodyPr wrap="square">
                  <a:spAutoFit/>
                </a:bodyPr>
                <a:lstStyle/>
                <a:p>
                  <a:pPr algn="ctr">
                    <a:lnSpc>
                      <a:spcPts val="2480"/>
                    </a:lnSpc>
                    <a:defRPr/>
                  </a:pPr>
                  <a:r>
                    <a:rPr kumimoji="1" lang="en-US" altLang="ja-JP" sz="15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grpSp>
          <p:grpSp>
            <p:nvGrpSpPr>
              <p:cNvPr id="46" name="グループ化 45">
                <a:extLst>
                  <a:ext uri="{FF2B5EF4-FFF2-40B4-BE49-F238E27FC236}">
                    <a16:creationId xmlns:a16="http://schemas.microsoft.com/office/drawing/2014/main" id="{2D98A9FB-D733-68B7-C98D-95C5332FCDFB}"/>
                  </a:ext>
                </a:extLst>
              </p:cNvPr>
              <p:cNvGrpSpPr/>
              <p:nvPr/>
            </p:nvGrpSpPr>
            <p:grpSpPr>
              <a:xfrm>
                <a:off x="2596760" y="4400151"/>
                <a:ext cx="5395595" cy="698817"/>
                <a:chOff x="2596760" y="2596138"/>
                <a:chExt cx="5395595" cy="698817"/>
              </a:xfrm>
            </p:grpSpPr>
            <p:grpSp>
              <p:nvGrpSpPr>
                <p:cNvPr id="47" name="グループ化 46">
                  <a:extLst>
                    <a:ext uri="{FF2B5EF4-FFF2-40B4-BE49-F238E27FC236}">
                      <a16:creationId xmlns:a16="http://schemas.microsoft.com/office/drawing/2014/main" id="{CBC643F3-7968-D9DF-7E94-36EB02E4AE4B}"/>
                    </a:ext>
                  </a:extLst>
                </p:cNvPr>
                <p:cNvGrpSpPr/>
                <p:nvPr/>
              </p:nvGrpSpPr>
              <p:grpSpPr>
                <a:xfrm>
                  <a:off x="2596760" y="2744213"/>
                  <a:ext cx="4047568" cy="410702"/>
                  <a:chOff x="2596760" y="2744213"/>
                  <a:chExt cx="4047568" cy="410702"/>
                </a:xfrm>
              </p:grpSpPr>
              <p:grpSp>
                <p:nvGrpSpPr>
                  <p:cNvPr id="53" name="グループ化 52">
                    <a:extLst>
                      <a:ext uri="{FF2B5EF4-FFF2-40B4-BE49-F238E27FC236}">
                        <a16:creationId xmlns:a16="http://schemas.microsoft.com/office/drawing/2014/main" id="{34585130-61DD-4B61-1CAA-E6F47A70E65C}"/>
                      </a:ext>
                    </a:extLst>
                  </p:cNvPr>
                  <p:cNvGrpSpPr/>
                  <p:nvPr/>
                </p:nvGrpSpPr>
                <p:grpSpPr>
                  <a:xfrm>
                    <a:off x="2596760" y="2744213"/>
                    <a:ext cx="4047568" cy="410702"/>
                    <a:chOff x="880733" y="3983644"/>
                    <a:chExt cx="4047568" cy="410702"/>
                  </a:xfrm>
                </p:grpSpPr>
                <p:sp>
                  <p:nvSpPr>
                    <p:cNvPr id="55" name="テキスト ボックス 54">
                      <a:extLst>
                        <a:ext uri="{FF2B5EF4-FFF2-40B4-BE49-F238E27FC236}">
                          <a16:creationId xmlns:a16="http://schemas.microsoft.com/office/drawing/2014/main" id="{BD761364-9125-BC1B-DE7C-13E026F1801C}"/>
                        </a:ext>
                      </a:extLst>
                    </p:cNvPr>
                    <p:cNvSpPr txBox="1"/>
                    <p:nvPr/>
                  </p:nvSpPr>
                  <p:spPr>
                    <a:xfrm>
                      <a:off x="880733" y="4006483"/>
                      <a:ext cx="443809" cy="387863"/>
                    </a:xfrm>
                    <a:prstGeom prst="rect">
                      <a:avLst/>
                    </a:prstGeom>
                    <a:noFill/>
                  </p:spPr>
                  <p:txBody>
                    <a:bodyPr wrap="square">
                      <a:spAutoFit/>
                    </a:bodyPr>
                    <a:lstStyle/>
                    <a:p>
                      <a:pPr algn="ctr">
                        <a:lnSpc>
                          <a:spcPts val="2480"/>
                        </a:lnSpc>
                        <a:defRPr/>
                      </a:pPr>
                      <a:r>
                        <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56" name="テキスト ボックス 55">
                      <a:extLst>
                        <a:ext uri="{FF2B5EF4-FFF2-40B4-BE49-F238E27FC236}">
                          <a16:creationId xmlns:a16="http://schemas.microsoft.com/office/drawing/2014/main" id="{18F18F2C-660E-78F1-2AF1-CDE72BE70B8F}"/>
                        </a:ext>
                      </a:extLst>
                    </p:cNvPr>
                    <p:cNvSpPr txBox="1"/>
                    <p:nvPr/>
                  </p:nvSpPr>
                  <p:spPr>
                    <a:xfrm>
                      <a:off x="4396056" y="3983742"/>
                      <a:ext cx="532245"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5</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つ</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57" name="テキスト ボックス 56">
                      <a:extLst>
                        <a:ext uri="{FF2B5EF4-FFF2-40B4-BE49-F238E27FC236}">
                          <a16:creationId xmlns:a16="http://schemas.microsoft.com/office/drawing/2014/main" id="{CDA7AECE-2F90-4407-60ED-ECE845D99D01}"/>
                        </a:ext>
                      </a:extLst>
                    </p:cNvPr>
                    <p:cNvSpPr txBox="1"/>
                    <p:nvPr/>
                  </p:nvSpPr>
                  <p:spPr>
                    <a:xfrm>
                      <a:off x="2900707" y="3997721"/>
                      <a:ext cx="443809" cy="396262"/>
                    </a:xfrm>
                    <a:prstGeom prst="rect">
                      <a:avLst/>
                    </a:prstGeom>
                    <a:noFill/>
                  </p:spPr>
                  <p:txBody>
                    <a:bodyPr wrap="square">
                      <a:spAutoFit/>
                    </a:bodyPr>
                    <a:lstStyle/>
                    <a:p>
                      <a:pPr algn="ctr">
                        <a:lnSpc>
                          <a:spcPts val="2480"/>
                        </a:lnSpc>
                        <a:defRPr/>
                      </a:pPr>
                      <a:r>
                        <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58" name="テキスト ボックス 57">
                      <a:extLst>
                        <a:ext uri="{FF2B5EF4-FFF2-40B4-BE49-F238E27FC236}">
                          <a16:creationId xmlns:a16="http://schemas.microsoft.com/office/drawing/2014/main" id="{A08B7CB4-F01E-A77D-F556-42A48677110F}"/>
                        </a:ext>
                      </a:extLst>
                    </p:cNvPr>
                    <p:cNvSpPr txBox="1"/>
                    <p:nvPr/>
                  </p:nvSpPr>
                  <p:spPr>
                    <a:xfrm>
                      <a:off x="3273120" y="3983644"/>
                      <a:ext cx="758391" cy="375616"/>
                    </a:xfrm>
                    <a:prstGeom prst="rect">
                      <a:avLst/>
                    </a:prstGeom>
                    <a:noFill/>
                  </p:spPr>
                  <p:txBody>
                    <a:bodyPr wrap="square">
                      <a:spAutoFit/>
                    </a:bodyPr>
                    <a:lstStyle/>
                    <a:p>
                      <a:pPr algn="ct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650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円</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59" name="テキスト ボックス 58">
                      <a:extLst>
                        <a:ext uri="{FF2B5EF4-FFF2-40B4-BE49-F238E27FC236}">
                          <a16:creationId xmlns:a16="http://schemas.microsoft.com/office/drawing/2014/main" id="{7F87532E-09BF-1B70-86B9-A9D67896FEBD}"/>
                        </a:ext>
                      </a:extLst>
                    </p:cNvPr>
                    <p:cNvSpPr txBox="1"/>
                    <p:nvPr/>
                  </p:nvSpPr>
                  <p:spPr>
                    <a:xfrm>
                      <a:off x="1313548" y="3983742"/>
                      <a:ext cx="1734727"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0.183</a:t>
                      </a:r>
                      <a:r>
                        <a:rPr kumimoji="1" lang="ja-JP" altLang="en-US" sz="11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（件</a:t>
                      </a:r>
                      <a:r>
                        <a:rPr kumimoji="1" lang="en-US" altLang="ja-JP" sz="11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 / 1000</a:t>
                      </a:r>
                      <a:r>
                        <a:rPr kumimoji="1" lang="ja-JP" altLang="en-US" sz="11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人）</a:t>
                      </a:r>
                      <a:endParaRPr kumimoji="1" lang="en-US" altLang="ja-JP" sz="11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sp>
                <p:nvSpPr>
                  <p:cNvPr id="54" name="テキスト ボックス 53">
                    <a:extLst>
                      <a:ext uri="{FF2B5EF4-FFF2-40B4-BE49-F238E27FC236}">
                        <a16:creationId xmlns:a16="http://schemas.microsoft.com/office/drawing/2014/main" id="{76BC782D-78CC-A6F9-9415-36190193ED17}"/>
                      </a:ext>
                    </a:extLst>
                  </p:cNvPr>
                  <p:cNvSpPr txBox="1"/>
                  <p:nvPr/>
                </p:nvSpPr>
                <p:spPr>
                  <a:xfrm>
                    <a:off x="5669574" y="2756246"/>
                    <a:ext cx="443809" cy="396262"/>
                  </a:xfrm>
                  <a:prstGeom prst="rect">
                    <a:avLst/>
                  </a:prstGeom>
                  <a:noFill/>
                </p:spPr>
                <p:txBody>
                  <a:bodyPr wrap="square">
                    <a:spAutoFit/>
                  </a:bodyPr>
                  <a:lstStyle/>
                  <a:p>
                    <a:pPr algn="ctr">
                      <a:lnSpc>
                        <a:spcPts val="2480"/>
                      </a:lnSpc>
                      <a:defRPr/>
                    </a:pPr>
                    <a:r>
                      <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grpSp>
            <p:sp>
              <p:nvSpPr>
                <p:cNvPr id="48" name="テキスト ボックス 47">
                  <a:extLst>
                    <a:ext uri="{FF2B5EF4-FFF2-40B4-BE49-F238E27FC236}">
                      <a16:creationId xmlns:a16="http://schemas.microsoft.com/office/drawing/2014/main" id="{AD5D66FA-3D36-DA02-B1BF-33AECEC31AC8}"/>
                    </a:ext>
                  </a:extLst>
                </p:cNvPr>
                <p:cNvSpPr txBox="1"/>
                <p:nvPr/>
              </p:nvSpPr>
              <p:spPr>
                <a:xfrm>
                  <a:off x="6540652" y="2756246"/>
                  <a:ext cx="443809" cy="396262"/>
                </a:xfrm>
                <a:prstGeom prst="rect">
                  <a:avLst/>
                </a:prstGeom>
                <a:noFill/>
              </p:spPr>
              <p:txBody>
                <a:bodyPr wrap="square">
                  <a:spAutoFit/>
                </a:bodyPr>
                <a:lstStyle/>
                <a:p>
                  <a:pPr algn="ctr">
                    <a:lnSpc>
                      <a:spcPts val="2480"/>
                    </a:lnSpc>
                    <a:defRPr/>
                  </a:pPr>
                  <a:r>
                    <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grpSp>
              <p:nvGrpSpPr>
                <p:cNvPr id="49" name="グループ化 48">
                  <a:extLst>
                    <a:ext uri="{FF2B5EF4-FFF2-40B4-BE49-F238E27FC236}">
                      <a16:creationId xmlns:a16="http://schemas.microsoft.com/office/drawing/2014/main" id="{75289C45-7349-35D7-0661-73BC9B308FFC}"/>
                    </a:ext>
                  </a:extLst>
                </p:cNvPr>
                <p:cNvGrpSpPr/>
                <p:nvPr/>
              </p:nvGrpSpPr>
              <p:grpSpPr>
                <a:xfrm>
                  <a:off x="7024852" y="2596138"/>
                  <a:ext cx="967503" cy="698817"/>
                  <a:chOff x="7024852" y="2596138"/>
                  <a:chExt cx="967503" cy="698817"/>
                </a:xfrm>
              </p:grpSpPr>
              <p:sp>
                <p:nvSpPr>
                  <p:cNvPr id="50" name="テキスト ボックス 49">
                    <a:extLst>
                      <a:ext uri="{FF2B5EF4-FFF2-40B4-BE49-F238E27FC236}">
                        <a16:creationId xmlns:a16="http://schemas.microsoft.com/office/drawing/2014/main" id="{A620A53E-87CF-7E3D-C491-35DBB1E5D76C}"/>
                      </a:ext>
                    </a:extLst>
                  </p:cNvPr>
                  <p:cNvSpPr txBox="1"/>
                  <p:nvPr/>
                </p:nvSpPr>
                <p:spPr>
                  <a:xfrm>
                    <a:off x="7024852" y="2596138"/>
                    <a:ext cx="967503" cy="375616"/>
                  </a:xfrm>
                  <a:prstGeom prst="rect">
                    <a:avLst/>
                  </a:prstGeom>
                  <a:noFill/>
                </p:spPr>
                <p:txBody>
                  <a:bodyPr wrap="square">
                    <a:spAutoFit/>
                  </a:bodyPr>
                  <a:lstStyle/>
                  <a:p>
                    <a:pPr algn="ct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2150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万人</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51" name="テキスト ボックス 50">
                    <a:extLst>
                      <a:ext uri="{FF2B5EF4-FFF2-40B4-BE49-F238E27FC236}">
                        <a16:creationId xmlns:a16="http://schemas.microsoft.com/office/drawing/2014/main" id="{1F067A55-7BF4-92B1-4C39-DDADC8568F18}"/>
                      </a:ext>
                    </a:extLst>
                  </p:cNvPr>
                  <p:cNvSpPr txBox="1"/>
                  <p:nvPr/>
                </p:nvSpPr>
                <p:spPr>
                  <a:xfrm>
                    <a:off x="7103167" y="2919339"/>
                    <a:ext cx="810872" cy="375616"/>
                  </a:xfrm>
                  <a:prstGeom prst="rect">
                    <a:avLst/>
                  </a:prstGeom>
                  <a:noFill/>
                </p:spPr>
                <p:txBody>
                  <a:bodyPr wrap="square">
                    <a:spAutoFit/>
                  </a:bodyPr>
                  <a:lstStyle/>
                  <a:p>
                    <a:pPr algn="ct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1000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人</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cxnSp>
                <p:nvCxnSpPr>
                  <p:cNvPr id="52" name="直線コネクタ 51">
                    <a:extLst>
                      <a:ext uri="{FF2B5EF4-FFF2-40B4-BE49-F238E27FC236}">
                        <a16:creationId xmlns:a16="http://schemas.microsoft.com/office/drawing/2014/main" id="{4A9E3F32-001C-D4CA-9575-11F839B52866}"/>
                      </a:ext>
                    </a:extLst>
                  </p:cNvPr>
                  <p:cNvCxnSpPr/>
                  <p:nvPr/>
                </p:nvCxnSpPr>
                <p:spPr>
                  <a:xfrm>
                    <a:off x="7053212" y="2960983"/>
                    <a:ext cx="910784" cy="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grpSp>
            <p:nvGrpSpPr>
              <p:cNvPr id="76" name="グループ化 75">
                <a:extLst>
                  <a:ext uri="{FF2B5EF4-FFF2-40B4-BE49-F238E27FC236}">
                    <a16:creationId xmlns:a16="http://schemas.microsoft.com/office/drawing/2014/main" id="{26C8FEAE-5E5C-42F5-CDAF-FAC484F0F46E}"/>
                  </a:ext>
                </a:extLst>
              </p:cNvPr>
              <p:cNvGrpSpPr/>
              <p:nvPr/>
            </p:nvGrpSpPr>
            <p:grpSpPr>
              <a:xfrm>
                <a:off x="2596759" y="4987199"/>
                <a:ext cx="1683592" cy="403887"/>
                <a:chOff x="2596759" y="4987199"/>
                <a:chExt cx="1683592" cy="403887"/>
              </a:xfrm>
            </p:grpSpPr>
            <p:sp>
              <p:nvSpPr>
                <p:cNvPr id="72" name="テキスト ボックス 71">
                  <a:extLst>
                    <a:ext uri="{FF2B5EF4-FFF2-40B4-BE49-F238E27FC236}">
                      <a16:creationId xmlns:a16="http://schemas.microsoft.com/office/drawing/2014/main" id="{7DE7798E-0659-DD7B-2125-70CE8499946D}"/>
                    </a:ext>
                  </a:extLst>
                </p:cNvPr>
                <p:cNvSpPr txBox="1"/>
                <p:nvPr/>
              </p:nvSpPr>
              <p:spPr>
                <a:xfrm>
                  <a:off x="3033219" y="4987199"/>
                  <a:ext cx="1247132"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1300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万円</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75" name="テキスト ボックス 74">
                  <a:extLst>
                    <a:ext uri="{FF2B5EF4-FFF2-40B4-BE49-F238E27FC236}">
                      <a16:creationId xmlns:a16="http://schemas.microsoft.com/office/drawing/2014/main" id="{B41A5F70-0A30-D5F7-55DC-83FAE61E7C88}"/>
                    </a:ext>
                  </a:extLst>
                </p:cNvPr>
                <p:cNvSpPr txBox="1"/>
                <p:nvPr/>
              </p:nvSpPr>
              <p:spPr>
                <a:xfrm>
                  <a:off x="2596759" y="5003223"/>
                  <a:ext cx="443809" cy="387863"/>
                </a:xfrm>
                <a:prstGeom prst="rect">
                  <a:avLst/>
                </a:prstGeom>
                <a:noFill/>
              </p:spPr>
              <p:txBody>
                <a:bodyPr wrap="square">
                  <a:spAutoFit/>
                </a:bodyPr>
                <a:lstStyle/>
                <a:p>
                  <a:pPr algn="ctr">
                    <a:lnSpc>
                      <a:spcPts val="2480"/>
                    </a:lnSpc>
                    <a:defRPr/>
                  </a:pPr>
                  <a:r>
                    <a:rPr kumimoji="1" lang="ja-JP" altLang="en-US" sz="16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endParaRPr kumimoji="1" lang="en-US" altLang="ja-JP" sz="16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grpSp>
          <p:nvGrpSpPr>
            <p:cNvPr id="95" name="グループ化 94">
              <a:extLst>
                <a:ext uri="{FF2B5EF4-FFF2-40B4-BE49-F238E27FC236}">
                  <a16:creationId xmlns:a16="http://schemas.microsoft.com/office/drawing/2014/main" id="{14DEC5CC-42FD-3709-B1A4-6BC3F6A616E7}"/>
                </a:ext>
              </a:extLst>
            </p:cNvPr>
            <p:cNvGrpSpPr/>
            <p:nvPr/>
          </p:nvGrpSpPr>
          <p:grpSpPr>
            <a:xfrm>
              <a:off x="1431475" y="5074766"/>
              <a:ext cx="7289446" cy="1332034"/>
              <a:chOff x="1020044" y="5631603"/>
              <a:chExt cx="7289446" cy="1332034"/>
            </a:xfrm>
          </p:grpSpPr>
          <p:grpSp>
            <p:nvGrpSpPr>
              <p:cNvPr id="94" name="グループ化 93">
                <a:extLst>
                  <a:ext uri="{FF2B5EF4-FFF2-40B4-BE49-F238E27FC236}">
                    <a16:creationId xmlns:a16="http://schemas.microsoft.com/office/drawing/2014/main" id="{9F8B039C-D5B1-ADA8-1645-52CBB98D807F}"/>
                  </a:ext>
                </a:extLst>
              </p:cNvPr>
              <p:cNvGrpSpPr/>
              <p:nvPr/>
            </p:nvGrpSpPr>
            <p:grpSpPr>
              <a:xfrm>
                <a:off x="1020044" y="5631603"/>
                <a:ext cx="7289446" cy="408370"/>
                <a:chOff x="1020044" y="5631603"/>
                <a:chExt cx="7289446" cy="408370"/>
              </a:xfrm>
            </p:grpSpPr>
            <p:sp>
              <p:nvSpPr>
                <p:cNvPr id="85" name="テキスト ボックス 84">
                  <a:extLst>
                    <a:ext uri="{FF2B5EF4-FFF2-40B4-BE49-F238E27FC236}">
                      <a16:creationId xmlns:a16="http://schemas.microsoft.com/office/drawing/2014/main" id="{1585FAC5-88B5-2A8A-DF56-534B94A6DCF8}"/>
                    </a:ext>
                  </a:extLst>
                </p:cNvPr>
                <p:cNvSpPr txBox="1"/>
                <p:nvPr/>
              </p:nvSpPr>
              <p:spPr>
                <a:xfrm>
                  <a:off x="5401197" y="5636987"/>
                  <a:ext cx="2908293" cy="375616"/>
                </a:xfrm>
                <a:prstGeom prst="rect">
                  <a:avLst/>
                </a:prstGeom>
                <a:noFill/>
              </p:spPr>
              <p:txBody>
                <a:bodyPr wrap="square">
                  <a:spAutoFit/>
                </a:bodyPr>
                <a:lstStyle/>
                <a:p>
                  <a:pPr algn="ct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置き換えられる商品の想定売上額</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80" name="テキスト ボックス 79">
                  <a:extLst>
                    <a:ext uri="{FF2B5EF4-FFF2-40B4-BE49-F238E27FC236}">
                      <a16:creationId xmlns:a16="http://schemas.microsoft.com/office/drawing/2014/main" id="{ABDA3920-DF4B-1397-5ACE-9D4A9CE1F7AF}"/>
                    </a:ext>
                  </a:extLst>
                </p:cNvPr>
                <p:cNvSpPr txBox="1"/>
                <p:nvPr/>
              </p:nvSpPr>
              <p:spPr>
                <a:xfrm>
                  <a:off x="2807775" y="5652110"/>
                  <a:ext cx="443809" cy="387863"/>
                </a:xfrm>
                <a:prstGeom prst="rect">
                  <a:avLst/>
                </a:prstGeom>
                <a:noFill/>
              </p:spPr>
              <p:txBody>
                <a:bodyPr wrap="square">
                  <a:spAutoFit/>
                </a:bodyPr>
                <a:lstStyle/>
                <a:p>
                  <a:pPr algn="ctr">
                    <a:lnSpc>
                      <a:spcPts val="2480"/>
                    </a:lnSpc>
                    <a:defRPr/>
                  </a:pPr>
                  <a:r>
                    <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82" name="テキスト ボックス 81">
                  <a:extLst>
                    <a:ext uri="{FF2B5EF4-FFF2-40B4-BE49-F238E27FC236}">
                      <a16:creationId xmlns:a16="http://schemas.microsoft.com/office/drawing/2014/main" id="{53BEDF13-A70F-8E6B-EDD7-89EEE3117796}"/>
                    </a:ext>
                  </a:extLst>
                </p:cNvPr>
                <p:cNvSpPr txBox="1"/>
                <p:nvPr/>
              </p:nvSpPr>
              <p:spPr>
                <a:xfrm>
                  <a:off x="3181420" y="5636987"/>
                  <a:ext cx="1853067" cy="375616"/>
                </a:xfrm>
                <a:prstGeom prst="rect">
                  <a:avLst/>
                </a:prstGeom>
                <a:noFill/>
              </p:spPr>
              <p:txBody>
                <a:bodyPr wrap="square">
                  <a:spAutoFit/>
                </a:bodyPr>
                <a:lstStyle/>
                <a:p>
                  <a:pPr algn="ct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新商品の想定売上額</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83" name="テキスト ボックス 82">
                  <a:extLst>
                    <a:ext uri="{FF2B5EF4-FFF2-40B4-BE49-F238E27FC236}">
                      <a16:creationId xmlns:a16="http://schemas.microsoft.com/office/drawing/2014/main" id="{8EFB806E-AAA9-9B4E-8997-D7600F1BBE8B}"/>
                    </a:ext>
                  </a:extLst>
                </p:cNvPr>
                <p:cNvSpPr txBox="1"/>
                <p:nvPr/>
              </p:nvSpPr>
              <p:spPr>
                <a:xfrm>
                  <a:off x="1020044" y="5636987"/>
                  <a:ext cx="1853067" cy="375616"/>
                </a:xfrm>
                <a:prstGeom prst="rect">
                  <a:avLst/>
                </a:prstGeom>
                <a:noFill/>
              </p:spPr>
              <p:txBody>
                <a:bodyPr wrap="square">
                  <a:spAutoFit/>
                </a:bodyPr>
                <a:lstStyle/>
                <a:p>
                  <a:pPr>
                    <a:lnSpc>
                      <a:spcPts val="2480"/>
                    </a:lnSpc>
                    <a:defRPr/>
                  </a:pP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売上増加額</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84" name="テキスト ボックス 83">
                  <a:extLst>
                    <a:ext uri="{FF2B5EF4-FFF2-40B4-BE49-F238E27FC236}">
                      <a16:creationId xmlns:a16="http://schemas.microsoft.com/office/drawing/2014/main" id="{7814E44D-8DF3-DADD-0994-A3B42717258A}"/>
                    </a:ext>
                  </a:extLst>
                </p:cNvPr>
                <p:cNvSpPr txBox="1"/>
                <p:nvPr/>
              </p:nvSpPr>
              <p:spPr>
                <a:xfrm>
                  <a:off x="4991470" y="5631603"/>
                  <a:ext cx="443809" cy="369525"/>
                </a:xfrm>
                <a:prstGeom prst="rect">
                  <a:avLst/>
                </a:prstGeom>
                <a:noFill/>
              </p:spPr>
              <p:txBody>
                <a:bodyPr wrap="square">
                  <a:spAutoFit/>
                </a:bodyPr>
                <a:lstStyle/>
                <a:p>
                  <a:pPr algn="ctr">
                    <a:lnSpc>
                      <a:spcPts val="2480"/>
                    </a:lnSpc>
                    <a:defRPr/>
                  </a:pPr>
                  <a:r>
                    <a:rPr kumimoji="1" lang="ja-JP" altLang="en-US" sz="12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ー</a:t>
                  </a:r>
                  <a:endParaRPr kumimoji="1" lang="en-US" altLang="ja-JP" sz="12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nvGrpSpPr>
              <p:cNvPr id="92" name="グループ化 91">
                <a:extLst>
                  <a:ext uri="{FF2B5EF4-FFF2-40B4-BE49-F238E27FC236}">
                    <a16:creationId xmlns:a16="http://schemas.microsoft.com/office/drawing/2014/main" id="{7B9D8D96-9EA9-21C0-2524-E35A08F097AE}"/>
                  </a:ext>
                </a:extLst>
              </p:cNvPr>
              <p:cNvGrpSpPr/>
              <p:nvPr/>
            </p:nvGrpSpPr>
            <p:grpSpPr>
              <a:xfrm>
                <a:off x="2807775" y="6093932"/>
                <a:ext cx="3329533" cy="407901"/>
                <a:chOff x="2807775" y="6093932"/>
                <a:chExt cx="3329533" cy="407901"/>
              </a:xfrm>
            </p:grpSpPr>
            <p:sp>
              <p:nvSpPr>
                <p:cNvPr id="86" name="テキスト ボックス 85">
                  <a:extLst>
                    <a:ext uri="{FF2B5EF4-FFF2-40B4-BE49-F238E27FC236}">
                      <a16:creationId xmlns:a16="http://schemas.microsoft.com/office/drawing/2014/main" id="{FBBAF416-3D3C-A2F6-8730-FDBFE14CF7E1}"/>
                    </a:ext>
                  </a:extLst>
                </p:cNvPr>
                <p:cNvSpPr txBox="1"/>
                <p:nvPr/>
              </p:nvSpPr>
              <p:spPr>
                <a:xfrm>
                  <a:off x="2807775" y="6113970"/>
                  <a:ext cx="443809" cy="387863"/>
                </a:xfrm>
                <a:prstGeom prst="rect">
                  <a:avLst/>
                </a:prstGeom>
                <a:noFill/>
              </p:spPr>
              <p:txBody>
                <a:bodyPr wrap="square">
                  <a:spAutoFit/>
                </a:bodyPr>
                <a:lstStyle/>
                <a:p>
                  <a:pPr algn="ctr">
                    <a:lnSpc>
                      <a:spcPts val="2480"/>
                    </a:lnSpc>
                    <a:defRPr/>
                  </a:pPr>
                  <a:r>
                    <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87" name="テキスト ボックス 86">
                  <a:extLst>
                    <a:ext uri="{FF2B5EF4-FFF2-40B4-BE49-F238E27FC236}">
                      <a16:creationId xmlns:a16="http://schemas.microsoft.com/office/drawing/2014/main" id="{F6B3B8C8-486D-E7B8-69EE-53521A8333C6}"/>
                    </a:ext>
                  </a:extLst>
                </p:cNvPr>
                <p:cNvSpPr txBox="1"/>
                <p:nvPr/>
              </p:nvSpPr>
              <p:spPr>
                <a:xfrm>
                  <a:off x="3240582" y="6093932"/>
                  <a:ext cx="1853067"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1</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億</a:t>
                  </a: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3300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万円</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88" name="テキスト ボックス 87">
                  <a:extLst>
                    <a:ext uri="{FF2B5EF4-FFF2-40B4-BE49-F238E27FC236}">
                      <a16:creationId xmlns:a16="http://schemas.microsoft.com/office/drawing/2014/main" id="{23BC1EC9-8422-CD50-678F-1E04EAF09D13}"/>
                    </a:ext>
                  </a:extLst>
                </p:cNvPr>
                <p:cNvSpPr txBox="1"/>
                <p:nvPr/>
              </p:nvSpPr>
              <p:spPr>
                <a:xfrm>
                  <a:off x="4476005" y="6093932"/>
                  <a:ext cx="443809" cy="369525"/>
                </a:xfrm>
                <a:prstGeom prst="rect">
                  <a:avLst/>
                </a:prstGeom>
                <a:noFill/>
              </p:spPr>
              <p:txBody>
                <a:bodyPr wrap="square">
                  <a:spAutoFit/>
                </a:bodyPr>
                <a:lstStyle/>
                <a:p>
                  <a:pPr algn="ctr">
                    <a:lnSpc>
                      <a:spcPts val="2480"/>
                    </a:lnSpc>
                    <a:defRPr/>
                  </a:pPr>
                  <a:r>
                    <a:rPr kumimoji="1" lang="ja-JP" altLang="en-US" sz="12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ー</a:t>
                  </a:r>
                  <a:endParaRPr kumimoji="1" lang="en-US" altLang="ja-JP" sz="12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sp>
              <p:nvSpPr>
                <p:cNvPr id="89" name="テキスト ボックス 88">
                  <a:extLst>
                    <a:ext uri="{FF2B5EF4-FFF2-40B4-BE49-F238E27FC236}">
                      <a16:creationId xmlns:a16="http://schemas.microsoft.com/office/drawing/2014/main" id="{CDC2D1D7-39D5-5757-419C-C6F5220DD8EC}"/>
                    </a:ext>
                  </a:extLst>
                </p:cNvPr>
                <p:cNvSpPr txBox="1"/>
                <p:nvPr/>
              </p:nvSpPr>
              <p:spPr>
                <a:xfrm>
                  <a:off x="4890176" y="6098791"/>
                  <a:ext cx="1247132" cy="375616"/>
                </a:xfrm>
                <a:prstGeom prst="rect">
                  <a:avLst/>
                </a:prstGeom>
                <a:noFill/>
              </p:spPr>
              <p:txBody>
                <a:bodyPr wrap="square">
                  <a:spAutoFit/>
                </a:bodyPr>
                <a:lstStyle/>
                <a:p>
                  <a:pPr>
                    <a:lnSpc>
                      <a:spcPts val="2480"/>
                    </a:lnSpc>
                    <a:defRPr/>
                  </a:pPr>
                  <a:r>
                    <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1300</a:t>
                  </a:r>
                  <a:r>
                    <a:rPr kumimoji="1" lang="ja-JP" altLang="en-US" sz="1400"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万円</a:t>
                  </a:r>
                  <a:endParaRPr kumimoji="1" lang="en-US" altLang="ja-JP" sz="1400"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nvGrpSpPr>
              <p:cNvPr id="93" name="グループ化 92">
                <a:extLst>
                  <a:ext uri="{FF2B5EF4-FFF2-40B4-BE49-F238E27FC236}">
                    <a16:creationId xmlns:a16="http://schemas.microsoft.com/office/drawing/2014/main" id="{79081500-ABEA-EA2A-CABB-AE17A5C5CC07}"/>
                  </a:ext>
                </a:extLst>
              </p:cNvPr>
              <p:cNvGrpSpPr/>
              <p:nvPr/>
            </p:nvGrpSpPr>
            <p:grpSpPr>
              <a:xfrm>
                <a:off x="2807775" y="6555736"/>
                <a:ext cx="2285874" cy="407901"/>
                <a:chOff x="2807775" y="6555736"/>
                <a:chExt cx="2285874" cy="407901"/>
              </a:xfrm>
            </p:grpSpPr>
            <p:sp>
              <p:nvSpPr>
                <p:cNvPr id="90" name="テキスト ボックス 89">
                  <a:extLst>
                    <a:ext uri="{FF2B5EF4-FFF2-40B4-BE49-F238E27FC236}">
                      <a16:creationId xmlns:a16="http://schemas.microsoft.com/office/drawing/2014/main" id="{04FFFC2D-F9BC-6DB6-C4BD-E40FD10029E5}"/>
                    </a:ext>
                  </a:extLst>
                </p:cNvPr>
                <p:cNvSpPr txBox="1"/>
                <p:nvPr/>
              </p:nvSpPr>
              <p:spPr>
                <a:xfrm>
                  <a:off x="2807775" y="6575774"/>
                  <a:ext cx="443809" cy="387863"/>
                </a:xfrm>
                <a:prstGeom prst="rect">
                  <a:avLst/>
                </a:prstGeom>
                <a:noFill/>
              </p:spPr>
              <p:txBody>
                <a:bodyPr wrap="square">
                  <a:spAutoFit/>
                </a:bodyPr>
                <a:lstStyle/>
                <a:p>
                  <a:pPr algn="ctr">
                    <a:lnSpc>
                      <a:spcPts val="2480"/>
                    </a:lnSpc>
                    <a:defRPr/>
                  </a:pPr>
                  <a:r>
                    <a:rPr kumimoji="1" lang="en-US" altLang="ja-JP"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a:t>
                  </a:r>
                </a:p>
              </p:txBody>
            </p:sp>
            <p:sp>
              <p:nvSpPr>
                <p:cNvPr id="91" name="テキスト ボックス 90">
                  <a:extLst>
                    <a:ext uri="{FF2B5EF4-FFF2-40B4-BE49-F238E27FC236}">
                      <a16:creationId xmlns:a16="http://schemas.microsoft.com/office/drawing/2014/main" id="{28AA1EA5-D2D9-A63E-B67A-0BD24E6D1875}"/>
                    </a:ext>
                  </a:extLst>
                </p:cNvPr>
                <p:cNvSpPr txBox="1"/>
                <p:nvPr/>
              </p:nvSpPr>
              <p:spPr>
                <a:xfrm>
                  <a:off x="3240582" y="6555736"/>
                  <a:ext cx="1853067" cy="375616"/>
                </a:xfrm>
                <a:prstGeom prst="rect">
                  <a:avLst/>
                </a:prstGeom>
                <a:noFill/>
              </p:spPr>
              <p:txBody>
                <a:bodyPr wrap="square">
                  <a:spAutoFit/>
                </a:bodyPr>
                <a:lstStyle/>
                <a:p>
                  <a:pPr>
                    <a:lnSpc>
                      <a:spcPts val="2480"/>
                    </a:lnSpc>
                    <a:defRPr/>
                  </a:pPr>
                  <a:r>
                    <a:rPr kumimoji="1" lang="en-US" altLang="ja-JP" sz="1400" b="1"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1</a:t>
                  </a:r>
                  <a:r>
                    <a:rPr kumimoji="1" lang="ja-JP" altLang="en-US" sz="1400" b="1"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億</a:t>
                  </a:r>
                  <a:r>
                    <a:rPr kumimoji="1" lang="en-US" altLang="ja-JP" sz="1400" b="1"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rPr>
                    <a:t>2000</a:t>
                  </a:r>
                  <a:r>
                    <a:rPr kumimoji="1" lang="ja-JP" altLang="en-US" sz="1400" b="1" spc="30">
                      <a:solidFill>
                        <a:schemeClr val="tx1">
                          <a:lumMod val="75000"/>
                          <a:lumOff val="25000"/>
                        </a:schemeClr>
                      </a:solidFill>
                      <a:latin typeface="源ノ角ゴシック JP" panose="020B0500000000000000" pitchFamily="34" charset="-128"/>
                      <a:ea typeface="源ノ角ゴシック JP" panose="020B0500000000000000" pitchFamily="34" charset="-128"/>
                    </a:rPr>
                    <a:t>万円</a:t>
                  </a:r>
                  <a:endParaRPr kumimoji="1" lang="en-US" altLang="ja-JP" sz="1400" b="1" spc="30" dirty="0">
                    <a:solidFill>
                      <a:schemeClr val="tx1">
                        <a:lumMod val="75000"/>
                        <a:lumOff val="25000"/>
                      </a:schemeClr>
                    </a:solidFill>
                    <a:latin typeface="源ノ角ゴシック JP" panose="020B0500000000000000" pitchFamily="34" charset="-128"/>
                    <a:ea typeface="源ノ角ゴシック JP" panose="020B0500000000000000" pitchFamily="34" charset="-128"/>
                  </a:endParaRPr>
                </a:p>
              </p:txBody>
            </p:sp>
          </p:grpSp>
        </p:grpSp>
      </p:grpSp>
    </p:spTree>
    <p:extLst>
      <p:ext uri="{BB962C8B-B14F-4D97-AF65-F5344CB8AC3E}">
        <p14:creationId xmlns:p14="http://schemas.microsoft.com/office/powerpoint/2010/main" val="1442832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225EAD4-EBD2-58AF-4BBF-F7F348C59EAB}"/>
              </a:ext>
            </a:extLst>
          </p:cNvPr>
          <p:cNvSpPr txBox="1"/>
          <p:nvPr/>
        </p:nvSpPr>
        <p:spPr>
          <a:xfrm>
            <a:off x="658602" y="435280"/>
            <a:ext cx="10874796" cy="6422720"/>
          </a:xfrm>
          <a:prstGeom prst="rect">
            <a:avLst/>
          </a:prstGeom>
          <a:noFill/>
        </p:spPr>
        <p:txBody>
          <a:bodyPr wrap="square">
            <a:spAutoFit/>
          </a:bodyPr>
          <a:lstStyle/>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厚生労働省．</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平成</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22</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年国民健康・栄養調査報告</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2012</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www.mhlw.go.jp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stf</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seisakunitsuite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/bunya/</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kenkou_iryou</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kenkou</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eiyou</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/h22-houkoku_00001.html</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厚生労働省．</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令和</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年国民健康・栄養調査報告</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www.mhlw.go.jp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stf</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seisakunitsuite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/bunya/</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kenkou_iryou</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kenkou</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eiyou</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/r6-houkoku_00001.html</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厚生労働省．</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日本人の食事摂取基準（</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2009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www.mhlw.go.jp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houdou</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/2009/05/h0529-1.html</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[4]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厚生労働省．</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日本人の食事摂取基準（</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年版）策定検討会報告書</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2024</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日最終更新）．</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www.mhlw.go.jp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stf</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/newpage_44138.html</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[5]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農林水産省．</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平成</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27</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年度食育推進施策（食育白書）</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概要</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www.maff.go.jp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/j/</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syokuiku</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wpaper</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/pdf/gaiyou_1.pdf</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[6]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農林水産省．</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食育に関する意識調査報告書</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www.maff.go.jp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/j/</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syokuiku</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ishiki</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/r07/</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pdf_index.html</a:t>
            </a:r>
            <a:b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b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野菜</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肉</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ごはんを</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品で完結！せいろ蒸し風の味わいを追求した「蒸し野菜と豚しゃぶのサラダごはん」が新登場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/news/2026/202605261200.html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[8]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イレブンに全</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品のカレー商品が登場！ 定番人気から専門店監修の商品まで幅広く揃う「カレーフェス」を開催！</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/news/2026/202608031000.html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「安全・安心、健康」で美味しい食の提案「カラダへの想いこの手から」のラインアップを拡大</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2018</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/news/2018/_129222.html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イレブンはこれからも「安全・安心・健康」にこだわった商品開発を推進します</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2018</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/news/2018/_127615.html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[11]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容器本体を紙製に切り替え、環境負荷低減の取り組みを推進 チルド弁当の定番商品</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品をリニューアル！</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/news/2020/2020060809.html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Tree>
    <p:extLst>
      <p:ext uri="{BB962C8B-B14F-4D97-AF65-F5344CB8AC3E}">
        <p14:creationId xmlns:p14="http://schemas.microsoft.com/office/powerpoint/2010/main" val="3858855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6BBC-5D92-2CFB-4E56-BFFFDB39818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1724921-DD28-E567-102C-4DE485122369}"/>
              </a:ext>
            </a:extLst>
          </p:cNvPr>
          <p:cNvSpPr txBox="1"/>
          <p:nvPr/>
        </p:nvSpPr>
        <p:spPr>
          <a:xfrm>
            <a:off x="658602" y="435280"/>
            <a:ext cx="10874796" cy="6422720"/>
          </a:xfrm>
          <a:prstGeom prst="rect">
            <a:avLst/>
          </a:prstGeom>
          <a:noFill/>
        </p:spPr>
        <p:txBody>
          <a:bodyPr wrap="square">
            <a:spAutoFit/>
          </a:bodyPr>
          <a:lstStyle/>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[12]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「カラダへの想いこの手から」“</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日に必要な野菜の</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分の</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がとれる”等「関ジャニ∞」監修のおむすび・弁当・冷たいうどんが登場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/news/2019/201905151500.html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[13]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高品質なデュラム小麦を</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100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％使用 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イレブンのパスタ全面刷新</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2018</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/news/2018/_129017.html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[14]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たっぷり使用した野菜を麺と混ぜて食べる商品が登場！「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1/2</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日分の野菜を食べる ピリ辛まぜ麺」</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2018</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/news/2018/20180615_01.html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[15]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「マルチグレインサンド」</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品を新発売！</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2022</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/news/2022/202204141200.html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[16]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「最近、運動が不足がち</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」な食生活をサポート！「野菜」や「食物繊維」が手軽に摂れる「カラダへの想いこの手から」シリーズ</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/news/2020/2020051414.html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[17]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健康を気づかう方の食生活をサポート！全粒粉を使用したサンドイッチ・ロールパンを発売</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/news/2020/202009041500.html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[18]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野菜たっぷり！食べる“麺なし”スープが新登場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2024</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/news/2024/202409181000.html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[19]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健康を気づかう方のための商品「カラダへの想いこの手から」 サンドイッチ・ロールパンに「たんぱく質が摂れる」商品が登場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/news/2020/202007031105.html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健康意識の高まりに合わせて人気の「ロールパン」をリニューアル！</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2021</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/news/2021/20211102120001_copy.html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[21]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多彩なヘルシーメニューを毎日お手軽に セブンミールの「健康応援 日替り弁当」が新登場！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2011</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/library/material/localhost/pdf/2011/20110428sebunmi-ru.pdf</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[22]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寒暖差による“嗜好の変化”に対応 オリジナル「スープ惣菜」</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品目を刷新</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/news/2019/20190819.html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Tree>
    <p:extLst>
      <p:ext uri="{BB962C8B-B14F-4D97-AF65-F5344CB8AC3E}">
        <p14:creationId xmlns:p14="http://schemas.microsoft.com/office/powerpoint/2010/main" val="655935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47CEA-B3B9-F2DB-7C42-61E31213ED9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3123D92-12D3-38DF-FCB7-2FD507F511BD}"/>
              </a:ext>
            </a:extLst>
          </p:cNvPr>
          <p:cNvSpPr txBox="1"/>
          <p:nvPr/>
        </p:nvSpPr>
        <p:spPr>
          <a:xfrm>
            <a:off x="658602" y="435280"/>
            <a:ext cx="10874796" cy="6038000"/>
          </a:xfrm>
          <a:prstGeom prst="rect">
            <a:avLst/>
          </a:prstGeom>
          <a:noFill/>
        </p:spPr>
        <p:txBody>
          <a:bodyPr wrap="square">
            <a:spAutoFit/>
          </a:bodyPr>
          <a:lstStyle/>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株式会社セブン＆アイ・ホールディングス．</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ゼロサイダートリプル </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500ml』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https://7premium.jp/product/search/</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detail?id</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=7389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[24]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『7P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ゼロサイダートリプルビタミン＋</a:t>
            </a:r>
            <a:r>
              <a:rPr kumimoji="1" lang="el-GR"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α 500</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/products/a/item/460117/</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[25]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『7P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ゼロサイダートリプル乳酸菌＋</a:t>
            </a:r>
            <a:r>
              <a:rPr kumimoji="1" lang="el-GR"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α 500</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/products/a/item/460313/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[26]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プレミアム ゼロサイダートリプルファイバー＋</a:t>
            </a:r>
            <a:r>
              <a:rPr kumimoji="1" lang="el-GR"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α 500</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/products/a/item/460685/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[27]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プレミアム ゼロサイダートリプルファイバー＋</a:t>
            </a:r>
            <a:r>
              <a:rPr kumimoji="1" lang="el-GR"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α 1.5</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/products/a/item/460694/</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[28]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『7P</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糖質</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0g</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低カロリー麺 担々麺</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/products/a/item/251008/</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[29]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『7P</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糖質</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0g</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低カロリー麺 辛麺スープ付き</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/products/a/item/251000/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[30]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累計販売数</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1,300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万本突破！！「セブンプレミアム 豆腐スイーツバー」シリーズから「ストロベリーソイラテ」が新登場！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/news/2025/202504081600.html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[31]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セブンプレミアムとして初の“糖質ゼロ”新ジャンル「セブンプレミアム ザ・ブリュー糖質ゼロ」</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/news/2023/202307031130.html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[32]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美味しくてさらに！糖質控えめのパンを発売</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2021</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/news/2021/202108111100.html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[33]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野菜たっぷり！「野菜とハムの彩りサンド </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186kcal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」を新発売！</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dbps_data</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/_material_/localhost/pdf/2011/2013081401.pdf</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[34]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『200kcal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以下に抑えたサンドイッチが続々登場！「シーザーサラダサンド </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170kcal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」発売</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2017</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US"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/020197.html</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p:txBody>
      </p:sp>
    </p:spTree>
    <p:extLst>
      <p:ext uri="{BB962C8B-B14F-4D97-AF65-F5344CB8AC3E}">
        <p14:creationId xmlns:p14="http://schemas.microsoft.com/office/powerpoint/2010/main" val="4196196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A52A-5E70-B4F7-69EA-BC6F643B70B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94B08AD-A52F-39D0-891E-70A649BDB039}"/>
              </a:ext>
            </a:extLst>
          </p:cNvPr>
          <p:cNvSpPr txBox="1"/>
          <p:nvPr/>
        </p:nvSpPr>
        <p:spPr>
          <a:xfrm>
            <a:off x="658602" y="435280"/>
            <a:ext cx="10874796" cy="2767874"/>
          </a:xfrm>
          <a:prstGeom prst="rect">
            <a:avLst/>
          </a:prstGeom>
          <a:noFill/>
        </p:spPr>
        <p:txBody>
          <a:bodyPr wrap="square">
            <a:spAutoFit/>
          </a:bodyPr>
          <a:lstStyle/>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[35]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「セブンプレミアム」人気飲料トリプルゼロシリーズの新商品「セブンプレミアム アクエリアス エスボディ </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500</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ml</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登場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2024</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/news/2024/202406141000.html</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[36]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プレミアム ゼロコーラトリプル </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500</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ml』</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/products/a/item/460500/</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[37]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『7</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糖質</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65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％オフ 調製豆乳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900</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ml』</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/products/a/item/210675/</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[38]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糖質</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50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％オフを実現しながら美味しさにこだわりました！「セブンプレミアム」ロカボ焼き菓子</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2020</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news_release</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/news/2020/202010131600.html</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23</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[39]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イレブン・ジャパン．</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ごあいさつ</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．発行年不明． </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www.sej.co.jp</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/company/</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aisatu</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27</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a:p>
            <a:pPr>
              <a:lnSpc>
                <a:spcPts val="1480"/>
              </a:lnSpc>
              <a:defRPr/>
            </a:pPr>
            <a:endPar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endParaRPr>
          </a:p>
          <a:p>
            <a:pPr>
              <a:lnSpc>
                <a:spcPts val="1480"/>
              </a:lnSpc>
              <a:defRPr/>
            </a:pP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[40] </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株式会社セブン＆アイ・ホールディングス．</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Domestic Convenience Store Operations</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国内コンビニエンスストア事業、</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年度）</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2025</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https://www.7andi.com/</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en</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ir</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/library/</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co_financial</a:t>
            </a:r>
            <a:r>
              <a:rPr kumimoji="1" lang="en"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en" altLang="ja-JP" sz="1000" dirty="0" err="1">
                <a:solidFill>
                  <a:schemeClr val="tx1">
                    <a:lumMod val="65000"/>
                    <a:lumOff val="35000"/>
                  </a:schemeClr>
                </a:solidFill>
                <a:latin typeface="源ノ角ゴシック JP" panose="020B0500000000000000" pitchFamily="34" charset="-128"/>
                <a:ea typeface="源ノ角ゴシック JP" panose="020B0500000000000000" pitchFamily="34" charset="-128"/>
              </a:rPr>
              <a:t>convenience_store</a:t>
            </a:r>
            <a:r>
              <a:rPr kumimoji="1" lang="ja-JP" altLang="en"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参照日：</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2026</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年</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9</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月</a:t>
            </a:r>
            <a:r>
              <a:rPr kumimoji="1" lang="en-US" altLang="ja-JP" sz="1000" dirty="0">
                <a:solidFill>
                  <a:schemeClr val="tx1">
                    <a:lumMod val="65000"/>
                    <a:lumOff val="35000"/>
                  </a:schemeClr>
                </a:solidFill>
                <a:latin typeface="源ノ角ゴシック JP" panose="020B0500000000000000" pitchFamily="34" charset="-128"/>
                <a:ea typeface="源ノ角ゴシック JP" panose="020B0500000000000000" pitchFamily="34" charset="-128"/>
              </a:rPr>
              <a:t>27</a:t>
            </a:r>
            <a:r>
              <a:rPr kumimoji="1" lang="ja-JP" altLang="en-US" sz="1000">
                <a:solidFill>
                  <a:schemeClr val="tx1">
                    <a:lumMod val="65000"/>
                    <a:lumOff val="35000"/>
                  </a:schemeClr>
                </a:solidFill>
                <a:latin typeface="源ノ角ゴシック JP" panose="020B0500000000000000" pitchFamily="34" charset="-128"/>
                <a:ea typeface="源ノ角ゴシック JP" panose="020B0500000000000000" pitchFamily="34" charset="-128"/>
              </a:rPr>
              <a:t>日）．</a:t>
            </a:r>
          </a:p>
        </p:txBody>
      </p:sp>
    </p:spTree>
    <p:extLst>
      <p:ext uri="{BB962C8B-B14F-4D97-AF65-F5344CB8AC3E}">
        <p14:creationId xmlns:p14="http://schemas.microsoft.com/office/powerpoint/2010/main" val="2867737282"/>
      </p:ext>
    </p:extLst>
  </p:cSld>
  <p:clrMapOvr>
    <a:masterClrMapping/>
  </p:clrMapOvr>
</p:sld>
</file>

<file path=ppt/theme/theme1.xml><?xml version="1.0" encoding="utf-8"?>
<a:theme xmlns:a="http://schemas.openxmlformats.org/drawingml/2006/main" name="デザインの設定">
  <a:themeElements>
    <a:clrScheme name="紫">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デザインの設定">
  <a:themeElements>
    <a:clrScheme name="紫">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デザインの設定">
  <a:themeElements>
    <a:clrScheme name="紫">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41501</TotalTime>
  <Words>7260</Words>
  <Application>Microsoft Macintosh PowerPoint</Application>
  <PresentationFormat>ワイド画面</PresentationFormat>
  <Paragraphs>720</Paragraphs>
  <Slides>21</Slides>
  <Notes>16</Notes>
  <HiddenSlides>5</HiddenSlides>
  <MMClips>0</MMClips>
  <ScaleCrop>false</ScaleCrop>
  <HeadingPairs>
    <vt:vector size="6" baseType="variant">
      <vt:variant>
        <vt:lpstr>使用されているフォント</vt:lpstr>
      </vt:variant>
      <vt:variant>
        <vt:i4>8</vt:i4>
      </vt:variant>
      <vt:variant>
        <vt:lpstr>テーマ</vt:lpstr>
      </vt:variant>
      <vt:variant>
        <vt:i4>4</vt:i4>
      </vt:variant>
      <vt:variant>
        <vt:lpstr>スライド タイトル</vt:lpstr>
      </vt:variant>
      <vt:variant>
        <vt:i4>21</vt:i4>
      </vt:variant>
    </vt:vector>
  </HeadingPairs>
  <TitlesOfParts>
    <vt:vector size="33" baseType="lpstr">
      <vt:lpstr>Source Han Sans JP</vt:lpstr>
      <vt:lpstr>源ノ角ゴシック JP</vt:lpstr>
      <vt:lpstr>游ゴシック</vt:lpstr>
      <vt:lpstr>游ゴシック Light</vt:lpstr>
      <vt:lpstr>Arial</vt:lpstr>
      <vt:lpstr>Calibri</vt:lpstr>
      <vt:lpstr>Calibri Light</vt:lpstr>
      <vt:lpstr>Cambria Math</vt:lpstr>
      <vt:lpstr>デザインの設定</vt:lpstr>
      <vt:lpstr>1_デザインの設定</vt:lpstr>
      <vt:lpstr>2_デザインの設定</vt:lpstr>
      <vt:lpstr>Office 2013 - 2022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Aoi Seki</dc:creator>
  <cp:lastModifiedBy>Aoi Seki</cp:lastModifiedBy>
  <cp:revision>217</cp:revision>
  <dcterms:created xsi:type="dcterms:W3CDTF">2024-06-06T14:26:30Z</dcterms:created>
  <dcterms:modified xsi:type="dcterms:W3CDTF">2026-09-27T15:17:45Z</dcterms:modified>
</cp:coreProperties>
</file>